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>
        <p:scale>
          <a:sx n="66" d="100"/>
          <a:sy n="66" d="100"/>
        </p:scale>
        <p:origin x="1002" y="36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usukie52@gmail.com" userId="017bd91f96aa8751" providerId="LiveId" clId="{5B2C3894-F97E-4CAB-8812-5BB4D83AAC6A}"/>
    <pc:docChg chg="undo custSel modSld">
      <pc:chgData name="musukie52@gmail.com" userId="017bd91f96aa8751" providerId="LiveId" clId="{5B2C3894-F97E-4CAB-8812-5BB4D83AAC6A}" dt="2026-09-03T01:57:54.947" v="1" actId="14100"/>
      <pc:docMkLst>
        <pc:docMk/>
      </pc:docMkLst>
      <pc:sldChg chg="modSp mod">
        <pc:chgData name="musukie52@gmail.com" userId="017bd91f96aa8751" providerId="LiveId" clId="{5B2C3894-F97E-4CAB-8812-5BB4D83AAC6A}" dt="2026-09-03T01:57:54.947" v="1" actId="14100"/>
        <pc:sldMkLst>
          <pc:docMk/>
          <pc:sldMk cId="3207106737" sldId="256"/>
        </pc:sldMkLst>
        <pc:picChg chg="mod">
          <ac:chgData name="musukie52@gmail.com" userId="017bd91f96aa8751" providerId="LiveId" clId="{5B2C3894-F97E-4CAB-8812-5BB4D83AAC6A}" dt="2026-09-03T01:57:54.947" v="1" actId="14100"/>
          <ac:picMkLst>
            <pc:docMk/>
            <pc:sldMk cId="3207106737" sldId="256"/>
            <ac:picMk id="5" creationId="{00000000-0000-0000-0000-000000000000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5661A6-29BF-4182-9B47-9153AD299389}" type="datetimeFigureOut">
              <a:rPr lang="ko-KR" altLang="en-US" smtClean="0"/>
              <a:t>2026-09-03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296EB2-D459-48E5-AFEB-9DFCDF5A59B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200210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5661A6-29BF-4182-9B47-9153AD299389}" type="datetimeFigureOut">
              <a:rPr lang="ko-KR" altLang="en-US" smtClean="0"/>
              <a:t>2026-09-03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296EB2-D459-48E5-AFEB-9DFCDF5A59B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57609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5661A6-29BF-4182-9B47-9153AD299389}" type="datetimeFigureOut">
              <a:rPr lang="ko-KR" altLang="en-US" smtClean="0"/>
              <a:t>2026-09-03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296EB2-D459-48E5-AFEB-9DFCDF5A59B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222260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5661A6-29BF-4182-9B47-9153AD299389}" type="datetimeFigureOut">
              <a:rPr lang="ko-KR" altLang="en-US" smtClean="0"/>
              <a:t>2026-09-03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296EB2-D459-48E5-AFEB-9DFCDF5A59B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95857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5661A6-29BF-4182-9B47-9153AD299389}" type="datetimeFigureOut">
              <a:rPr lang="ko-KR" altLang="en-US" smtClean="0"/>
              <a:t>2026-09-03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296EB2-D459-48E5-AFEB-9DFCDF5A59B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753216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5661A6-29BF-4182-9B47-9153AD299389}" type="datetimeFigureOut">
              <a:rPr lang="ko-KR" altLang="en-US" smtClean="0"/>
              <a:t>2026-09-03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296EB2-D459-48E5-AFEB-9DFCDF5A59B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583538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5661A6-29BF-4182-9B47-9153AD299389}" type="datetimeFigureOut">
              <a:rPr lang="ko-KR" altLang="en-US" smtClean="0"/>
              <a:t>2026-09-03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296EB2-D459-48E5-AFEB-9DFCDF5A59B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128954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5661A6-29BF-4182-9B47-9153AD299389}" type="datetimeFigureOut">
              <a:rPr lang="ko-KR" altLang="en-US" smtClean="0"/>
              <a:t>2026-09-03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296EB2-D459-48E5-AFEB-9DFCDF5A59B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331961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5661A6-29BF-4182-9B47-9153AD299389}" type="datetimeFigureOut">
              <a:rPr lang="ko-KR" altLang="en-US" smtClean="0"/>
              <a:t>2026-09-03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296EB2-D459-48E5-AFEB-9DFCDF5A59B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499094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5661A6-29BF-4182-9B47-9153AD299389}" type="datetimeFigureOut">
              <a:rPr lang="ko-KR" altLang="en-US" smtClean="0"/>
              <a:t>2026-09-03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296EB2-D459-48E5-AFEB-9DFCDF5A59B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299684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5661A6-29BF-4182-9B47-9153AD299389}" type="datetimeFigureOut">
              <a:rPr lang="ko-KR" altLang="en-US" smtClean="0"/>
              <a:t>2026-09-03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296EB2-D459-48E5-AFEB-9DFCDF5A59B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84553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5661A6-29BF-4182-9B47-9153AD299389}" type="datetimeFigureOut">
              <a:rPr lang="ko-KR" altLang="en-US" smtClean="0"/>
              <a:t>2026-09-03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296EB2-D459-48E5-AFEB-9DFCDF5A59B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914761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" y="404220"/>
            <a:ext cx="10591800" cy="6049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71067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약속에 대한 상황별 순서도를 만든다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각각의 상황별로 어떻게 약속을 설계했는지 작성해보자</a:t>
            </a:r>
            <a:r>
              <a:rPr lang="en-US" altLang="ko-KR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2945411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111</TotalTime>
  <Words>13</Words>
  <Application>Microsoft Office PowerPoint</Application>
  <PresentationFormat>와이드스크린</PresentationFormat>
  <Paragraphs>2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5" baseType="lpstr">
      <vt:lpstr>맑은 고딕</vt:lpstr>
      <vt:lpstr>Arial</vt:lpstr>
      <vt:lpstr>Office 테마</vt:lpstr>
      <vt:lpstr>PowerPoint 프레젠테이션</vt:lpstr>
      <vt:lpstr>약속에 대한 상황별 순서도를 만든다.</vt:lpstr>
    </vt:vector>
  </TitlesOfParts>
  <Company>Organization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FullName</dc:creator>
  <cp:lastModifiedBy>musukie52@gmail.com</cp:lastModifiedBy>
  <cp:revision>2</cp:revision>
  <dcterms:created xsi:type="dcterms:W3CDTF">2026-09-02T05:01:58Z</dcterms:created>
  <dcterms:modified xsi:type="dcterms:W3CDTF">2026-09-03T01:57:56Z</dcterms:modified>
</cp:coreProperties>
</file>