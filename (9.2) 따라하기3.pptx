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8" d="100"/>
          <a:sy n="58" d="100"/>
        </p:scale>
        <p:origin x="78" y="112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661A6-29BF-4182-9B47-9153AD299389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96EB2-D459-48E5-AFEB-9DFCDF5A5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0021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661A6-29BF-4182-9B47-9153AD299389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96EB2-D459-48E5-AFEB-9DFCDF5A5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760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661A6-29BF-4182-9B47-9153AD299389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96EB2-D459-48E5-AFEB-9DFCDF5A5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2226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661A6-29BF-4182-9B47-9153AD299389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96EB2-D459-48E5-AFEB-9DFCDF5A5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9585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661A6-29BF-4182-9B47-9153AD299389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96EB2-D459-48E5-AFEB-9DFCDF5A5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321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661A6-29BF-4182-9B47-9153AD299389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96EB2-D459-48E5-AFEB-9DFCDF5A5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8353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661A6-29BF-4182-9B47-9153AD299389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96EB2-D459-48E5-AFEB-9DFCDF5A5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895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661A6-29BF-4182-9B47-9153AD299389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96EB2-D459-48E5-AFEB-9DFCDF5A5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3196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661A6-29BF-4182-9B47-9153AD299389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96EB2-D459-48E5-AFEB-9DFCDF5A5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9909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661A6-29BF-4182-9B47-9153AD299389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96EB2-D459-48E5-AFEB-9DFCDF5A5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9968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661A6-29BF-4182-9B47-9153AD299389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296EB2-D459-48E5-AFEB-9DFCDF5A5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55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5661A6-29BF-4182-9B47-9153AD299389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296EB2-D459-48E5-AFEB-9DFCDF5A5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1476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404220"/>
            <a:ext cx="10591800" cy="6049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106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약속에 대한 상황별 순서도를 만든다</a:t>
            </a:r>
            <a:r>
              <a:rPr lang="en-US" altLang="ko-KR" smtClean="0"/>
              <a:t>.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각각의 상황별로 어떻게 약속을 설계했는지 작성해보자</a:t>
            </a:r>
            <a:r>
              <a:rPr lang="en-US" altLang="ko-KR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94541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13</Words>
  <Application>Microsoft Office PowerPoint</Application>
  <PresentationFormat>와이드스크린</PresentationFormat>
  <Paragraphs>2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약속에 대한 상황별 순서도를 만든다.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FullName</cp:lastModifiedBy>
  <cp:revision>2</cp:revision>
  <dcterms:created xsi:type="dcterms:W3CDTF">2026-09-02T05:01:58Z</dcterms:created>
  <dcterms:modified xsi:type="dcterms:W3CDTF">2026-09-02T06:53:03Z</dcterms:modified>
</cp:coreProperties>
</file>