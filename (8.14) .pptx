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-798" y="1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69867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3215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9795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046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4309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35406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87031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533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23525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192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160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1D9184-6D94-492A-AD74-7E2F1866C490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89D3EF-F829-4DB6-9FEB-706C4E04419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60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시스템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역기획서보다는 우리가 직접 만드는 게 좋다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1190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0" y="389965"/>
            <a:ext cx="8610600" cy="607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773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 rot="10800000" flipH="1" flipV="1">
            <a:off x="1115625" y="316878"/>
            <a:ext cx="8838000" cy="6224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085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슬로건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시스템의 개발 방향성을 보여주는 것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5008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15</Words>
  <Application>Microsoft Office PowerPoint</Application>
  <PresentationFormat>와이드스크린</PresentationFormat>
  <Paragraphs>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시스템</vt:lpstr>
      <vt:lpstr>PowerPoint 프레젠테이션</vt:lpstr>
      <vt:lpstr>PowerPoint 프레젠테이션</vt:lpstr>
      <vt:lpstr>슬로건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시스템</dc:title>
  <dc:creator>FullName</dc:creator>
  <cp:lastModifiedBy>FullName</cp:lastModifiedBy>
  <cp:revision>4</cp:revision>
  <dcterms:created xsi:type="dcterms:W3CDTF">2026-08-14T05:05:20Z</dcterms:created>
  <dcterms:modified xsi:type="dcterms:W3CDTF">2026-08-14T06:51:39Z</dcterms:modified>
</cp:coreProperties>
</file>