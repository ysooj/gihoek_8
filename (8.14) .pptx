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6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delSld">
      <pc:chgData name="musukie52@gmail.com" userId="017bd91f96aa8751" providerId="LiveId" clId="{5B2C3894-F97E-4CAB-8812-5BB4D83AAC6A}" dt="2026-08-17T15:00:27.543" v="0" actId="2696"/>
      <pc:docMkLst>
        <pc:docMk/>
      </pc:docMkLst>
      <pc:sldChg chg="del">
        <pc:chgData name="musukie52@gmail.com" userId="017bd91f96aa8751" providerId="LiveId" clId="{5B2C3894-F97E-4CAB-8812-5BB4D83AAC6A}" dt="2026-08-17T15:00:27.543" v="0" actId="2696"/>
        <pc:sldMkLst>
          <pc:docMk/>
          <pc:sldMk cId="33119007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98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2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9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04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3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54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0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35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9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6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46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389965"/>
            <a:ext cx="8610600" cy="607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73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1115625" y="316878"/>
            <a:ext cx="8838000" cy="62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8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슬로건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시스템의 개발 방향성을 보여주는 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00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</Words>
  <Application>Microsoft Office PowerPoint</Application>
  <PresentationFormat>와이드스크린</PresentationFormat>
  <Paragraphs>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슬로건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</dc:title>
  <dc:creator>FullName</dc:creator>
  <cp:lastModifiedBy>musukie52@gmail.com</cp:lastModifiedBy>
  <cp:revision>4</cp:revision>
  <dcterms:created xsi:type="dcterms:W3CDTF">2026-08-14T05:05:20Z</dcterms:created>
  <dcterms:modified xsi:type="dcterms:W3CDTF">2026-08-17T15:00:28Z</dcterms:modified>
</cp:coreProperties>
</file>