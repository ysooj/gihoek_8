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82" r:id="rId3"/>
    <p:sldId id="290" r:id="rId4"/>
    <p:sldId id="258" r:id="rId5"/>
    <p:sldId id="259" r:id="rId6"/>
    <p:sldId id="286" r:id="rId7"/>
    <p:sldId id="288" r:id="rId8"/>
    <p:sldId id="260" r:id="rId9"/>
    <p:sldId id="261" r:id="rId10"/>
    <p:sldId id="29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3" r:id="rId32"/>
    <p:sldId id="284" r:id="rId33"/>
    <p:sldId id="289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BDC0"/>
    <a:srgbClr val="0E4059"/>
    <a:srgbClr val="2BA0B1"/>
    <a:srgbClr val="F4FCFB"/>
    <a:srgbClr val="5893C9"/>
    <a:srgbClr val="F5F9FF"/>
    <a:srgbClr val="F29569"/>
    <a:srgbClr val="FFF8F4"/>
    <a:srgbClr val="F9CD5A"/>
    <a:srgbClr val="FDFB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43F314-32BF-4658-941F-9D7B0C1EFE1A}" v="33" dt="2026-08-21T01:58:03.9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264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">
      <pc:chgData name="musukie52@gmail.com" userId="017bd91f96aa8751" providerId="LiveId" clId="{5B2C3894-F97E-4CAB-8812-5BB4D83AAC6A}" dt="2026-08-21T01:58:19.443" v="1141" actId="680"/>
      <pc:docMkLst>
        <pc:docMk/>
      </pc:docMkLst>
      <pc:sldChg chg="addSp delSp mod">
        <pc:chgData name="musukie52@gmail.com" userId="017bd91f96aa8751" providerId="LiveId" clId="{5B2C3894-F97E-4CAB-8812-5BB4D83AAC6A}" dt="2026-08-21T00:55:30.404" v="27" actId="22"/>
        <pc:sldMkLst>
          <pc:docMk/>
          <pc:sldMk cId="0" sldId="258"/>
        </pc:sldMkLst>
        <pc:spChg chg="del">
          <ac:chgData name="musukie52@gmail.com" userId="017bd91f96aa8751" providerId="LiveId" clId="{5B2C3894-F97E-4CAB-8812-5BB4D83AAC6A}" dt="2026-08-21T00:55:26.216" v="26" actId="478"/>
          <ac:spMkLst>
            <pc:docMk/>
            <pc:sldMk cId="0" sldId="258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5:10.279" v="21" actId="21"/>
          <ac:spMkLst>
            <pc:docMk/>
            <pc:sldMk cId="0" sldId="258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5:10.279" v="21" actId="21"/>
          <ac:spMkLst>
            <pc:docMk/>
            <pc:sldMk cId="0" sldId="258"/>
            <ac:spMk id="7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22.392" v="25" actId="22"/>
          <ac:spMkLst>
            <pc:docMk/>
            <pc:sldMk cId="0" sldId="258"/>
            <ac:spMk id="25" creationId="{3E2800CC-ACBB-4B37-5C57-8B7F022E4EFC}"/>
          </ac:spMkLst>
        </pc:spChg>
        <pc:spChg chg="add">
          <ac:chgData name="musukie52@gmail.com" userId="017bd91f96aa8751" providerId="LiveId" clId="{5B2C3894-F97E-4CAB-8812-5BB4D83AAC6A}" dt="2026-08-21T00:55:22.392" v="25" actId="22"/>
          <ac:spMkLst>
            <pc:docMk/>
            <pc:sldMk cId="0" sldId="258"/>
            <ac:spMk id="27" creationId="{85DE4962-C0FD-1371-89D9-CC133D5611A2}"/>
          </ac:spMkLst>
        </pc:spChg>
        <pc:spChg chg="add">
          <ac:chgData name="musukie52@gmail.com" userId="017bd91f96aa8751" providerId="LiveId" clId="{5B2C3894-F97E-4CAB-8812-5BB4D83AAC6A}" dt="2026-08-21T00:55:30.404" v="27" actId="22"/>
          <ac:spMkLst>
            <pc:docMk/>
            <pc:sldMk cId="0" sldId="258"/>
            <ac:spMk id="29" creationId="{44E21841-BCD9-5798-3416-366349000085}"/>
          </ac:spMkLst>
        </pc:spChg>
      </pc:sldChg>
      <pc:sldChg chg="addSp delSp mod">
        <pc:chgData name="musukie52@gmail.com" userId="017bd91f96aa8751" providerId="LiveId" clId="{5B2C3894-F97E-4CAB-8812-5BB4D83AAC6A}" dt="2026-08-21T00:55:33.245" v="29" actId="22"/>
        <pc:sldMkLst>
          <pc:docMk/>
          <pc:sldMk cId="0" sldId="259"/>
        </pc:sldMkLst>
        <pc:spChg chg="del">
          <ac:chgData name="musukie52@gmail.com" userId="017bd91f96aa8751" providerId="LiveId" clId="{5B2C3894-F97E-4CAB-8812-5BB4D83AAC6A}" dt="2026-08-21T00:55:32.836" v="28" actId="478"/>
          <ac:spMkLst>
            <pc:docMk/>
            <pc:sldMk cId="0" sldId="259"/>
            <ac:spMk id="2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33.245" v="29" actId="22"/>
          <ac:spMkLst>
            <pc:docMk/>
            <pc:sldMk cId="0" sldId="259"/>
            <ac:spMk id="6" creationId="{9BBFD97A-1790-942C-8BA6-0DEB88EFC2C5}"/>
          </ac:spMkLst>
        </pc:spChg>
      </pc:sldChg>
      <pc:sldChg chg="addSp delSp modSp add del mod">
        <pc:chgData name="musukie52@gmail.com" userId="017bd91f96aa8751" providerId="LiveId" clId="{5B2C3894-F97E-4CAB-8812-5BB4D83AAC6A}" dt="2026-08-21T01:02:30.159" v="130" actId="1076"/>
        <pc:sldMkLst>
          <pc:docMk/>
          <pc:sldMk cId="0" sldId="260"/>
        </pc:sldMkLst>
        <pc:spChg chg="del">
          <ac:chgData name="musukie52@gmail.com" userId="017bd91f96aa8751" providerId="LiveId" clId="{5B2C3894-F97E-4CAB-8812-5BB4D83AAC6A}" dt="2026-08-21T00:55:45.839" v="32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5:49.116" v="34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9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6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00:06.441" v="103" actId="478"/>
          <ac:spMkLst>
            <pc:docMk/>
            <pc:sldMk cId="0" sldId="260"/>
            <ac:spMk id="21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46.145" v="33" actId="22"/>
          <ac:spMkLst>
            <pc:docMk/>
            <pc:sldMk cId="0" sldId="260"/>
            <ac:spMk id="23" creationId="{37208B78-4806-2DB1-BD1F-62E1856D38FE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27" creationId="{7C337001-C285-5BDC-4B67-7437192D790D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1" creationId="{ED4C7C69-EA75-66D9-0D06-8E0C4584A1D1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3" creationId="{647D58FC-C3B1-446A-E541-60845F99BA33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5" creationId="{2E841291-EABB-3A2E-FB5C-703974E4DAA1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7" creationId="{8E24CFFC-5C2E-32CE-9655-6AD0D64ECBE8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9" creationId="{46833A91-5220-52F2-F4B0-5D8E218A6E65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41" creationId="{095F31B4-1425-89E8-E695-34D7493AA675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43" creationId="{196F1AAC-EB64-5409-D7BE-36BE6F9F7085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49" creationId="{BB7A9ADD-5C77-B6A2-B981-95A22B1984AC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51" creationId="{3464567F-FE40-1D7F-5348-1D7652938D6D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53" creationId="{63DC0290-C812-D228-609F-63125E2F8A89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55" creationId="{F824C137-A2FA-2FEA-BB54-9773235A18E5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57" creationId="{1479D016-A04F-006E-3F3F-BE78D6D1A31E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1" creationId="{1F645B4E-19EA-40CC-B6E9-FFC38CA8DD7A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5" creationId="{D36E57B3-DF10-C0F7-7C4F-DB0380EFC44C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7" creationId="{62FB23F7-BCAF-2F56-DAAD-8C3B7EE20755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9" creationId="{BBF779B5-163B-64FA-B9E3-4AA824130E88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71" creationId="{77C4550B-FFE0-1915-812F-FF13BE3981F0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73" creationId="{0B2A6B01-0BD1-5ADC-CF5A-8AF137049E0F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79" creationId="{57FB6C21-FE2C-15FF-049B-A8E2609070BA}"/>
          </ac:spMkLst>
        </pc:spChg>
        <pc:spChg chg="add mod">
          <ac:chgData name="musukie52@gmail.com" userId="017bd91f96aa8751" providerId="LiveId" clId="{5B2C3894-F97E-4CAB-8812-5BB4D83AAC6A}" dt="2026-08-21T01:02:30.159" v="130" actId="1076"/>
          <ac:spMkLst>
            <pc:docMk/>
            <pc:sldMk cId="0" sldId="260"/>
            <ac:spMk id="81" creationId="{F5E25EAE-C964-2FDE-D959-8A67EE939A0A}"/>
          </ac:spMkLst>
        </pc:spChg>
      </pc:sldChg>
      <pc:sldChg chg="addSp delSp modSp mod">
        <pc:chgData name="musukie52@gmail.com" userId="017bd91f96aa8751" providerId="LiveId" clId="{5B2C3894-F97E-4CAB-8812-5BB4D83AAC6A}" dt="2026-08-21T01:58:14.242" v="1140" actId="478"/>
        <pc:sldMkLst>
          <pc:docMk/>
          <pc:sldMk cId="0" sldId="261"/>
        </pc:sldMkLst>
        <pc:spChg chg="del">
          <ac:chgData name="musukie52@gmail.com" userId="017bd91f96aa8751" providerId="LiveId" clId="{5B2C3894-F97E-4CAB-8812-5BB4D83AAC6A}" dt="2026-08-21T00:55:55.364" v="35" actId="478"/>
          <ac:spMkLst>
            <pc:docMk/>
            <pc:sldMk cId="0" sldId="261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32.100" v="49" actId="478"/>
          <ac:spMkLst>
            <pc:docMk/>
            <pc:sldMk cId="0" sldId="261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3:28.978" v="564" actId="21"/>
          <ac:spMkLst>
            <pc:docMk/>
            <pc:sldMk cId="0" sldId="261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1:46.427" v="476" actId="1076"/>
          <ac:spMkLst>
            <pc:docMk/>
            <pc:sldMk cId="0" sldId="261"/>
            <ac:spMk id="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2:30.761" v="482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1:31.635" v="473" actId="1076"/>
          <ac:spMkLst>
            <pc:docMk/>
            <pc:sldMk cId="0" sldId="261"/>
            <ac:spMk id="1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33:10.172" v="151" actId="207"/>
          <ac:spMkLst>
            <pc:docMk/>
            <pc:sldMk cId="0" sldId="261"/>
            <ac:spMk id="17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41:56.607" v="478" actId="21"/>
          <ac:spMkLst>
            <pc:docMk/>
            <pc:sldMk cId="0" sldId="261"/>
            <ac:spMk id="1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20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41:56.607" v="478" actId="21"/>
          <ac:spMkLst>
            <pc:docMk/>
            <pc:sldMk cId="0" sldId="261"/>
            <ac:spMk id="2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2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2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26.157" v="167" actId="478"/>
          <ac:spMkLst>
            <pc:docMk/>
            <pc:sldMk cId="0" sldId="261"/>
            <ac:spMk id="2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25.116" v="166" actId="478"/>
          <ac:spMkLst>
            <pc:docMk/>
            <pc:sldMk cId="0" sldId="261"/>
            <ac:spMk id="25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36:15.748" v="165" actId="478"/>
          <ac:spMkLst>
            <pc:docMk/>
            <pc:sldMk cId="0" sldId="261"/>
            <ac:spMk id="2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13.337" v="164" actId="478"/>
          <ac:spMkLst>
            <pc:docMk/>
            <pc:sldMk cId="0" sldId="261"/>
            <ac:spMk id="2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8.551" v="163" actId="478"/>
          <ac:spMkLst>
            <pc:docMk/>
            <pc:sldMk cId="0" sldId="261"/>
            <ac:spMk id="2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13.337" v="164" actId="478"/>
          <ac:spMkLst>
            <pc:docMk/>
            <pc:sldMk cId="0" sldId="261"/>
            <ac:spMk id="2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8:59.810" v="966" actId="1076"/>
          <ac:spMkLst>
            <pc:docMk/>
            <pc:sldMk cId="0" sldId="261"/>
            <ac:spMk id="30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55.706" v="36" actId="22"/>
          <ac:spMkLst>
            <pc:docMk/>
            <pc:sldMk cId="0" sldId="261"/>
            <ac:spMk id="32" creationId="{6474B202-BB68-0300-5484-FEC579121290}"/>
          </ac:spMkLst>
        </pc:spChg>
        <pc:spChg chg="add mod">
          <ac:chgData name="musukie52@gmail.com" userId="017bd91f96aa8751" providerId="LiveId" clId="{5B2C3894-F97E-4CAB-8812-5BB4D83AAC6A}" dt="2026-08-21T01:41:14.951" v="469" actId="1076"/>
          <ac:spMkLst>
            <pc:docMk/>
            <pc:sldMk cId="0" sldId="261"/>
            <ac:spMk id="38" creationId="{92B31716-E79F-F2AF-0C56-7197D5DCCE94}"/>
          </ac:spMkLst>
        </pc:spChg>
        <pc:spChg chg="add del mod">
          <ac:chgData name="musukie52@gmail.com" userId="017bd91f96aa8751" providerId="LiveId" clId="{5B2C3894-F97E-4CAB-8812-5BB4D83AAC6A}" dt="2026-08-21T01:42:32.360" v="483" actId="478"/>
          <ac:spMkLst>
            <pc:docMk/>
            <pc:sldMk cId="0" sldId="261"/>
            <ac:spMk id="39" creationId="{6D6B3141-34D3-9B78-02C3-B6BCD74CDFCE}"/>
          </ac:spMkLst>
        </pc:spChg>
        <pc:spChg chg="add mod ord">
          <ac:chgData name="musukie52@gmail.com" userId="017bd91f96aa8751" providerId="LiveId" clId="{5B2C3894-F97E-4CAB-8812-5BB4D83AAC6A}" dt="2026-08-21T01:50:55.331" v="993" actId="1076"/>
          <ac:spMkLst>
            <pc:docMk/>
            <pc:sldMk cId="0" sldId="261"/>
            <ac:spMk id="41" creationId="{041B5FFE-085B-6853-EEF3-285570BC0294}"/>
          </ac:spMkLst>
        </pc:spChg>
        <pc:spChg chg="add mod ord">
          <ac:chgData name="musukie52@gmail.com" userId="017bd91f96aa8751" providerId="LiveId" clId="{5B2C3894-F97E-4CAB-8812-5BB4D83AAC6A}" dt="2026-08-21T01:51:08.410" v="996" actId="1076"/>
          <ac:spMkLst>
            <pc:docMk/>
            <pc:sldMk cId="0" sldId="261"/>
            <ac:spMk id="43" creationId="{4CA6746E-EF07-3CA8-684D-E22444284837}"/>
          </ac:spMkLst>
        </pc:spChg>
        <pc:spChg chg="add mod">
          <ac:chgData name="musukie52@gmail.com" userId="017bd91f96aa8751" providerId="LiveId" clId="{5B2C3894-F97E-4CAB-8812-5BB4D83AAC6A}" dt="2026-08-21T01:45:10.735" v="669" actId="1076"/>
          <ac:spMkLst>
            <pc:docMk/>
            <pc:sldMk cId="0" sldId="261"/>
            <ac:spMk id="44" creationId="{B515CF6D-2FBC-FCA0-D9D3-DD168D6430E1}"/>
          </ac:spMkLst>
        </pc:spChg>
        <pc:spChg chg="add mod ord">
          <ac:chgData name="musukie52@gmail.com" userId="017bd91f96aa8751" providerId="LiveId" clId="{5B2C3894-F97E-4CAB-8812-5BB4D83AAC6A}" dt="2026-08-21T01:45:01.109" v="666" actId="167"/>
          <ac:spMkLst>
            <pc:docMk/>
            <pc:sldMk cId="0" sldId="261"/>
            <ac:spMk id="46" creationId="{C38213EC-6BD7-CBA0-F60D-6CF62A223AD6}"/>
          </ac:spMkLst>
        </pc:spChg>
        <pc:spChg chg="add mod">
          <ac:chgData name="musukie52@gmail.com" userId="017bd91f96aa8751" providerId="LiveId" clId="{5B2C3894-F97E-4CAB-8812-5BB4D83AAC6A}" dt="2026-08-21T01:45:37.765" v="730" actId="20577"/>
          <ac:spMkLst>
            <pc:docMk/>
            <pc:sldMk cId="0" sldId="261"/>
            <ac:spMk id="48" creationId="{D67A92A4-7E79-992D-CE84-93BE775248FA}"/>
          </ac:spMkLst>
        </pc:spChg>
        <pc:spChg chg="add mod">
          <ac:chgData name="musukie52@gmail.com" userId="017bd91f96aa8751" providerId="LiveId" clId="{5B2C3894-F97E-4CAB-8812-5BB4D83AAC6A}" dt="2026-08-21T01:46:10.607" v="796" actId="20577"/>
          <ac:spMkLst>
            <pc:docMk/>
            <pc:sldMk cId="0" sldId="261"/>
            <ac:spMk id="50" creationId="{BD10578E-7FDE-1EDE-38A1-22B6F067DE88}"/>
          </ac:spMkLst>
        </pc:spChg>
        <pc:spChg chg="add del">
          <ac:chgData name="musukie52@gmail.com" userId="017bd91f96aa8751" providerId="LiveId" clId="{5B2C3894-F97E-4CAB-8812-5BB4D83AAC6A}" dt="2026-08-21T01:46:12.656" v="798" actId="22"/>
          <ac:spMkLst>
            <pc:docMk/>
            <pc:sldMk cId="0" sldId="261"/>
            <ac:spMk id="52" creationId="{DB514C56-8687-9A04-D610-F5D3A2C3160A}"/>
          </ac:spMkLst>
        </pc:spChg>
        <pc:spChg chg="add mod">
          <ac:chgData name="musukie52@gmail.com" userId="017bd91f96aa8751" providerId="LiveId" clId="{5B2C3894-F97E-4CAB-8812-5BB4D83AAC6A}" dt="2026-08-21T01:46:41.190" v="872" actId="20577"/>
          <ac:spMkLst>
            <pc:docMk/>
            <pc:sldMk cId="0" sldId="261"/>
            <ac:spMk id="54" creationId="{627AE7AA-20E8-DE56-F2B4-6E4C9B36FD8F}"/>
          </ac:spMkLst>
        </pc:spChg>
        <pc:spChg chg="add mod">
          <ac:chgData name="musukie52@gmail.com" userId="017bd91f96aa8751" providerId="LiveId" clId="{5B2C3894-F97E-4CAB-8812-5BB4D83AAC6A}" dt="2026-08-21T01:47:18.094" v="945" actId="20577"/>
          <ac:spMkLst>
            <pc:docMk/>
            <pc:sldMk cId="0" sldId="261"/>
            <ac:spMk id="56" creationId="{FF0AB1CB-5A21-8C00-1E30-17393C4AE6F5}"/>
          </ac:spMkLst>
        </pc:spChg>
        <pc:spChg chg="add mod">
          <ac:chgData name="musukie52@gmail.com" userId="017bd91f96aa8751" providerId="LiveId" clId="{5B2C3894-F97E-4CAB-8812-5BB4D83AAC6A}" dt="2026-08-21T01:53:56.141" v="1052" actId="113"/>
          <ac:spMkLst>
            <pc:docMk/>
            <pc:sldMk cId="0" sldId="261"/>
            <ac:spMk id="90" creationId="{32E5EF67-3C06-8E22-CACF-2CA4237F5AC6}"/>
          </ac:spMkLst>
        </pc:spChg>
        <pc:spChg chg="add mod ord">
          <ac:chgData name="musukie52@gmail.com" userId="017bd91f96aa8751" providerId="LiveId" clId="{5B2C3894-F97E-4CAB-8812-5BB4D83AAC6A}" dt="2026-08-21T01:54:31.867" v="1060" actId="208"/>
          <ac:spMkLst>
            <pc:docMk/>
            <pc:sldMk cId="0" sldId="261"/>
            <ac:spMk id="91" creationId="{19601B7F-B1A7-F5D2-1491-CB8BB5B8D8C7}"/>
          </ac:spMkLst>
        </pc:spChg>
        <pc:picChg chg="add del mod">
          <ac:chgData name="musukie52@gmail.com" userId="017bd91f96aa8751" providerId="LiveId" clId="{5B2C3894-F97E-4CAB-8812-5BB4D83AAC6A}" dt="2026-08-21T01:03:49.571" v="134" actId="21"/>
          <ac:picMkLst>
            <pc:docMk/>
            <pc:sldMk cId="0" sldId="261"/>
            <ac:picMk id="34" creationId="{06FDA3FB-A1E4-D7B9-5FA6-FB8FA47755B5}"/>
          </ac:picMkLst>
        </pc:picChg>
        <pc:picChg chg="add del mod modCrop">
          <ac:chgData name="musukie52@gmail.com" userId="017bd91f96aa8751" providerId="LiveId" clId="{5B2C3894-F97E-4CAB-8812-5BB4D83AAC6A}" dt="2026-08-21T01:33:43.897" v="158" actId="478"/>
          <ac:picMkLst>
            <pc:docMk/>
            <pc:sldMk cId="0" sldId="261"/>
            <ac:picMk id="36" creationId="{AA3AB50F-C332-5EBF-3F8C-2A42BF200032}"/>
          </ac:picMkLst>
        </pc:picChg>
        <pc:picChg chg="add mod modCrop">
          <ac:chgData name="musukie52@gmail.com" userId="017bd91f96aa8751" providerId="LiveId" clId="{5B2C3894-F97E-4CAB-8812-5BB4D83AAC6A}" dt="2026-08-21T01:51:43.144" v="1000"/>
          <ac:picMkLst>
            <pc:docMk/>
            <pc:sldMk cId="0" sldId="261"/>
            <ac:picMk id="58" creationId="{291BD5B3-ACA1-F5B6-91A2-B14414FB0B4F}"/>
          </ac:picMkLst>
        </pc:picChg>
        <pc:picChg chg="add mod modCrop">
          <ac:chgData name="musukie52@gmail.com" userId="017bd91f96aa8751" providerId="LiveId" clId="{5B2C3894-F97E-4CAB-8812-5BB4D83AAC6A}" dt="2026-08-21T01:51:47.957" v="1001"/>
          <ac:picMkLst>
            <pc:docMk/>
            <pc:sldMk cId="0" sldId="261"/>
            <ac:picMk id="60" creationId="{DD072E18-2141-9455-8635-ECC5BCEDFC72}"/>
          </ac:picMkLst>
        </pc:picChg>
        <pc:picChg chg="add mod modCrop">
          <ac:chgData name="musukie52@gmail.com" userId="017bd91f96aa8751" providerId="LiveId" clId="{5B2C3894-F97E-4CAB-8812-5BB4D83AAC6A}" dt="2026-08-21T01:51:52.466" v="1002"/>
          <ac:picMkLst>
            <pc:docMk/>
            <pc:sldMk cId="0" sldId="261"/>
            <ac:picMk id="62" creationId="{3A90948D-2BC3-3E5A-7DDD-2A4A9EF7A9CB}"/>
          </ac:picMkLst>
        </pc:picChg>
        <pc:picChg chg="add mod modCrop">
          <ac:chgData name="musukie52@gmail.com" userId="017bd91f96aa8751" providerId="LiveId" clId="{5B2C3894-F97E-4CAB-8812-5BB4D83AAC6A}" dt="2026-08-21T01:51:38.339" v="999"/>
          <ac:picMkLst>
            <pc:docMk/>
            <pc:sldMk cId="0" sldId="261"/>
            <ac:picMk id="64" creationId="{F2CDF7D3-7F22-4780-63EF-023FF472C8A0}"/>
          </ac:picMkLst>
        </pc:picChg>
        <pc:picChg chg="add mod modCrop">
          <ac:chgData name="musukie52@gmail.com" userId="017bd91f96aa8751" providerId="LiveId" clId="{5B2C3894-F97E-4CAB-8812-5BB4D83AAC6A}" dt="2026-08-21T01:51:25.522" v="998"/>
          <ac:picMkLst>
            <pc:docMk/>
            <pc:sldMk cId="0" sldId="261"/>
            <ac:picMk id="66" creationId="{033D7E85-5025-13AB-4090-E207DFD50139}"/>
          </ac:picMkLst>
        </pc:picChg>
        <pc:picChg chg="add mod modCrop">
          <ac:chgData name="musukie52@gmail.com" userId="017bd91f96aa8751" providerId="LiveId" clId="{5B2C3894-F97E-4CAB-8812-5BB4D83AAC6A}" dt="2026-08-21T01:51:19.353" v="997"/>
          <ac:picMkLst>
            <pc:docMk/>
            <pc:sldMk cId="0" sldId="261"/>
            <ac:picMk id="68" creationId="{8C74A719-E0D0-F750-1077-ECDD4AA45F15}"/>
          </ac:picMkLst>
        </pc:picChg>
        <pc:picChg chg="add del mod">
          <ac:chgData name="musukie52@gmail.com" userId="017bd91f96aa8751" providerId="LiveId" clId="{5B2C3894-F97E-4CAB-8812-5BB4D83AAC6A}" dt="2026-08-21T01:52:22.926" v="1007" actId="478"/>
          <ac:picMkLst>
            <pc:docMk/>
            <pc:sldMk cId="0" sldId="261"/>
            <ac:picMk id="72" creationId="{5BDBC25F-7EC9-6E4B-4C51-184DDDC35D00}"/>
          </ac:picMkLst>
        </pc:picChg>
        <pc:picChg chg="add del mod">
          <ac:chgData name="musukie52@gmail.com" userId="017bd91f96aa8751" providerId="LiveId" clId="{5B2C3894-F97E-4CAB-8812-5BB4D83AAC6A}" dt="2026-08-21T01:54:33.418" v="1061" actId="478"/>
          <ac:picMkLst>
            <pc:docMk/>
            <pc:sldMk cId="0" sldId="261"/>
            <ac:picMk id="93" creationId="{EA4CC35D-CF3B-C5E2-4144-F081448FF62D}"/>
          </ac:picMkLst>
        </pc:picChg>
        <pc:cxnChg chg="add mod">
          <ac:chgData name="musukie52@gmail.com" userId="017bd91f96aa8751" providerId="LiveId" clId="{5B2C3894-F97E-4CAB-8812-5BB4D83AAC6A}" dt="2026-08-21T01:52:33.269" v="1008" actId="692"/>
          <ac:cxnSpMkLst>
            <pc:docMk/>
            <pc:sldMk cId="0" sldId="261"/>
            <ac:cxnSpMk id="70" creationId="{04596911-C158-B022-97DC-14C6E6799DBB}"/>
          </ac:cxnSpMkLst>
        </pc:cxnChg>
        <pc:cxnChg chg="add mod">
          <ac:chgData name="musukie52@gmail.com" userId="017bd91f96aa8751" providerId="LiveId" clId="{5B2C3894-F97E-4CAB-8812-5BB4D83AAC6A}" dt="2026-08-21T01:52:42.719" v="1011" actId="14100"/>
          <ac:cxnSpMkLst>
            <pc:docMk/>
            <pc:sldMk cId="0" sldId="261"/>
            <ac:cxnSpMk id="73" creationId="{2DB12B20-3395-8983-2C1D-FECAD4F823AB}"/>
          </ac:cxnSpMkLst>
        </pc:cxnChg>
        <pc:cxnChg chg="add del mod">
          <ac:chgData name="musukie52@gmail.com" userId="017bd91f96aa8751" providerId="LiveId" clId="{5B2C3894-F97E-4CAB-8812-5BB4D83AAC6A}" dt="2026-08-21T01:52:50.220" v="1015" actId="478"/>
          <ac:cxnSpMkLst>
            <pc:docMk/>
            <pc:sldMk cId="0" sldId="261"/>
            <ac:cxnSpMk id="76" creationId="{9170A6AC-D4F7-C4F3-340D-B0AC216D231F}"/>
          </ac:cxnSpMkLst>
        </pc:cxnChg>
        <pc:cxnChg chg="add mod">
          <ac:chgData name="musukie52@gmail.com" userId="017bd91f96aa8751" providerId="LiveId" clId="{5B2C3894-F97E-4CAB-8812-5BB4D83AAC6A}" dt="2026-08-21T01:52:55.609" v="1018" actId="14100"/>
          <ac:cxnSpMkLst>
            <pc:docMk/>
            <pc:sldMk cId="0" sldId="261"/>
            <ac:cxnSpMk id="79" creationId="{6982C9CE-4BC8-C99D-AEBF-FAF15F620EFA}"/>
          </ac:cxnSpMkLst>
        </pc:cxnChg>
        <pc:cxnChg chg="add mod">
          <ac:chgData name="musukie52@gmail.com" userId="017bd91f96aa8751" providerId="LiveId" clId="{5B2C3894-F97E-4CAB-8812-5BB4D83AAC6A}" dt="2026-08-21T01:53:01.945" v="1021" actId="14100"/>
          <ac:cxnSpMkLst>
            <pc:docMk/>
            <pc:sldMk cId="0" sldId="261"/>
            <ac:cxnSpMk id="82" creationId="{94D97A00-5701-0214-74A7-C91A4926DD4B}"/>
          </ac:cxnSpMkLst>
        </pc:cxnChg>
        <pc:cxnChg chg="add mod">
          <ac:chgData name="musukie52@gmail.com" userId="017bd91f96aa8751" providerId="LiveId" clId="{5B2C3894-F97E-4CAB-8812-5BB4D83AAC6A}" dt="2026-08-21T01:53:18.962" v="1024" actId="692"/>
          <ac:cxnSpMkLst>
            <pc:docMk/>
            <pc:sldMk cId="0" sldId="261"/>
            <ac:cxnSpMk id="86" creationId="{406A74F2-3EB2-7361-0327-420234EC38FD}"/>
          </ac:cxnSpMkLst>
        </pc:cxnChg>
        <pc:cxnChg chg="add mod">
          <ac:chgData name="musukie52@gmail.com" userId="017bd91f96aa8751" providerId="LiveId" clId="{5B2C3894-F97E-4CAB-8812-5BB4D83AAC6A}" dt="2026-08-21T01:53:25.881" v="1028" actId="14100"/>
          <ac:cxnSpMkLst>
            <pc:docMk/>
            <pc:sldMk cId="0" sldId="261"/>
            <ac:cxnSpMk id="87" creationId="{13383993-27AF-E3ED-BDCD-4992AD51904A}"/>
          </ac:cxnSpMkLst>
        </pc:cxnChg>
        <pc:cxnChg chg="add mod">
          <ac:chgData name="musukie52@gmail.com" userId="017bd91f96aa8751" providerId="LiveId" clId="{5B2C3894-F97E-4CAB-8812-5BB4D83AAC6A}" dt="2026-08-21T01:55:10.897" v="1067" actId="1076"/>
          <ac:cxnSpMkLst>
            <pc:docMk/>
            <pc:sldMk cId="0" sldId="261"/>
            <ac:cxnSpMk id="95" creationId="{D6DCC243-CBD6-6D33-55AB-DF58219635E0}"/>
          </ac:cxnSpMkLst>
        </pc:cxnChg>
        <pc:cxnChg chg="add mod">
          <ac:chgData name="musukie52@gmail.com" userId="017bd91f96aa8751" providerId="LiveId" clId="{5B2C3894-F97E-4CAB-8812-5BB4D83AAC6A}" dt="2026-08-21T01:55:18.905" v="1071" actId="1076"/>
          <ac:cxnSpMkLst>
            <pc:docMk/>
            <pc:sldMk cId="0" sldId="261"/>
            <ac:cxnSpMk id="97" creationId="{7C264382-048F-52F2-AC2B-97C74AABC82C}"/>
          </ac:cxnSpMkLst>
        </pc:cxnChg>
        <pc:cxnChg chg="add del mod">
          <ac:chgData name="musukie52@gmail.com" userId="017bd91f96aa8751" providerId="LiveId" clId="{5B2C3894-F97E-4CAB-8812-5BB4D83AAC6A}" dt="2026-08-21T01:58:14.242" v="1140" actId="478"/>
          <ac:cxnSpMkLst>
            <pc:docMk/>
            <pc:sldMk cId="0" sldId="261"/>
            <ac:cxnSpMk id="98" creationId="{7B2B85B4-826F-304E-4197-7AF437EA5664}"/>
          </ac:cxnSpMkLst>
        </pc:cxnChg>
        <pc:cxnChg chg="add mod">
          <ac:chgData name="musukie52@gmail.com" userId="017bd91f96aa8751" providerId="LiveId" clId="{5B2C3894-F97E-4CAB-8812-5BB4D83AAC6A}" dt="2026-08-21T01:56:39.425" v="1116" actId="1035"/>
          <ac:cxnSpMkLst>
            <pc:docMk/>
            <pc:sldMk cId="0" sldId="261"/>
            <ac:cxnSpMk id="103" creationId="{E3CF15C4-8197-1197-1251-74B3D5B7B83A}"/>
          </ac:cxnSpMkLst>
        </pc:cxnChg>
        <pc:cxnChg chg="add mod">
          <ac:chgData name="musukie52@gmail.com" userId="017bd91f96aa8751" providerId="LiveId" clId="{5B2C3894-F97E-4CAB-8812-5BB4D83AAC6A}" dt="2026-08-21T01:56:30.334" v="1103" actId="1036"/>
          <ac:cxnSpMkLst>
            <pc:docMk/>
            <pc:sldMk cId="0" sldId="261"/>
            <ac:cxnSpMk id="108" creationId="{A587F600-7BB5-75DA-C506-2FFEB8E15E98}"/>
          </ac:cxnSpMkLst>
        </pc:cxnChg>
        <pc:cxnChg chg="add mod">
          <ac:chgData name="musukie52@gmail.com" userId="017bd91f96aa8751" providerId="LiveId" clId="{5B2C3894-F97E-4CAB-8812-5BB4D83AAC6A}" dt="2026-08-21T01:58:02.279" v="1136" actId="14100"/>
          <ac:cxnSpMkLst>
            <pc:docMk/>
            <pc:sldMk cId="0" sldId="261"/>
            <ac:cxnSpMk id="109" creationId="{E54420EB-DFA0-847F-41C6-395F412C1131}"/>
          </ac:cxnSpMkLst>
        </pc:cxnChg>
        <pc:cxnChg chg="add mod">
          <ac:chgData name="musukie52@gmail.com" userId="017bd91f96aa8751" providerId="LiveId" clId="{5B2C3894-F97E-4CAB-8812-5BB4D83AAC6A}" dt="2026-08-21T01:58:11.005" v="1139" actId="1035"/>
          <ac:cxnSpMkLst>
            <pc:docMk/>
            <pc:sldMk cId="0" sldId="261"/>
            <ac:cxnSpMk id="114" creationId="{6E232484-13C6-28D0-059D-5F6A41693C80}"/>
          </ac:cxnSpMkLst>
        </pc:cxnChg>
      </pc:sldChg>
      <pc:sldChg chg="addSp delSp mod">
        <pc:chgData name="musukie52@gmail.com" userId="017bd91f96aa8751" providerId="LiveId" clId="{5B2C3894-F97E-4CAB-8812-5BB4D83AAC6A}" dt="2026-08-21T00:56:29.496" v="48" actId="478"/>
        <pc:sldMkLst>
          <pc:docMk/>
          <pc:sldMk cId="0" sldId="262"/>
        </pc:sldMkLst>
        <pc:spChg chg="del">
          <ac:chgData name="musukie52@gmail.com" userId="017bd91f96aa8751" providerId="LiveId" clId="{5B2C3894-F97E-4CAB-8812-5BB4D83AAC6A}" dt="2026-08-21T00:56:13.972" v="40" actId="478"/>
          <ac:spMkLst>
            <pc:docMk/>
            <pc:sldMk cId="0" sldId="262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29.496" v="48" actId="478"/>
          <ac:spMkLst>
            <pc:docMk/>
            <pc:sldMk cId="0" sldId="262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14.300" v="41" actId="22"/>
          <ac:spMkLst>
            <pc:docMk/>
            <pc:sldMk cId="0" sldId="262"/>
            <ac:spMk id="26" creationId="{3D8B8B55-2C9F-293B-5668-CE0CB185F337}"/>
          </ac:spMkLst>
        </pc:spChg>
      </pc:sldChg>
      <pc:sldChg chg="addSp delSp mod">
        <pc:chgData name="musukie52@gmail.com" userId="017bd91f96aa8751" providerId="LiveId" clId="{5B2C3894-F97E-4CAB-8812-5BB4D83AAC6A}" dt="2026-08-21T00:56:27.134" v="47" actId="478"/>
        <pc:sldMkLst>
          <pc:docMk/>
          <pc:sldMk cId="0" sldId="263"/>
        </pc:sldMkLst>
        <pc:spChg chg="del">
          <ac:chgData name="musukie52@gmail.com" userId="017bd91f96aa8751" providerId="LiveId" clId="{5B2C3894-F97E-4CAB-8812-5BB4D83AAC6A}" dt="2026-08-21T00:56:18.449" v="42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27.134" v="47" actId="478"/>
          <ac:spMkLst>
            <pc:docMk/>
            <pc:sldMk cId="0" sldId="263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18.858" v="43" actId="22"/>
          <ac:spMkLst>
            <pc:docMk/>
            <pc:sldMk cId="0" sldId="263"/>
            <ac:spMk id="18" creationId="{060DA811-987C-4413-2EBE-BCB4875152C1}"/>
          </ac:spMkLst>
        </pc:spChg>
      </pc:sldChg>
      <pc:sldChg chg="addSp delSp mod">
        <pc:chgData name="musukie52@gmail.com" userId="017bd91f96aa8751" providerId="LiveId" clId="{5B2C3894-F97E-4CAB-8812-5BB4D83AAC6A}" dt="2026-08-21T00:56:24.555" v="46" actId="478"/>
        <pc:sldMkLst>
          <pc:docMk/>
          <pc:sldMk cId="0" sldId="264"/>
        </pc:sldMkLst>
        <pc:spChg chg="del">
          <ac:chgData name="musukie52@gmail.com" userId="017bd91f96aa8751" providerId="LiveId" clId="{5B2C3894-F97E-4CAB-8812-5BB4D83AAC6A}" dt="2026-08-21T00:56:21.458" v="44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24.555" v="46" actId="478"/>
          <ac:spMkLst>
            <pc:docMk/>
            <pc:sldMk cId="0" sldId="264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21.725" v="45" actId="22"/>
          <ac:spMkLst>
            <pc:docMk/>
            <pc:sldMk cId="0" sldId="264"/>
            <ac:spMk id="58" creationId="{8EA4585D-3501-D85C-9FFC-DB105A22B7CB}"/>
          </ac:spMkLst>
        </pc:spChg>
      </pc:sldChg>
      <pc:sldChg chg="addSp delSp mod">
        <pc:chgData name="musukie52@gmail.com" userId="017bd91f96aa8751" providerId="LiveId" clId="{5B2C3894-F97E-4CAB-8812-5BB4D83AAC6A}" dt="2026-08-21T00:56:51.118" v="52" actId="22"/>
        <pc:sldMkLst>
          <pc:docMk/>
          <pc:sldMk cId="0" sldId="265"/>
        </pc:sldMkLst>
        <pc:spChg chg="del">
          <ac:chgData name="musukie52@gmail.com" userId="017bd91f96aa8751" providerId="LiveId" clId="{5B2C3894-F97E-4CAB-8812-5BB4D83AAC6A}" dt="2026-08-21T00:56:48.584" v="50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49.926" v="51" actId="478"/>
          <ac:spMkLst>
            <pc:docMk/>
            <pc:sldMk cId="0" sldId="265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51.118" v="52" actId="22"/>
          <ac:spMkLst>
            <pc:docMk/>
            <pc:sldMk cId="0" sldId="265"/>
            <ac:spMk id="26" creationId="{D83B7CC3-7B33-1CBC-2530-EEB2FD25F0A1}"/>
          </ac:spMkLst>
        </pc:spChg>
      </pc:sldChg>
      <pc:sldChg chg="addSp delSp mod">
        <pc:chgData name="musukie52@gmail.com" userId="017bd91f96aa8751" providerId="LiveId" clId="{5B2C3894-F97E-4CAB-8812-5BB4D83AAC6A}" dt="2026-08-21T00:56:55.104" v="54" actId="22"/>
        <pc:sldMkLst>
          <pc:docMk/>
          <pc:sldMk cId="0" sldId="266"/>
        </pc:sldMkLst>
        <pc:spChg chg="del">
          <ac:chgData name="musukie52@gmail.com" userId="017bd91f96aa8751" providerId="LiveId" clId="{5B2C3894-F97E-4CAB-8812-5BB4D83AAC6A}" dt="2026-08-21T00:56:54.804" v="53" actId="478"/>
          <ac:spMkLst>
            <pc:docMk/>
            <pc:sldMk cId="0" sldId="266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54.804" v="53" actId="478"/>
          <ac:spMkLst>
            <pc:docMk/>
            <pc:sldMk cId="0" sldId="266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55.104" v="54" actId="22"/>
          <ac:spMkLst>
            <pc:docMk/>
            <pc:sldMk cId="0" sldId="266"/>
            <ac:spMk id="26" creationId="{AF96F3D0-5892-3647-7628-427147C846C7}"/>
          </ac:spMkLst>
        </pc:spChg>
      </pc:sldChg>
      <pc:sldChg chg="addSp delSp mod">
        <pc:chgData name="musukie52@gmail.com" userId="017bd91f96aa8751" providerId="LiveId" clId="{5B2C3894-F97E-4CAB-8812-5BB4D83AAC6A}" dt="2026-08-21T00:56:58.846" v="56" actId="22"/>
        <pc:sldMkLst>
          <pc:docMk/>
          <pc:sldMk cId="0" sldId="267"/>
        </pc:sldMkLst>
        <pc:spChg chg="del">
          <ac:chgData name="musukie52@gmail.com" userId="017bd91f96aa8751" providerId="LiveId" clId="{5B2C3894-F97E-4CAB-8812-5BB4D83AAC6A}" dt="2026-08-21T00:56:58.582" v="55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58.582" v="55" actId="478"/>
          <ac:spMkLst>
            <pc:docMk/>
            <pc:sldMk cId="0" sldId="267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58.846" v="56" actId="22"/>
          <ac:spMkLst>
            <pc:docMk/>
            <pc:sldMk cId="0" sldId="267"/>
            <ac:spMk id="26" creationId="{88E20C60-ED14-8141-BB0C-45D2CE121983}"/>
          </ac:spMkLst>
        </pc:spChg>
      </pc:sldChg>
      <pc:sldChg chg="addSp delSp mod">
        <pc:chgData name="musukie52@gmail.com" userId="017bd91f96aa8751" providerId="LiveId" clId="{5B2C3894-F97E-4CAB-8812-5BB4D83AAC6A}" dt="2026-08-21T00:57:02.752" v="58" actId="22"/>
        <pc:sldMkLst>
          <pc:docMk/>
          <pc:sldMk cId="0" sldId="268"/>
        </pc:sldMkLst>
        <pc:spChg chg="del">
          <ac:chgData name="musukie52@gmail.com" userId="017bd91f96aa8751" providerId="LiveId" clId="{5B2C3894-F97E-4CAB-8812-5BB4D83AAC6A}" dt="2026-08-21T00:57:02.457" v="57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02.457" v="57" actId="478"/>
          <ac:spMkLst>
            <pc:docMk/>
            <pc:sldMk cId="0" sldId="268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02.752" v="58" actId="22"/>
          <ac:spMkLst>
            <pc:docMk/>
            <pc:sldMk cId="0" sldId="268"/>
            <ac:spMk id="60" creationId="{B1F5ED6E-74CC-686F-E877-ED6013A8A6D0}"/>
          </ac:spMkLst>
        </pc:spChg>
      </pc:sldChg>
      <pc:sldChg chg="addSp delSp mod">
        <pc:chgData name="musukie52@gmail.com" userId="017bd91f96aa8751" providerId="LiveId" clId="{5B2C3894-F97E-4CAB-8812-5BB4D83AAC6A}" dt="2026-08-21T00:57:06.670" v="60" actId="22"/>
        <pc:sldMkLst>
          <pc:docMk/>
          <pc:sldMk cId="0" sldId="269"/>
        </pc:sldMkLst>
        <pc:spChg chg="del">
          <ac:chgData name="musukie52@gmail.com" userId="017bd91f96aa8751" providerId="LiveId" clId="{5B2C3894-F97E-4CAB-8812-5BB4D83AAC6A}" dt="2026-08-21T00:57:06.449" v="59" actId="478"/>
          <ac:spMkLst>
            <pc:docMk/>
            <pc:sldMk cId="0" sldId="269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06.449" v="59" actId="478"/>
          <ac:spMkLst>
            <pc:docMk/>
            <pc:sldMk cId="0" sldId="269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06.670" v="60" actId="22"/>
          <ac:spMkLst>
            <pc:docMk/>
            <pc:sldMk cId="0" sldId="269"/>
            <ac:spMk id="59" creationId="{94741AF7-6C3E-8A1B-A517-C9806A80AD13}"/>
          </ac:spMkLst>
        </pc:spChg>
      </pc:sldChg>
      <pc:sldChg chg="addSp delSp mod">
        <pc:chgData name="musukie52@gmail.com" userId="017bd91f96aa8751" providerId="LiveId" clId="{5B2C3894-F97E-4CAB-8812-5BB4D83AAC6A}" dt="2026-08-21T00:57:10.383" v="62" actId="22"/>
        <pc:sldMkLst>
          <pc:docMk/>
          <pc:sldMk cId="0" sldId="270"/>
        </pc:sldMkLst>
        <pc:spChg chg="del">
          <ac:chgData name="musukie52@gmail.com" userId="017bd91f96aa8751" providerId="LiveId" clId="{5B2C3894-F97E-4CAB-8812-5BB4D83AAC6A}" dt="2026-08-21T00:57:10.104" v="61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10.104" v="61" actId="478"/>
          <ac:spMkLst>
            <pc:docMk/>
            <pc:sldMk cId="0" sldId="270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10.383" v="62" actId="22"/>
          <ac:spMkLst>
            <pc:docMk/>
            <pc:sldMk cId="0" sldId="270"/>
            <ac:spMk id="60" creationId="{4F3D183F-562D-F09C-3387-6A635C9E756E}"/>
          </ac:spMkLst>
        </pc:spChg>
      </pc:sldChg>
      <pc:sldChg chg="addSp delSp mod">
        <pc:chgData name="musukie52@gmail.com" userId="017bd91f96aa8751" providerId="LiveId" clId="{5B2C3894-F97E-4CAB-8812-5BB4D83AAC6A}" dt="2026-08-21T00:57:13.783" v="64" actId="22"/>
        <pc:sldMkLst>
          <pc:docMk/>
          <pc:sldMk cId="0" sldId="271"/>
        </pc:sldMkLst>
        <pc:spChg chg="del">
          <ac:chgData name="musukie52@gmail.com" userId="017bd91f96aa8751" providerId="LiveId" clId="{5B2C3894-F97E-4CAB-8812-5BB4D83AAC6A}" dt="2026-08-21T00:57:13.498" v="63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13.498" v="63" actId="478"/>
          <ac:spMkLst>
            <pc:docMk/>
            <pc:sldMk cId="0" sldId="271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13.783" v="64" actId="22"/>
          <ac:spMkLst>
            <pc:docMk/>
            <pc:sldMk cId="0" sldId="271"/>
            <ac:spMk id="19" creationId="{42C58478-F7D8-8FA9-C0EE-3CD8BB991D4D}"/>
          </ac:spMkLst>
        </pc:spChg>
      </pc:sldChg>
      <pc:sldChg chg="addSp delSp mod">
        <pc:chgData name="musukie52@gmail.com" userId="017bd91f96aa8751" providerId="LiveId" clId="{5B2C3894-F97E-4CAB-8812-5BB4D83AAC6A}" dt="2026-08-21T00:57:17.674" v="66" actId="22"/>
        <pc:sldMkLst>
          <pc:docMk/>
          <pc:sldMk cId="0" sldId="272"/>
        </pc:sldMkLst>
        <pc:spChg chg="del">
          <ac:chgData name="musukie52@gmail.com" userId="017bd91f96aa8751" providerId="LiveId" clId="{5B2C3894-F97E-4CAB-8812-5BB4D83AAC6A}" dt="2026-08-21T00:57:17.413" v="65" actId="478"/>
          <ac:spMkLst>
            <pc:docMk/>
            <pc:sldMk cId="0" sldId="272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17.413" v="65" actId="478"/>
          <ac:spMkLst>
            <pc:docMk/>
            <pc:sldMk cId="0" sldId="272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17.674" v="66" actId="22"/>
          <ac:spMkLst>
            <pc:docMk/>
            <pc:sldMk cId="0" sldId="272"/>
            <ac:spMk id="25" creationId="{07E7DB68-DDCE-D5DC-2ACD-07ACAA436ABA}"/>
          </ac:spMkLst>
        </pc:spChg>
      </pc:sldChg>
      <pc:sldChg chg="addSp delSp mod">
        <pc:chgData name="musukie52@gmail.com" userId="017bd91f96aa8751" providerId="LiveId" clId="{5B2C3894-F97E-4CAB-8812-5BB4D83AAC6A}" dt="2026-08-21T00:57:21.448" v="68" actId="22"/>
        <pc:sldMkLst>
          <pc:docMk/>
          <pc:sldMk cId="0" sldId="273"/>
        </pc:sldMkLst>
        <pc:spChg chg="del">
          <ac:chgData name="musukie52@gmail.com" userId="017bd91f96aa8751" providerId="LiveId" clId="{5B2C3894-F97E-4CAB-8812-5BB4D83AAC6A}" dt="2026-08-21T00:57:21.201" v="67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21.201" v="67" actId="478"/>
          <ac:spMkLst>
            <pc:docMk/>
            <pc:sldMk cId="0" sldId="273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21.448" v="68" actId="22"/>
          <ac:spMkLst>
            <pc:docMk/>
            <pc:sldMk cId="0" sldId="273"/>
            <ac:spMk id="28" creationId="{182BC53A-1753-22A2-1590-6901CD569812}"/>
          </ac:spMkLst>
        </pc:spChg>
      </pc:sldChg>
      <pc:sldChg chg="addSp delSp mod">
        <pc:chgData name="musukie52@gmail.com" userId="017bd91f96aa8751" providerId="LiveId" clId="{5B2C3894-F97E-4CAB-8812-5BB4D83AAC6A}" dt="2026-08-21T00:57:24.898" v="70" actId="22"/>
        <pc:sldMkLst>
          <pc:docMk/>
          <pc:sldMk cId="0" sldId="274"/>
        </pc:sldMkLst>
        <pc:spChg chg="del">
          <ac:chgData name="musukie52@gmail.com" userId="017bd91f96aa8751" providerId="LiveId" clId="{5B2C3894-F97E-4CAB-8812-5BB4D83AAC6A}" dt="2026-08-21T00:57:24.567" v="69" actId="478"/>
          <ac:spMkLst>
            <pc:docMk/>
            <pc:sldMk cId="0" sldId="274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24.567" v="69" actId="478"/>
          <ac:spMkLst>
            <pc:docMk/>
            <pc:sldMk cId="0" sldId="274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24.898" v="70" actId="22"/>
          <ac:spMkLst>
            <pc:docMk/>
            <pc:sldMk cId="0" sldId="274"/>
            <ac:spMk id="20" creationId="{ACA5B81F-415E-B310-AE2E-A887C0EB3873}"/>
          </ac:spMkLst>
        </pc:spChg>
      </pc:sldChg>
      <pc:sldChg chg="addSp delSp mod">
        <pc:chgData name="musukie52@gmail.com" userId="017bd91f96aa8751" providerId="LiveId" clId="{5B2C3894-F97E-4CAB-8812-5BB4D83AAC6A}" dt="2026-08-21T00:57:28.531" v="72" actId="22"/>
        <pc:sldMkLst>
          <pc:docMk/>
          <pc:sldMk cId="0" sldId="275"/>
        </pc:sldMkLst>
        <pc:spChg chg="del">
          <ac:chgData name="musukie52@gmail.com" userId="017bd91f96aa8751" providerId="LiveId" clId="{5B2C3894-F97E-4CAB-8812-5BB4D83AAC6A}" dt="2026-08-21T00:57:28.327" v="71" actId="478"/>
          <ac:spMkLst>
            <pc:docMk/>
            <pc:sldMk cId="0" sldId="275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28.327" v="71" actId="478"/>
          <ac:spMkLst>
            <pc:docMk/>
            <pc:sldMk cId="0" sldId="275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28.531" v="72" actId="22"/>
          <ac:spMkLst>
            <pc:docMk/>
            <pc:sldMk cId="0" sldId="275"/>
            <ac:spMk id="32" creationId="{BB49F997-7E81-AA9C-1850-B32D6F87EC9A}"/>
          </ac:spMkLst>
        </pc:spChg>
      </pc:sldChg>
      <pc:sldChg chg="addSp delSp mod">
        <pc:chgData name="musukie52@gmail.com" userId="017bd91f96aa8751" providerId="LiveId" clId="{5B2C3894-F97E-4CAB-8812-5BB4D83AAC6A}" dt="2026-08-21T00:57:32.094" v="74" actId="22"/>
        <pc:sldMkLst>
          <pc:docMk/>
          <pc:sldMk cId="0" sldId="276"/>
        </pc:sldMkLst>
        <pc:spChg chg="del">
          <ac:chgData name="musukie52@gmail.com" userId="017bd91f96aa8751" providerId="LiveId" clId="{5B2C3894-F97E-4CAB-8812-5BB4D83AAC6A}" dt="2026-08-21T00:57:31.879" v="73" actId="478"/>
          <ac:spMkLst>
            <pc:docMk/>
            <pc:sldMk cId="0" sldId="276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31.879" v="73" actId="478"/>
          <ac:spMkLst>
            <pc:docMk/>
            <pc:sldMk cId="0" sldId="276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32.094" v="74" actId="22"/>
          <ac:spMkLst>
            <pc:docMk/>
            <pc:sldMk cId="0" sldId="276"/>
            <ac:spMk id="27" creationId="{E36D72B5-D30E-95DB-3446-C8677018FD51}"/>
          </ac:spMkLst>
        </pc:spChg>
      </pc:sldChg>
      <pc:sldChg chg="addSp delSp mod">
        <pc:chgData name="musukie52@gmail.com" userId="017bd91f96aa8751" providerId="LiveId" clId="{5B2C3894-F97E-4CAB-8812-5BB4D83AAC6A}" dt="2026-08-21T00:57:35.272" v="76" actId="22"/>
        <pc:sldMkLst>
          <pc:docMk/>
          <pc:sldMk cId="0" sldId="277"/>
        </pc:sldMkLst>
        <pc:spChg chg="del">
          <ac:chgData name="musukie52@gmail.com" userId="017bd91f96aa8751" providerId="LiveId" clId="{5B2C3894-F97E-4CAB-8812-5BB4D83AAC6A}" dt="2026-08-21T00:57:35.042" v="75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35.042" v="75" actId="478"/>
          <ac:spMkLst>
            <pc:docMk/>
            <pc:sldMk cId="0" sldId="277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35.272" v="76" actId="22"/>
          <ac:spMkLst>
            <pc:docMk/>
            <pc:sldMk cId="0" sldId="277"/>
            <ac:spMk id="24" creationId="{52F61504-94C8-D4BC-6154-7612DD018C2F}"/>
          </ac:spMkLst>
        </pc:spChg>
      </pc:sldChg>
      <pc:sldChg chg="addSp delSp mod">
        <pc:chgData name="musukie52@gmail.com" userId="017bd91f96aa8751" providerId="LiveId" clId="{5B2C3894-F97E-4CAB-8812-5BB4D83AAC6A}" dt="2026-08-21T00:57:39.265" v="78" actId="22"/>
        <pc:sldMkLst>
          <pc:docMk/>
          <pc:sldMk cId="0" sldId="278"/>
        </pc:sldMkLst>
        <pc:spChg chg="del">
          <ac:chgData name="musukie52@gmail.com" userId="017bd91f96aa8751" providerId="LiveId" clId="{5B2C3894-F97E-4CAB-8812-5BB4D83AAC6A}" dt="2026-08-21T00:57:38.435" v="77" actId="478"/>
          <ac:spMkLst>
            <pc:docMk/>
            <pc:sldMk cId="0" sldId="278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38.435" v="77" actId="478"/>
          <ac:spMkLst>
            <pc:docMk/>
            <pc:sldMk cId="0" sldId="278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39.265" v="78" actId="22"/>
          <ac:spMkLst>
            <pc:docMk/>
            <pc:sldMk cId="0" sldId="278"/>
            <ac:spMk id="27" creationId="{A8CA5EED-DC1F-31AF-98C3-4D03817D7CFB}"/>
          </ac:spMkLst>
        </pc:spChg>
      </pc:sldChg>
      <pc:sldChg chg="addSp delSp mod">
        <pc:chgData name="musukie52@gmail.com" userId="017bd91f96aa8751" providerId="LiveId" clId="{5B2C3894-F97E-4CAB-8812-5BB4D83AAC6A}" dt="2026-08-21T00:57:43.218" v="80" actId="22"/>
        <pc:sldMkLst>
          <pc:docMk/>
          <pc:sldMk cId="0" sldId="279"/>
        </pc:sldMkLst>
        <pc:spChg chg="del">
          <ac:chgData name="musukie52@gmail.com" userId="017bd91f96aa8751" providerId="LiveId" clId="{5B2C3894-F97E-4CAB-8812-5BB4D83AAC6A}" dt="2026-08-21T00:57:42.961" v="79" actId="478"/>
          <ac:spMkLst>
            <pc:docMk/>
            <pc:sldMk cId="0" sldId="279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42.961" v="79" actId="478"/>
          <ac:spMkLst>
            <pc:docMk/>
            <pc:sldMk cId="0" sldId="279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43.218" v="80" actId="22"/>
          <ac:spMkLst>
            <pc:docMk/>
            <pc:sldMk cId="0" sldId="279"/>
            <ac:spMk id="61" creationId="{8295371D-6A4D-FDAF-6B07-8858DD07B73E}"/>
          </ac:spMkLst>
        </pc:spChg>
      </pc:sldChg>
      <pc:sldChg chg="addSp delSp mod">
        <pc:chgData name="musukie52@gmail.com" userId="017bd91f96aa8751" providerId="LiveId" clId="{5B2C3894-F97E-4CAB-8812-5BB4D83AAC6A}" dt="2026-08-21T00:57:49.125" v="82" actId="22"/>
        <pc:sldMkLst>
          <pc:docMk/>
          <pc:sldMk cId="0" sldId="280"/>
        </pc:sldMkLst>
        <pc:spChg chg="del">
          <ac:chgData name="musukie52@gmail.com" userId="017bd91f96aa8751" providerId="LiveId" clId="{5B2C3894-F97E-4CAB-8812-5BB4D83AAC6A}" dt="2026-08-21T00:57:48.820" v="81" actId="478"/>
          <ac:spMkLst>
            <pc:docMk/>
            <pc:sldMk cId="0" sldId="280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48.820" v="81" actId="478"/>
          <ac:spMkLst>
            <pc:docMk/>
            <pc:sldMk cId="0" sldId="280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49.125" v="82" actId="22"/>
          <ac:spMkLst>
            <pc:docMk/>
            <pc:sldMk cId="0" sldId="280"/>
            <ac:spMk id="65" creationId="{EA346278-3E61-0BAB-9175-3926E5427F39}"/>
          </ac:spMkLst>
        </pc:spChg>
      </pc:sldChg>
      <pc:sldChg chg="addSp delSp mod">
        <pc:chgData name="musukie52@gmail.com" userId="017bd91f96aa8751" providerId="LiveId" clId="{5B2C3894-F97E-4CAB-8812-5BB4D83AAC6A}" dt="2026-08-21T00:57:52.699" v="84" actId="22"/>
        <pc:sldMkLst>
          <pc:docMk/>
          <pc:sldMk cId="0" sldId="281"/>
        </pc:sldMkLst>
        <pc:spChg chg="del">
          <ac:chgData name="musukie52@gmail.com" userId="017bd91f96aa8751" providerId="LiveId" clId="{5B2C3894-F97E-4CAB-8812-5BB4D83AAC6A}" dt="2026-08-21T00:57:52.417" v="83" actId="478"/>
          <ac:spMkLst>
            <pc:docMk/>
            <pc:sldMk cId="0" sldId="281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52.417" v="83" actId="478"/>
          <ac:spMkLst>
            <pc:docMk/>
            <pc:sldMk cId="0" sldId="281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52.699" v="84" actId="22"/>
          <ac:spMkLst>
            <pc:docMk/>
            <pc:sldMk cId="0" sldId="281"/>
            <ac:spMk id="51" creationId="{332DE997-2EDB-916D-4E19-680A7D42B7C6}"/>
          </ac:spMkLst>
        </pc:spChg>
      </pc:sldChg>
      <pc:sldChg chg="addSp mod">
        <pc:chgData name="musukie52@gmail.com" userId="017bd91f96aa8751" providerId="LiveId" clId="{5B2C3894-F97E-4CAB-8812-5BB4D83AAC6A}" dt="2026-08-21T00:57:55.479" v="85" actId="22"/>
        <pc:sldMkLst>
          <pc:docMk/>
          <pc:sldMk cId="2791453561" sldId="283"/>
        </pc:sldMkLst>
        <pc:spChg chg="add">
          <ac:chgData name="musukie52@gmail.com" userId="017bd91f96aa8751" providerId="LiveId" clId="{5B2C3894-F97E-4CAB-8812-5BB4D83AAC6A}" dt="2026-08-21T00:57:55.479" v="85" actId="22"/>
          <ac:spMkLst>
            <pc:docMk/>
            <pc:sldMk cId="2791453561" sldId="283"/>
            <ac:spMk id="3" creationId="{47215DFF-9C3A-3044-F949-D167D3FC40D4}"/>
          </ac:spMkLst>
        </pc:spChg>
      </pc:sldChg>
      <pc:sldChg chg="addSp mod">
        <pc:chgData name="musukie52@gmail.com" userId="017bd91f96aa8751" providerId="LiveId" clId="{5B2C3894-F97E-4CAB-8812-5BB4D83AAC6A}" dt="2026-08-21T00:57:58.199" v="86" actId="22"/>
        <pc:sldMkLst>
          <pc:docMk/>
          <pc:sldMk cId="4133204749" sldId="284"/>
        </pc:sldMkLst>
        <pc:spChg chg="add">
          <ac:chgData name="musukie52@gmail.com" userId="017bd91f96aa8751" providerId="LiveId" clId="{5B2C3894-F97E-4CAB-8812-5BB4D83AAC6A}" dt="2026-08-21T00:57:58.199" v="86" actId="22"/>
          <ac:spMkLst>
            <pc:docMk/>
            <pc:sldMk cId="4133204749" sldId="284"/>
            <ac:spMk id="3" creationId="{50C0C43F-4F9E-C3CF-9976-2816D70B007E}"/>
          </ac:spMkLst>
        </pc:spChg>
      </pc:sldChg>
      <pc:sldChg chg="addSp mod">
        <pc:chgData name="musukie52@gmail.com" userId="017bd91f96aa8751" providerId="LiveId" clId="{5B2C3894-F97E-4CAB-8812-5BB4D83AAC6A}" dt="2026-08-21T00:55:36.282" v="30" actId="22"/>
        <pc:sldMkLst>
          <pc:docMk/>
          <pc:sldMk cId="3519412499" sldId="286"/>
        </pc:sldMkLst>
        <pc:spChg chg="add">
          <ac:chgData name="musukie52@gmail.com" userId="017bd91f96aa8751" providerId="LiveId" clId="{5B2C3894-F97E-4CAB-8812-5BB4D83AAC6A}" dt="2026-08-21T00:55:36.282" v="30" actId="22"/>
          <ac:spMkLst>
            <pc:docMk/>
            <pc:sldMk cId="3519412499" sldId="286"/>
            <ac:spMk id="6" creationId="{933E56E3-20F9-8F47-F7BC-27A1392FCD99}"/>
          </ac:spMkLst>
        </pc:spChg>
      </pc:sldChg>
      <pc:sldChg chg="addSp mod">
        <pc:chgData name="musukie52@gmail.com" userId="017bd91f96aa8751" providerId="LiveId" clId="{5B2C3894-F97E-4CAB-8812-5BB4D83AAC6A}" dt="2026-08-21T00:55:42.445" v="31" actId="22"/>
        <pc:sldMkLst>
          <pc:docMk/>
          <pc:sldMk cId="2094766681" sldId="288"/>
        </pc:sldMkLst>
        <pc:spChg chg="add">
          <ac:chgData name="musukie52@gmail.com" userId="017bd91f96aa8751" providerId="LiveId" clId="{5B2C3894-F97E-4CAB-8812-5BB4D83AAC6A}" dt="2026-08-21T00:55:42.445" v="31" actId="22"/>
          <ac:spMkLst>
            <pc:docMk/>
            <pc:sldMk cId="2094766681" sldId="288"/>
            <ac:spMk id="4" creationId="{DC4F153E-4C00-593D-79C0-EFF9B8E7AD71}"/>
          </ac:spMkLst>
        </pc:spChg>
      </pc:sldChg>
      <pc:sldChg chg="addSp mod">
        <pc:chgData name="musukie52@gmail.com" userId="017bd91f96aa8751" providerId="LiveId" clId="{5B2C3894-F97E-4CAB-8812-5BB4D83AAC6A}" dt="2026-08-21T00:58:00.708" v="87" actId="22"/>
        <pc:sldMkLst>
          <pc:docMk/>
          <pc:sldMk cId="2745368227" sldId="289"/>
        </pc:sldMkLst>
        <pc:spChg chg="add">
          <ac:chgData name="musukie52@gmail.com" userId="017bd91f96aa8751" providerId="LiveId" clId="{5B2C3894-F97E-4CAB-8812-5BB4D83AAC6A}" dt="2026-08-21T00:58:00.708" v="87" actId="22"/>
          <ac:spMkLst>
            <pc:docMk/>
            <pc:sldMk cId="2745368227" sldId="289"/>
            <ac:spMk id="3" creationId="{9E95F95C-4891-BF37-4F04-CD637195C812}"/>
          </ac:spMkLst>
        </pc:spChg>
      </pc:sldChg>
      <pc:sldChg chg="addSp delSp modSp mod">
        <pc:chgData name="musukie52@gmail.com" userId="017bd91f96aa8751" providerId="LiveId" clId="{5B2C3894-F97E-4CAB-8812-5BB4D83AAC6A}" dt="2026-08-21T00:55:20.660" v="24" actId="21"/>
        <pc:sldMkLst>
          <pc:docMk/>
          <pc:sldMk cId="3457478672" sldId="290"/>
        </pc:sldMkLst>
        <pc:spChg chg="add del mod">
          <ac:chgData name="musukie52@gmail.com" userId="017bd91f96aa8751" providerId="LiveId" clId="{5B2C3894-F97E-4CAB-8812-5BB4D83AAC6A}" dt="2026-08-21T00:53:19.009" v="12" actId="478"/>
          <ac:spMkLst>
            <pc:docMk/>
            <pc:sldMk cId="3457478672" sldId="290"/>
            <ac:spMk id="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0:54:52.286" v="19" actId="1076"/>
          <ac:spMkLst>
            <pc:docMk/>
            <pc:sldMk cId="3457478672" sldId="290"/>
            <ac:spMk id="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0:54:52.286" v="19" actId="1076"/>
          <ac:spMkLst>
            <pc:docMk/>
            <pc:sldMk cId="3457478672" sldId="290"/>
            <ac:spMk id="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8" creationId="{29686696-0BD8-2894-B26B-0969496F53DC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0" creationId="{328889F6-24BF-7611-696F-40C6097CA9FD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2" creationId="{0F7F3586-6383-7E1D-E0BC-0D70C1CD462F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4" creationId="{585B103C-7C62-70E7-CC3F-6284D5AB95D4}"/>
          </ac:spMkLst>
        </pc:spChg>
        <pc:spChg chg="del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15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1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18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9" creationId="{E945157D-F436-B0F9-B07E-B5F74798C101}"/>
          </ac:spMkLst>
        </pc:spChg>
        <pc:spChg chg="del mod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2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21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2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24" creationId="{B267CD19-6C2B-DAD1-D667-BEAAD9EF993F}"/>
          </ac:spMkLst>
        </pc:spChg>
        <pc:spChg chg="mod">
          <ac:chgData name="musukie52@gmail.com" userId="017bd91f96aa8751" providerId="LiveId" clId="{5B2C3894-F97E-4CAB-8812-5BB4D83AAC6A}" dt="2026-08-21T00:54:57.930" v="20" actId="1076"/>
          <ac:spMkLst>
            <pc:docMk/>
            <pc:sldMk cId="3457478672" sldId="290"/>
            <ac:spMk id="25" creationId="{B6D3AF9E-875E-4858-BBA9-9E39BCF0DBEE}"/>
          </ac:spMkLst>
        </pc:spChg>
        <pc:spChg chg="mod">
          <ac:chgData name="musukie52@gmail.com" userId="017bd91f96aa8751" providerId="LiveId" clId="{5B2C3894-F97E-4CAB-8812-5BB4D83AAC6A}" dt="2026-08-21T00:54:57.930" v="20" actId="1076"/>
          <ac:spMkLst>
            <pc:docMk/>
            <pc:sldMk cId="3457478672" sldId="290"/>
            <ac:spMk id="26" creationId="{85A08BA1-DF56-44F5-923A-9C66FB3C06C7}"/>
          </ac:spMkLst>
        </pc:spChg>
        <pc:spChg chg="add del mod">
          <ac:chgData name="musukie52@gmail.com" userId="017bd91f96aa8751" providerId="LiveId" clId="{5B2C3894-F97E-4CAB-8812-5BB4D83AAC6A}" dt="2026-08-21T00:55:20.660" v="24" actId="21"/>
          <ac:spMkLst>
            <pc:docMk/>
            <pc:sldMk cId="3457478672" sldId="290"/>
            <ac:spMk id="28" creationId="{D84940B7-7711-4017-2876-07731C070034}"/>
          </ac:spMkLst>
        </pc:spChg>
        <pc:spChg chg="add del mod">
          <ac:chgData name="musukie52@gmail.com" userId="017bd91f96aa8751" providerId="LiveId" clId="{5B2C3894-F97E-4CAB-8812-5BB4D83AAC6A}" dt="2026-08-21T00:55:20.660" v="24" actId="21"/>
          <ac:spMkLst>
            <pc:docMk/>
            <pc:sldMk cId="3457478672" sldId="290"/>
            <ac:spMk id="30" creationId="{BC780254-4E24-CE7E-DE5B-5D1011F3FC27}"/>
          </ac:spMkLst>
        </pc:spChg>
      </pc:sldChg>
      <pc:sldChg chg="delSp add del mod">
        <pc:chgData name="musukie52@gmail.com" userId="017bd91f96aa8751" providerId="LiveId" clId="{5B2C3894-F97E-4CAB-8812-5BB4D83AAC6A}" dt="2026-08-21T01:00:55.786" v="116" actId="47"/>
        <pc:sldMkLst>
          <pc:docMk/>
          <pc:sldMk cId="0" sldId="291"/>
        </pc:sldMkLst>
        <pc:spChg chg="del">
          <ac:chgData name="musukie52@gmail.com" userId="017bd91f96aa8751" providerId="LiveId" clId="{5B2C3894-F97E-4CAB-8812-5BB4D83AAC6A}" dt="2026-08-21T00:59:59.813" v="99" actId="21"/>
          <ac:spMkLst>
            <pc:docMk/>
            <pc:sldMk cId="0" sldId="291"/>
            <ac:spMk id="1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3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3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3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3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3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3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4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4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4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0" sldId="291"/>
            <ac:spMk id="43" creationId="{00000000-0000-0000-0000-000000000000}"/>
          </ac:spMkLst>
        </pc:spChg>
      </pc:sldChg>
      <pc:sldChg chg="new">
        <pc:chgData name="musukie52@gmail.com" userId="017bd91f96aa8751" providerId="LiveId" clId="{5B2C3894-F97E-4CAB-8812-5BB4D83AAC6A}" dt="2026-08-21T01:58:19.443" v="1141" actId="680"/>
        <pc:sldMkLst>
          <pc:docMk/>
          <pc:sldMk cId="2437054674" sldId="291"/>
        </pc:sldMkLst>
      </pc:sldChg>
      <pc:sldMasterChg chg="delSldLayout">
        <pc:chgData name="musukie52@gmail.com" userId="017bd91f96aa8751" providerId="LiveId" clId="{5B2C3894-F97E-4CAB-8812-5BB4D83AAC6A}" dt="2026-08-21T01:00:55.786" v="116" actId="47"/>
        <pc:sldMasterMkLst>
          <pc:docMk/>
          <pc:sldMasterMk cId="0" sldId="2147483648"/>
        </pc:sldMasterMkLst>
        <pc:sldLayoutChg chg="del">
          <pc:chgData name="musukie52@gmail.com" userId="017bd91f96aa8751" providerId="LiveId" clId="{5B2C3894-F97E-4CAB-8812-5BB4D83AAC6A}" dt="2026-08-21T01:00:55.786" v="116" actId="47"/>
          <pc:sldLayoutMkLst>
            <pc:docMk/>
            <pc:sldMasterMk cId="0" sldId="2147483648"/>
            <pc:sldLayoutMk cId="2942629355" sldId="214748365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169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493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9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8EF28-70DA-4FAA-8D38-6F013B029937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4AE0A-4E60-479B-BD80-027F8717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2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12" Type="http://schemas.openxmlformats.org/officeDocument/2006/relationships/image" Target="../media/image1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1920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09722"/>
            <a:ext cx="438912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기획 문서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21201"/>
            <a:ext cx="8757920" cy="3395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참기·내쉬기를 직접 조절해 이동, 은신, 소음, 환경 대응을 연결하는 시스템 기획안</a:t>
            </a:r>
            <a:endParaRPr lang="en-US" sz="1500" dirty="0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A0AC9961-F783-BF24-79C2-A497AFF8096C}"/>
              </a:ext>
            </a:extLst>
          </p:cNvPr>
          <p:cNvSpPr/>
          <p:nvPr/>
        </p:nvSpPr>
        <p:spPr>
          <a:xfrm>
            <a:off x="489204" y="61488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91D65-BC30-AAD5-FA60-BFCA6C9134A9}"/>
              </a:ext>
            </a:extLst>
          </p:cNvPr>
          <p:cNvSpPr txBox="1"/>
          <p:nvPr/>
        </p:nvSpPr>
        <p:spPr>
          <a:xfrm>
            <a:off x="9855200" y="5788342"/>
            <a:ext cx="1758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/>
              <a:t>작성자 </a:t>
            </a:r>
            <a:r>
              <a:rPr lang="en-US" altLang="ko-KR" sz="1000" dirty="0"/>
              <a:t>: </a:t>
            </a:r>
            <a:r>
              <a:rPr lang="ko-KR" altLang="en-US" sz="1000" dirty="0"/>
              <a:t>윤수진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53063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목차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5688" y="85346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6856" y="114607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1.1 시스템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6856" y="140210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호흡 시스템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6856" y="1658141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핵심 플레이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6856" y="191417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범위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15688" y="257753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6856" y="287014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2.1 전체 시스템 구조도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6856" y="3126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2.2 시스템 볼륨 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6856" y="3382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순환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15688" y="403185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16856" y="432446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3.1 호흡 값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6856" y="458049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3.2 호흡 참조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84927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3268" y="114188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4.1 기본 행동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3268" y="13979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72100" y="258172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73267" y="287433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573267" y="313036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소음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72100" y="402728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3267" y="431989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3267" y="457592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6.2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타입별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탐지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차이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740072" y="858041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1239" y="115064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41239" y="1406681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이동과 호흡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40072" y="2572966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1239" y="286557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8.1 은신/이동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1239" y="312160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퍼즐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740072" y="402728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화면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41239" y="431989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9. 플레이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239" y="457592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10. 리소스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1239" y="483195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11.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사항</a:t>
            </a:r>
            <a:r>
              <a:rPr 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장치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1D4B987-6BA8-B896-BC13-482F5E48D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909072"/>
              </p:ext>
            </p:extLst>
          </p:nvPr>
        </p:nvGraphicFramePr>
        <p:xfrm>
          <a:off x="566928" y="5459640"/>
          <a:ext cx="11045952" cy="116230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04872">
                  <a:extLst>
                    <a:ext uri="{9D8B030D-6E8A-4147-A177-3AD203B41FA5}">
                      <a16:colId xmlns:a16="http://schemas.microsoft.com/office/drawing/2014/main" val="4276484257"/>
                    </a:ext>
                  </a:extLst>
                </a:gridCol>
                <a:gridCol w="8641080">
                  <a:extLst>
                    <a:ext uri="{9D8B030D-6E8A-4147-A177-3AD203B41FA5}">
                      <a16:colId xmlns:a16="http://schemas.microsoft.com/office/drawing/2014/main" val="673008526"/>
                    </a:ext>
                  </a:extLst>
                </a:gridCol>
              </a:tblGrid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수정내용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138024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11685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174552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677235"/>
                  </a:ext>
                </a:extLst>
              </a:tr>
            </a:tbl>
          </a:graphicData>
        </a:graphic>
      </p:graphicFrame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E83D50F-51D1-83AE-FB17-5CF439D6F431}"/>
              </a:ext>
            </a:extLst>
          </p:cNvPr>
          <p:cNvCxnSpPr>
            <a:cxnSpLocks/>
          </p:cNvCxnSpPr>
          <p:nvPr/>
        </p:nvCxnSpPr>
        <p:spPr>
          <a:xfrm>
            <a:off x="588264" y="671984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3210356-AF6D-4364-B011-E8793BBD1331}"/>
              </a:ext>
            </a:extLst>
          </p:cNvPr>
          <p:cNvSpPr txBox="1"/>
          <p:nvPr/>
        </p:nvSpPr>
        <p:spPr>
          <a:xfrm>
            <a:off x="1716855" y="363545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플로우 차트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D5253A-234E-4C1E-858D-1A457D312014}"/>
              </a:ext>
            </a:extLst>
          </p:cNvPr>
          <p:cNvSpPr txBox="1"/>
          <p:nvPr/>
        </p:nvSpPr>
        <p:spPr>
          <a:xfrm>
            <a:off x="5573267" y="167642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071872-5E52-4F86-A060-8D4665D30D1E}"/>
              </a:ext>
            </a:extLst>
          </p:cNvPr>
          <p:cNvSpPr txBox="1"/>
          <p:nvPr/>
        </p:nvSpPr>
        <p:spPr>
          <a:xfrm>
            <a:off x="5573267" y="192865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0130DF-540C-4B06-8577-9EA570F402E7}"/>
              </a:ext>
            </a:extLst>
          </p:cNvPr>
          <p:cNvSpPr txBox="1"/>
          <p:nvPr/>
        </p:nvSpPr>
        <p:spPr>
          <a:xfrm>
            <a:off x="5573268" y="218988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비상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FA0ED6-68EC-4ED3-89B5-35B77F9078C1}"/>
              </a:ext>
            </a:extLst>
          </p:cNvPr>
          <p:cNvSpPr txBox="1"/>
          <p:nvPr/>
        </p:nvSpPr>
        <p:spPr>
          <a:xfrm>
            <a:off x="5573267" y="338408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5.3 </a:t>
            </a:r>
            <a:r>
              <a:rPr lang="ko-KR" alt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판정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98768-67ED-4882-BADC-79CCD9B2A5E9}"/>
              </a:ext>
            </a:extLst>
          </p:cNvPr>
          <p:cNvSpPr txBox="1"/>
          <p:nvPr/>
        </p:nvSpPr>
        <p:spPr>
          <a:xfrm>
            <a:off x="5573267" y="36371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들숨 한계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9246A3-DBA9-4A71-BFED-DF267BDED072}"/>
              </a:ext>
            </a:extLst>
          </p:cNvPr>
          <p:cNvSpPr txBox="1"/>
          <p:nvPr/>
        </p:nvSpPr>
        <p:spPr>
          <a:xfrm>
            <a:off x="1716855" y="483303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3.3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F5C7C6-5EFA-4A28-9CE8-689B8DDA3F56}"/>
              </a:ext>
            </a:extLst>
          </p:cNvPr>
          <p:cNvSpPr txBox="1"/>
          <p:nvPr/>
        </p:nvSpPr>
        <p:spPr>
          <a:xfrm>
            <a:off x="1716856" y="509059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데이터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FF56CD-51E6-4B47-81C4-026A7F2733F4}"/>
              </a:ext>
            </a:extLst>
          </p:cNvPr>
          <p:cNvSpPr txBox="1"/>
          <p:nvPr/>
        </p:nvSpPr>
        <p:spPr>
          <a:xfrm>
            <a:off x="5573268" y="483348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6.3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의심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조사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43B258-7FAA-4936-A8E8-23B2565F13FD}"/>
              </a:ext>
            </a:extLst>
          </p:cNvPr>
          <p:cNvSpPr txBox="1"/>
          <p:nvPr/>
        </p:nvSpPr>
        <p:spPr>
          <a:xfrm>
            <a:off x="5573268" y="508951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6.4 </a:t>
            </a:r>
            <a:r>
              <a:rPr lang="ko-KR" altLang="en-US"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타입별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감지 차이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61BDC6-D2B5-4BA5-9247-656A8A165BED}"/>
              </a:ext>
            </a:extLst>
          </p:cNvPr>
          <p:cNvSpPr txBox="1"/>
          <p:nvPr/>
        </p:nvSpPr>
        <p:spPr>
          <a:xfrm>
            <a:off x="8941239" y="165873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기술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E1E44D-E33E-40D2-9B79-C02652440995}"/>
              </a:ext>
            </a:extLst>
          </p:cNvPr>
          <p:cNvSpPr txBox="1"/>
          <p:nvPr/>
        </p:nvSpPr>
        <p:spPr>
          <a:xfrm>
            <a:off x="8941239" y="1928650"/>
            <a:ext cx="2107062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 계열 능력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0CA8F3-F27E-424C-A9F1-2ACF438045A7}"/>
              </a:ext>
            </a:extLst>
          </p:cNvPr>
          <p:cNvSpPr txBox="1"/>
          <p:nvPr/>
        </p:nvSpPr>
        <p:spPr>
          <a:xfrm>
            <a:off x="8941239" y="218988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7.5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계열 능력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E14BA7-7042-4F15-8901-7471B85D3354}"/>
              </a:ext>
            </a:extLst>
          </p:cNvPr>
          <p:cNvSpPr txBox="1"/>
          <p:nvPr/>
        </p:nvSpPr>
        <p:spPr>
          <a:xfrm>
            <a:off x="8941239" y="337567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스토리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에피소드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E696A88-8752-49BD-9EEC-7669B75FC1A7}"/>
              </a:ext>
            </a:extLst>
          </p:cNvPr>
          <p:cNvSpPr txBox="1"/>
          <p:nvPr/>
        </p:nvSpPr>
        <p:spPr>
          <a:xfrm>
            <a:off x="8941239" y="363752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성장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능력 획득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21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목적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407546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791594"/>
            <a:ext cx="731956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호흡을 플레이어가 직접 조작하는 핵심 행동으로 만들고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대응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하나의 규칙으로 연결한다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B6D3AF9E-875E-4858-BBA9-9E39BCF0DBEE}"/>
              </a:ext>
            </a:extLst>
          </p:cNvPr>
          <p:cNvSpPr/>
          <p:nvPr/>
        </p:nvSpPr>
        <p:spPr>
          <a:xfrm>
            <a:off x="658368" y="4754289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목표</a:t>
            </a:r>
            <a:endParaRPr lang="en-US" sz="15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85A08BA1-DF56-44F5-923A-9C66FB3C06C7}"/>
              </a:ext>
            </a:extLst>
          </p:cNvPr>
          <p:cNvSpPr/>
          <p:nvPr/>
        </p:nvSpPr>
        <p:spPr>
          <a:xfrm>
            <a:off x="658368" y="5138336"/>
            <a:ext cx="7319562" cy="8822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참기가 정답 버튼이 되지 않도록 호흡 회복과 소음 리스크를 연결한다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달리기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등 다른 시스템이 호흡 조건을 계속 바꾸게 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세 능력은 버튼을 늘리기보다 기존 들숨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날숨의 결과를 확장한다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Shape 13">
            <a:extLst>
              <a:ext uri="{FF2B5EF4-FFF2-40B4-BE49-F238E27FC236}">
                <a16:creationId xmlns:a16="http://schemas.microsoft.com/office/drawing/2014/main" id="{29686696-0BD8-2894-B26B-0969496F53DC}"/>
              </a:ext>
            </a:extLst>
          </p:cNvPr>
          <p:cNvSpPr/>
          <p:nvPr/>
        </p:nvSpPr>
        <p:spPr>
          <a:xfrm>
            <a:off x="658368" y="3026664"/>
            <a:ext cx="3383280" cy="987552"/>
          </a:xfrm>
          <a:prstGeom prst="roundRect">
            <a:avLst>
              <a:gd name="adj" fmla="val 7407"/>
            </a:avLst>
          </a:prstGeom>
          <a:noFill/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328889F6-24BF-7611-696F-40C6097CA9FD}"/>
              </a:ext>
            </a:extLst>
          </p:cNvPr>
          <p:cNvSpPr/>
          <p:nvPr/>
        </p:nvSpPr>
        <p:spPr>
          <a:xfrm>
            <a:off x="822960" y="3314699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월드 규칙 통합</a:t>
            </a:r>
            <a:endParaRPr lang="en-US" altLang="ko-KR" sz="1000" b="1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호흡 상태가 환경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·AI·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이동에 전달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0F7F3586-6383-7E1D-E0BC-0D70C1CD462F}"/>
              </a:ext>
            </a:extLst>
          </p:cNvPr>
          <p:cNvSpPr/>
          <p:nvPr/>
        </p:nvSpPr>
        <p:spPr>
          <a:xfrm>
            <a:off x="4370832" y="3026664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C9E8FB"/>
          </a:solidFill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585B103C-7C62-70E7-CC3F-6284D5AB95D4}"/>
              </a:ext>
            </a:extLst>
          </p:cNvPr>
          <p:cNvSpPr/>
          <p:nvPr/>
        </p:nvSpPr>
        <p:spPr>
          <a:xfrm>
            <a:off x="4535424" y="3314699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판단</a:t>
            </a:r>
            <a:endParaRPr lang="en-US" altLang="ko-KR" sz="1000" b="1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언제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숨 쉴지 선택</a:t>
            </a:r>
            <a:endParaRPr lang="en-US" sz="1000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E945157D-F436-B0F9-B07E-B5F74798C101}"/>
              </a:ext>
            </a:extLst>
          </p:cNvPr>
          <p:cNvSpPr/>
          <p:nvPr/>
        </p:nvSpPr>
        <p:spPr>
          <a:xfrm>
            <a:off x="8083296" y="3026664"/>
            <a:ext cx="3383280" cy="987552"/>
          </a:xfrm>
          <a:prstGeom prst="roundRect">
            <a:avLst>
              <a:gd name="adj" fmla="val 7407"/>
            </a:avLst>
          </a:prstGeom>
          <a:noFill/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267CD19-6C2B-DAD1-D667-BEAAD9EF993F}"/>
              </a:ext>
            </a:extLst>
          </p:cNvPr>
          <p:cNvSpPr/>
          <p:nvPr/>
        </p:nvSpPr>
        <p:spPr>
          <a:xfrm>
            <a:off x="8247888" y="3314699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확장</a:t>
            </a:r>
            <a:endParaRPr lang="en-US" altLang="ko-KR" sz="1000" b="1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동일 입력에 능력 의미 추가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5747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1323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3347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확보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55371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395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내쉬기/회복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상태가 이동·은신·소음·공기 환경·적 AI의 반응을 연쇄적으로 변화시킨다.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5424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적의 위치, 환경 소음, 이동 거리, 공기 상태를 보고 언제·얼마나·어디서 숨을 쉴지 판단한다.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약속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47888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호흡은 단순 산소 게이지가 아니라 플레이어가 반복적으로 다루는 행동 시스템이다.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5148072"/>
            <a:ext cx="107442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질문: 언제 숨을 쉴 것인가? / 얼마나 들이마실 것인가? / 어디에서 숨을 회복할 것인가?</a:t>
            </a:r>
            <a:endParaRPr lang="en-US" sz="10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3E2800CC-ACBB-4B37-5C57-8B7F022E4EFC}"/>
              </a:ext>
            </a:extLst>
          </p:cNvPr>
          <p:cNvSpPr/>
          <p:nvPr/>
        </p:nvSpPr>
        <p:spPr>
          <a:xfrm>
            <a:off x="658368" y="1439293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85DE4962-C0FD-1371-89D9-CC133D5611A2}"/>
              </a:ext>
            </a:extLst>
          </p:cNvPr>
          <p:cNvSpPr/>
          <p:nvPr/>
        </p:nvSpPr>
        <p:spPr>
          <a:xfrm>
            <a:off x="658367" y="1823341"/>
            <a:ext cx="6141443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들이마시기·숨 참기·내쉬기를 직접 조절해 호흡량과 소음을 관리하는 핵심 플레이 시스템.</a:t>
            </a:r>
            <a:endParaRPr lang="en-US" sz="1000" dirty="0"/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44E21841-BCD9-5798-3416-366349000085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76656" y="6254496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구성: 호흡 게이지 / 소음 표시 / 능력 아이콘 / 공기 환경 / 적 AI 시야 / 상호작용 오브젝트</a:t>
            </a:r>
            <a:endParaRPr lang="en-US" sz="10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672" y="941008"/>
            <a:ext cx="9036464" cy="5085713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9BBFD97A-1790-942C-8BA6-0DEB88EFC2C5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36" y="794093"/>
            <a:ext cx="5556664" cy="3127285"/>
          </a:xfrm>
          <a:prstGeom prst="rect">
            <a:avLst/>
          </a:prstGeom>
        </p:spPr>
      </p:pic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3381491"/>
              </p:ext>
            </p:extLst>
          </p:nvPr>
        </p:nvGraphicFramePr>
        <p:xfrm>
          <a:off x="6183419" y="794092"/>
          <a:ext cx="5807020" cy="573804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693436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193190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014961">
                  <a:extLst>
                    <a:ext uri="{9D8B030D-6E8A-4147-A177-3AD203B41FA5}">
                      <a16:colId xmlns:a16="http://schemas.microsoft.com/office/drawing/2014/main" val="3604146317"/>
                    </a:ext>
                  </a:extLst>
                </a:gridCol>
                <a:gridCol w="1356852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  <a:gridCol w="1548581">
                  <a:extLst>
                    <a:ext uri="{9D8B030D-6E8A-4147-A177-3AD203B41FA5}">
                      <a16:colId xmlns:a16="http://schemas.microsoft.com/office/drawing/2014/main" val="4190489508"/>
                    </a:ext>
                  </a:extLst>
                </a:gridCol>
              </a:tblGrid>
              <a:tr h="5568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모션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조작 </a:t>
                      </a:r>
                      <a:r>
                        <a:rPr lang="en-US" altLang="ko-KR" sz="1000">
                          <a:solidFill>
                            <a:schemeClr val="bg1"/>
                          </a:solidFill>
                        </a:rPr>
                        <a:t>/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게이지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핵심 규칙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플레이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</a:rPr>
                        <a:t>영향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29529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/>
                        <a:t>들이마시기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            입력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숨 참기 진입을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위한</a:t>
                      </a:r>
                      <a:r>
                        <a:rPr lang="en-US" altLang="ko-KR" sz="1000" baseline="0"/>
                        <a:t> </a:t>
                      </a:r>
                      <a:r>
                        <a:rPr lang="ko-KR" altLang="en-US" sz="1000"/>
                        <a:t>선행 행동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짧은 </a:t>
                      </a:r>
                      <a:r>
                        <a:rPr lang="ko-KR" altLang="en-US" sz="1000" dirty="0"/>
                        <a:t>들숨 </a:t>
                      </a:r>
                      <a:r>
                        <a:rPr lang="ko-KR" altLang="en-US" sz="1000"/>
                        <a:t>소음 발생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완료 후 숨 참기 가능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  <a:tr h="12952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            유지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유지 중 호흡</a:t>
                      </a:r>
                      <a:endParaRPr lang="en-US" altLang="ko-KR" sz="1000" baseline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게이지</a:t>
                      </a:r>
                      <a:r>
                        <a:rPr lang="en-US" altLang="ko-KR" sz="1000" baseline="0"/>
                        <a:t> </a:t>
                      </a:r>
                      <a:r>
                        <a:rPr lang="ko-KR" altLang="en-US" sz="1000" baseline="0"/>
                        <a:t>천천히</a:t>
                      </a:r>
                      <a:r>
                        <a:rPr lang="ko-KR" altLang="en-US" sz="1000"/>
                        <a:t> 감소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호흡 </a:t>
                      </a:r>
                      <a:r>
                        <a:rPr lang="ko-KR" altLang="en-US" sz="1000" dirty="0"/>
                        <a:t>소음 억제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12952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내뱉기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       </a:t>
                      </a:r>
                      <a:r>
                        <a:rPr lang="ko-KR" altLang="en-US" sz="1000" baseline="0"/>
                        <a:t> </a:t>
                      </a:r>
                      <a:r>
                        <a:rPr lang="ko-KR" altLang="en-US" sz="1000"/>
                        <a:t>입력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호흡 게이지 완전 소모 후 게이지 회복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내쉬는 </a:t>
                      </a:r>
                      <a:r>
                        <a:rPr lang="ko-KR" altLang="en-US" sz="1000" dirty="0"/>
                        <a:t>동안 소음 발생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  <a:tr h="12952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한계</a:t>
                      </a:r>
                      <a:endParaRPr lang="en-US" altLang="ko-KR" sz="1000" b="1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도달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자동 발생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게이지 </a:t>
                      </a:r>
                      <a:r>
                        <a:rPr lang="en-US" altLang="ko-KR" sz="1000"/>
                        <a:t>0 </a:t>
                      </a:r>
                      <a:r>
                        <a:rPr lang="ko-KR" altLang="en-US" sz="1000"/>
                        <a:t>도달 시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강제 과호흡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큰 </a:t>
                      </a:r>
                      <a:r>
                        <a:rPr lang="ko-KR" altLang="en-US" sz="1000" dirty="0"/>
                        <a:t>소음으로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적 경계도 상승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763898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967" b="89565" l="40809" r="45410">
                        <a14:foregroundMark x1="41089" y1="86397" x2="44677" y2="88204"/>
                        <a14:foregroundMark x1="41208" y1="86929" x2="41208" y2="88098"/>
                        <a14:foregroundMark x1="41208" y1="88310" x2="44438" y2="882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34" t="84392" r="54015" b="9860"/>
          <a:stretch/>
        </p:blipFill>
        <p:spPr>
          <a:xfrm>
            <a:off x="8069420" y="1588033"/>
            <a:ext cx="687211" cy="38655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760" b="92136" l="65132" r="72010">
                        <a14:foregroundMark x1="65610" y1="86397" x2="67045" y2="88204"/>
                        <a14:foregroundMark x1="65730" y1="88310" x2="66866" y2="88310"/>
                        <a14:foregroundMark x1="67165" y1="86185" x2="67165" y2="88204"/>
                        <a14:foregroundMark x1="72010" y1="92136" x2="72010" y2="921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37" t="85335" r="32144" b="10322"/>
          <a:stretch/>
        </p:blipFill>
        <p:spPr>
          <a:xfrm>
            <a:off x="8265980" y="4263725"/>
            <a:ext cx="355336" cy="287655"/>
          </a:xfrm>
          <a:prstGeom prst="rect">
            <a:avLst/>
          </a:prstGeom>
        </p:spPr>
      </p:pic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292135"/>
              </p:ext>
            </p:extLst>
          </p:nvPr>
        </p:nvGraphicFramePr>
        <p:xfrm>
          <a:off x="348836" y="4057650"/>
          <a:ext cx="5556664" cy="2474483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867168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2715061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974435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</a:tblGrid>
              <a:tr h="45293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506638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한계 도달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화면 연출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51491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화면 적색 경고 </a:t>
                      </a:r>
                      <a:r>
                        <a:rPr lang="en-US" altLang="ko-KR" sz="1000"/>
                        <a:t>/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캐릭터 과호흡 연출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</a:tbl>
          </a:graphicData>
        </a:graphic>
      </p:graphicFrame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614" y="3295215"/>
            <a:ext cx="825255" cy="28765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613" y="4595114"/>
            <a:ext cx="825255" cy="287655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615" y="1999614"/>
            <a:ext cx="825255" cy="283357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995" y="2783854"/>
            <a:ext cx="792224" cy="989927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496" y="1517162"/>
            <a:ext cx="1083223" cy="989927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995" y="4089232"/>
            <a:ext cx="792224" cy="989927"/>
          </a:xfrm>
          <a:prstGeom prst="rect">
            <a:avLst/>
          </a:prstGeom>
        </p:spPr>
      </p:pic>
      <p:sp>
        <p:nvSpPr>
          <p:cNvPr id="17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요소</a:t>
            </a:r>
            <a:endParaRPr lang="en-US" sz="20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427E35-80C1-4829-9280-2EFAB9AF7604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5685" y="5900860"/>
            <a:ext cx="777164" cy="26684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143" y="5394610"/>
            <a:ext cx="989927" cy="989927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579" y="5027295"/>
            <a:ext cx="2696746" cy="1505158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967" b="89565" l="40809" r="45410">
                        <a14:foregroundMark x1="41089" y1="86397" x2="44677" y2="88204"/>
                        <a14:foregroundMark x1="41208" y1="86929" x2="41208" y2="88098"/>
                        <a14:foregroundMark x1="41208" y1="88310" x2="44438" y2="882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34" t="84392" r="54015" b="9860"/>
          <a:stretch/>
        </p:blipFill>
        <p:spPr>
          <a:xfrm>
            <a:off x="8069420" y="2899869"/>
            <a:ext cx="687211" cy="386556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933E56E3-20F9-8F47-F7BC-27A1392FCD99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41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51103"/>
              </p:ext>
            </p:extLst>
          </p:nvPr>
        </p:nvGraphicFramePr>
        <p:xfrm>
          <a:off x="1276349" y="1022901"/>
          <a:ext cx="9638245" cy="538417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27655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513873851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19551760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09850740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65727036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797739251"/>
                    </a:ext>
                  </a:extLst>
                </a:gridCol>
              </a:tblGrid>
              <a:tr h="5349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3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43313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들이마시기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흡인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흡음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흡기도약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10475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395711"/>
                  </a:ext>
                </a:extLst>
              </a:tr>
              <a:tr h="460718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숨 참기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기척 소거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공중 부유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시간 정지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84948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50755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내쉬기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공명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잔기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61141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</a:tbl>
          </a:graphicData>
        </a:graphic>
      </p:graphicFrame>
      <p:pic>
        <p:nvPicPr>
          <p:cNvPr id="44" name="그림 4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51" t="3110" r="22375" b="79758"/>
          <a:stretch/>
        </p:blipFill>
        <p:spPr>
          <a:xfrm>
            <a:off x="7052734" y="2096209"/>
            <a:ext cx="504825" cy="828676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2" t="3110" r="15504" b="79758"/>
          <a:stretch/>
        </p:blipFill>
        <p:spPr>
          <a:xfrm>
            <a:off x="4147611" y="5409965"/>
            <a:ext cx="504825" cy="828676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493" t="3110" r="8633" b="79758"/>
          <a:stretch/>
        </p:blipFill>
        <p:spPr>
          <a:xfrm>
            <a:off x="7052735" y="5409965"/>
            <a:ext cx="504825" cy="828676"/>
          </a:xfrm>
          <a:prstGeom prst="rect">
            <a:avLst/>
          </a:prstGeom>
        </p:spPr>
      </p:pic>
      <p:pic>
        <p:nvPicPr>
          <p:cNvPr id="47" name="그림 4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64" t="3110" r="1762" b="79758"/>
          <a:stretch/>
        </p:blipFill>
        <p:spPr>
          <a:xfrm>
            <a:off x="7052735" y="3714987"/>
            <a:ext cx="504825" cy="828676"/>
          </a:xfrm>
          <a:prstGeom prst="rect">
            <a:avLst/>
          </a:prstGeom>
        </p:spPr>
      </p:pic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8" t="15319" r="70376" b="71340"/>
          <a:stretch/>
        </p:blipFill>
        <p:spPr>
          <a:xfrm>
            <a:off x="3906839" y="3941685"/>
            <a:ext cx="931862" cy="243838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 호흡 화면 구성 요소</a:t>
            </a:r>
            <a:endParaRPr 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022" y="2096209"/>
            <a:ext cx="724878" cy="905774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DC4F153E-4C00-593D-79C0-EFF9B8E7AD7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766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시스템 볼륨 맵</a:t>
            </a:r>
            <a:endParaRPr lang="en-US" sz="2000" dirty="0"/>
          </a:p>
        </p:txBody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37208B78-4806-2DB1-BD1F-62E1856D38F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3" name="Oval 30">
            <a:extLst>
              <a:ext uri="{FF2B5EF4-FFF2-40B4-BE49-F238E27FC236}">
                <a16:creationId xmlns:a16="http://schemas.microsoft.com/office/drawing/2014/main" id="{63DC0290-C812-D228-609F-63125E2F8A89}"/>
              </a:ext>
            </a:extLst>
          </p:cNvPr>
          <p:cNvSpPr/>
          <p:nvPr/>
        </p:nvSpPr>
        <p:spPr>
          <a:xfrm>
            <a:off x="8442949" y="3408848"/>
            <a:ext cx="1444752" cy="1444752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55" name="Oval 31">
            <a:extLst>
              <a:ext uri="{FF2B5EF4-FFF2-40B4-BE49-F238E27FC236}">
                <a16:creationId xmlns:a16="http://schemas.microsoft.com/office/drawing/2014/main" id="{F824C137-A2FA-2FEA-BB54-9773235A18E5}"/>
              </a:ext>
            </a:extLst>
          </p:cNvPr>
          <p:cNvSpPr/>
          <p:nvPr/>
        </p:nvSpPr>
        <p:spPr>
          <a:xfrm>
            <a:off x="7782295" y="1768343"/>
            <a:ext cx="1444752" cy="1444752"/>
          </a:xfrm>
          <a:prstGeom prst="ellipse">
            <a:avLst/>
          </a:prstGeom>
          <a:solidFill>
            <a:srgbClr val="E8F2FF"/>
          </a:solidFill>
          <a:ln w="254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21252B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Oval 32">
            <a:extLst>
              <a:ext uri="{FF2B5EF4-FFF2-40B4-BE49-F238E27FC236}">
                <a16:creationId xmlns:a16="http://schemas.microsoft.com/office/drawing/2014/main" id="{1479D016-A04F-006E-3F3F-BE78D6D1A31E}"/>
              </a:ext>
            </a:extLst>
          </p:cNvPr>
          <p:cNvSpPr/>
          <p:nvPr/>
        </p:nvSpPr>
        <p:spPr>
          <a:xfrm>
            <a:off x="7455397" y="4451264"/>
            <a:ext cx="987552" cy="987552"/>
          </a:xfrm>
          <a:prstGeom prst="ellipse">
            <a:avLst/>
          </a:prstGeom>
          <a:solidFill>
            <a:srgbClr val="E8F2FF"/>
          </a:solidFill>
          <a:ln w="17145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</a:t>
            </a:r>
          </a:p>
        </p:txBody>
      </p:sp>
      <p:sp>
        <p:nvSpPr>
          <p:cNvPr id="59" name="Oval 33">
            <a:extLst>
              <a:ext uri="{FF2B5EF4-FFF2-40B4-BE49-F238E27FC236}">
                <a16:creationId xmlns:a16="http://schemas.microsoft.com/office/drawing/2014/main" id="{3C606574-D02D-6E74-849D-04AA9FAFA1C1}"/>
              </a:ext>
            </a:extLst>
          </p:cNvPr>
          <p:cNvSpPr/>
          <p:nvPr/>
        </p:nvSpPr>
        <p:spPr>
          <a:xfrm>
            <a:off x="9396211" y="2421296"/>
            <a:ext cx="987552" cy="987552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61" name="Oval 34">
            <a:extLst>
              <a:ext uri="{FF2B5EF4-FFF2-40B4-BE49-F238E27FC236}">
                <a16:creationId xmlns:a16="http://schemas.microsoft.com/office/drawing/2014/main" id="{1F645B4E-19EA-40CC-B6E9-FFC38CA8DD7A}"/>
              </a:ext>
            </a:extLst>
          </p:cNvPr>
          <p:cNvSpPr/>
          <p:nvPr/>
        </p:nvSpPr>
        <p:spPr>
          <a:xfrm>
            <a:off x="7168779" y="3267959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63" name="Oval 35">
            <a:extLst>
              <a:ext uri="{FF2B5EF4-FFF2-40B4-BE49-F238E27FC236}">
                <a16:creationId xmlns:a16="http://schemas.microsoft.com/office/drawing/2014/main" id="{24EF54AA-57AB-1EFC-2BC1-11D64179CB02}"/>
              </a:ext>
            </a:extLst>
          </p:cNvPr>
          <p:cNvSpPr/>
          <p:nvPr/>
        </p:nvSpPr>
        <p:spPr>
          <a:xfrm>
            <a:off x="6298681" y="4144097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</a:p>
        </p:txBody>
      </p:sp>
      <p:sp>
        <p:nvSpPr>
          <p:cNvPr id="65" name="Oval 36">
            <a:extLst>
              <a:ext uri="{FF2B5EF4-FFF2-40B4-BE49-F238E27FC236}">
                <a16:creationId xmlns:a16="http://schemas.microsoft.com/office/drawing/2014/main" id="{D36E57B3-DF10-C0F7-7C4F-DB0380EFC44C}"/>
              </a:ext>
            </a:extLst>
          </p:cNvPr>
          <p:cNvSpPr/>
          <p:nvPr/>
        </p:nvSpPr>
        <p:spPr>
          <a:xfrm>
            <a:off x="6492123" y="5277953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67" name="Oval 37">
            <a:extLst>
              <a:ext uri="{FF2B5EF4-FFF2-40B4-BE49-F238E27FC236}">
                <a16:creationId xmlns:a16="http://schemas.microsoft.com/office/drawing/2014/main" id="{62FB23F7-BCAF-2F56-DAAD-8C3B7EE20755}"/>
              </a:ext>
            </a:extLst>
          </p:cNvPr>
          <p:cNvSpPr/>
          <p:nvPr/>
        </p:nvSpPr>
        <p:spPr>
          <a:xfrm>
            <a:off x="6985899" y="2540168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69" name="Oval 38">
            <a:extLst>
              <a:ext uri="{FF2B5EF4-FFF2-40B4-BE49-F238E27FC236}">
                <a16:creationId xmlns:a16="http://schemas.microsoft.com/office/drawing/2014/main" id="{BBF779B5-163B-64FA-B9E3-4AA824130E88}"/>
              </a:ext>
            </a:extLst>
          </p:cNvPr>
          <p:cNvSpPr/>
          <p:nvPr/>
        </p:nvSpPr>
        <p:spPr>
          <a:xfrm>
            <a:off x="6189503" y="2152391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</a:p>
        </p:txBody>
      </p:sp>
      <p:sp>
        <p:nvSpPr>
          <p:cNvPr id="71" name="Oval 39">
            <a:extLst>
              <a:ext uri="{FF2B5EF4-FFF2-40B4-BE49-F238E27FC236}">
                <a16:creationId xmlns:a16="http://schemas.microsoft.com/office/drawing/2014/main" id="{77C4550B-FFE0-1915-812F-FF13BE3981F0}"/>
              </a:ext>
            </a:extLst>
          </p:cNvPr>
          <p:cNvSpPr/>
          <p:nvPr/>
        </p:nvSpPr>
        <p:spPr>
          <a:xfrm>
            <a:off x="5622025" y="5570295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이동 방식</a:t>
            </a:r>
          </a:p>
        </p:txBody>
      </p:sp>
      <p:sp>
        <p:nvSpPr>
          <p:cNvPr id="73" name="Oval 40">
            <a:extLst>
              <a:ext uri="{FF2B5EF4-FFF2-40B4-BE49-F238E27FC236}">
                <a16:creationId xmlns:a16="http://schemas.microsoft.com/office/drawing/2014/main" id="{0B2A6B01-0BD1-5ADC-CF5A-8AF137049E0F}"/>
              </a:ext>
            </a:extLst>
          </p:cNvPr>
          <p:cNvSpPr/>
          <p:nvPr/>
        </p:nvSpPr>
        <p:spPr>
          <a:xfrm>
            <a:off x="7443967" y="1159424"/>
            <a:ext cx="676656" cy="67665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5" name="Oval 41">
            <a:extLst>
              <a:ext uri="{FF2B5EF4-FFF2-40B4-BE49-F238E27FC236}">
                <a16:creationId xmlns:a16="http://schemas.microsoft.com/office/drawing/2014/main" id="{021BD283-77A1-9E09-4D64-BB0A6FF83A14}"/>
              </a:ext>
            </a:extLst>
          </p:cNvPr>
          <p:cNvSpPr/>
          <p:nvPr/>
        </p:nvSpPr>
        <p:spPr>
          <a:xfrm>
            <a:off x="8888719" y="1159424"/>
            <a:ext cx="676656" cy="67665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</a:t>
            </a:r>
          </a:p>
        </p:txBody>
      </p:sp>
      <p:sp>
        <p:nvSpPr>
          <p:cNvPr id="77" name="Oval 42">
            <a:extLst>
              <a:ext uri="{FF2B5EF4-FFF2-40B4-BE49-F238E27FC236}">
                <a16:creationId xmlns:a16="http://schemas.microsoft.com/office/drawing/2014/main" id="{894FCC21-3442-9854-BF49-6A9D840358EF}"/>
              </a:ext>
            </a:extLst>
          </p:cNvPr>
          <p:cNvSpPr/>
          <p:nvPr/>
        </p:nvSpPr>
        <p:spPr>
          <a:xfrm>
            <a:off x="10143183" y="1768343"/>
            <a:ext cx="676656" cy="67665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</a:p>
        </p:txBody>
      </p:sp>
      <p:sp>
        <p:nvSpPr>
          <p:cNvPr id="79" name="Oval 43">
            <a:extLst>
              <a:ext uri="{FF2B5EF4-FFF2-40B4-BE49-F238E27FC236}">
                <a16:creationId xmlns:a16="http://schemas.microsoft.com/office/drawing/2014/main" id="{57FB6C21-FE2C-15FF-049B-A8E2609070BA}"/>
              </a:ext>
            </a:extLst>
          </p:cNvPr>
          <p:cNvSpPr/>
          <p:nvPr/>
        </p:nvSpPr>
        <p:spPr>
          <a:xfrm>
            <a:off x="10515310" y="2607326"/>
            <a:ext cx="676656" cy="67665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레벨 디자인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E25EAE-C964-2FDE-D959-8A67EE939A0A}"/>
              </a:ext>
            </a:extLst>
          </p:cNvPr>
          <p:cNvSpPr txBox="1"/>
          <p:nvPr/>
        </p:nvSpPr>
        <p:spPr>
          <a:xfrm>
            <a:off x="994560" y="2885774"/>
            <a:ext cx="4325564" cy="108645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b="1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endParaRPr lang="en-US" altLang="ko-KR" sz="1500" b="1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적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AI처럼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단선으로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끝나지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않고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이동·환경·능력이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바꾼다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R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타원 90">
            <a:extLst>
              <a:ext uri="{FF2B5EF4-FFF2-40B4-BE49-F238E27FC236}">
                <a16:creationId xmlns:a16="http://schemas.microsoft.com/office/drawing/2014/main" id="{19601B7F-B1A7-F5D2-1491-CB8BB5B8D8C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Shape 19">
            <a:extLst>
              <a:ext uri="{FF2B5EF4-FFF2-40B4-BE49-F238E27FC236}">
                <a16:creationId xmlns:a16="http://schemas.microsoft.com/office/drawing/2014/main" id="{4CA6746E-EF07-3CA8-684D-E22444284837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041B5FFE-085B-6853-EEF3-285570BC0294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8213EC-6BD7-CBA0-F60D-6CF62A223AD6}"/>
              </a:ext>
            </a:extLst>
          </p:cNvPr>
          <p:cNvSpPr txBox="1"/>
          <p:nvPr/>
        </p:nvSpPr>
        <p:spPr>
          <a:xfrm>
            <a:off x="1932721" y="2607650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다시 판단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적 </a:t>
            </a:r>
            <a:r>
              <a:rPr lang="en-US" altLang="ko-KR" sz="1000" dirty="0"/>
              <a:t>AI · </a:t>
            </a:r>
            <a:r>
              <a:rPr lang="ko-KR" altLang="en-US" sz="1000" dirty="0"/>
              <a:t>환경 </a:t>
            </a:r>
            <a:r>
              <a:rPr lang="en-US" altLang="ko-KR" sz="1000" dirty="0"/>
              <a:t>· </a:t>
            </a:r>
            <a:r>
              <a:rPr lang="ko-KR" altLang="en-US" sz="1000" dirty="0"/>
              <a:t>안전한 장소 확인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핵심 순환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4840" y="6177443"/>
            <a:ext cx="1065276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</a:t>
            </a: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</a:t>
            </a:r>
            <a:r>
              <a:rPr lang="ko-KR" altLang="en-US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참기보다</a:t>
            </a:r>
            <a:r>
              <a:rPr lang="en-US" altLang="ko-KR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전에 일부 회복하고 다시 참는 판단이 숙련 플레이를 만든다</a:t>
            </a:r>
            <a:r>
              <a:rPr lang="en-US" altLang="ko-KR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6474B202-BB68-0300-5484-FEC579121290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B31716-E79F-F2AF-0C56-7197D5DCCE94}"/>
              </a:ext>
            </a:extLst>
          </p:cNvPr>
          <p:cNvSpPr txBox="1"/>
          <p:nvPr/>
        </p:nvSpPr>
        <p:spPr>
          <a:xfrm>
            <a:off x="530352" y="958984"/>
            <a:ext cx="4325564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시스템은 </a:t>
            </a:r>
            <a:r>
              <a:rPr lang="en-US" altLang="ko-KR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단계가 순환하며 긴장과 회복의 균형을 만들어낸다</a:t>
            </a:r>
            <a:r>
              <a:rPr lang="en-US" altLang="ko-KR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R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15CF6D-2FBC-FCA0-D9D3-DD168D6430E1}"/>
              </a:ext>
            </a:extLst>
          </p:cNvPr>
          <p:cNvSpPr txBox="1"/>
          <p:nvPr/>
        </p:nvSpPr>
        <p:spPr>
          <a:xfrm>
            <a:off x="5395032" y="1790987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들이마시기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호흡 확보 </a:t>
            </a:r>
            <a:r>
              <a:rPr lang="en-US" altLang="ko-KR" sz="1000" dirty="0"/>
              <a:t>· </a:t>
            </a:r>
            <a:r>
              <a:rPr lang="ko-KR" altLang="en-US" sz="1000" dirty="0"/>
              <a:t>환경 공기 흡입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7A92A4-7E79-992D-CE84-93BE775248FA}"/>
              </a:ext>
            </a:extLst>
          </p:cNvPr>
          <p:cNvSpPr txBox="1"/>
          <p:nvPr/>
        </p:nvSpPr>
        <p:spPr>
          <a:xfrm>
            <a:off x="8869535" y="2603293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숨 참기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소음 억제 </a:t>
            </a:r>
            <a:r>
              <a:rPr lang="en-US" altLang="ko-KR" sz="1000" dirty="0"/>
              <a:t>· </a:t>
            </a:r>
            <a:r>
              <a:rPr lang="ko-KR" altLang="en-US" sz="1000" dirty="0"/>
              <a:t>게이지 감소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10578E-7FDE-1EDE-38A1-22B6F067DE88}"/>
              </a:ext>
            </a:extLst>
          </p:cNvPr>
          <p:cNvSpPr txBox="1"/>
          <p:nvPr/>
        </p:nvSpPr>
        <p:spPr>
          <a:xfrm>
            <a:off x="8869535" y="4115985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행동 수행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이동 </a:t>
            </a:r>
            <a:r>
              <a:rPr lang="en-US" altLang="ko-KR" sz="1000" dirty="0"/>
              <a:t>· </a:t>
            </a:r>
            <a:r>
              <a:rPr lang="ko-KR" altLang="en-US" sz="1000" dirty="0"/>
              <a:t>은신 </a:t>
            </a:r>
            <a:r>
              <a:rPr lang="en-US" altLang="ko-KR" sz="1000" dirty="0"/>
              <a:t>· </a:t>
            </a:r>
            <a:r>
              <a:rPr lang="ko-KR" altLang="en-US" sz="1000" dirty="0"/>
              <a:t>능력 사용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7AE7AA-20E8-DE56-F2B4-6E4C9B36FD8F}"/>
              </a:ext>
            </a:extLst>
          </p:cNvPr>
          <p:cNvSpPr txBox="1"/>
          <p:nvPr/>
        </p:nvSpPr>
        <p:spPr>
          <a:xfrm>
            <a:off x="5395032" y="4921237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부채 누적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긴장 </a:t>
            </a:r>
            <a:r>
              <a:rPr lang="en-US" altLang="ko-KR" sz="1000" dirty="0"/>
              <a:t>· </a:t>
            </a:r>
            <a:r>
              <a:rPr lang="ko-KR" altLang="en-US" sz="1000" dirty="0"/>
              <a:t>격한 행동 → 회복 부담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0AB1CB-5A21-8C00-1E30-17393C4AE6F5}"/>
              </a:ext>
            </a:extLst>
          </p:cNvPr>
          <p:cNvSpPr txBox="1"/>
          <p:nvPr/>
        </p:nvSpPr>
        <p:spPr>
          <a:xfrm>
            <a:off x="1932721" y="4109913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내쉬기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부분 회복 </a:t>
            </a:r>
            <a:r>
              <a:rPr lang="en-US" altLang="ko-KR" sz="1000" dirty="0"/>
              <a:t>· </a:t>
            </a:r>
            <a:r>
              <a:rPr lang="ko-KR" altLang="en-US" sz="1000" dirty="0"/>
              <a:t>소음 발생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291BD5B3-ACA1-F5B6-91A2-B14414FB0B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D072E18-2141-9455-8635-ECC5BCEDFC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3A90948D-2BC3-3E5A-7DDD-2A4A9EF7A9C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F2CDF7D3-7F22-4780-63EF-023FF472C8A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033D7E85-5025-13AB-4090-E207DFD5013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8C74A719-E0D0-F750-1077-ECDD4AA45F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04596911-C158-B022-97DC-14C6E6799DBB}"/>
              </a:ext>
            </a:extLst>
          </p:cNvPr>
          <p:cNvCxnSpPr>
            <a:stCxn id="43" idx="0"/>
            <a:endCxn id="6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구부러짐 72">
            <a:extLst>
              <a:ext uri="{FF2B5EF4-FFF2-40B4-BE49-F238E27FC236}">
                <a16:creationId xmlns:a16="http://schemas.microsoft.com/office/drawing/2014/main" id="{2DB12B20-3395-8983-2C1D-FECAD4F823AB}"/>
              </a:ext>
            </a:extLst>
          </p:cNvPr>
          <p:cNvCxnSpPr>
            <a:cxnSpLocks/>
            <a:stCxn id="44" idx="3"/>
            <a:endCxn id="9" idx="0"/>
          </p:cNvCxnSpPr>
          <p:nvPr/>
        </p:nvCxnSpPr>
        <p:spPr>
          <a:xfrm>
            <a:off x="7347204" y="2110818"/>
            <a:ext cx="2205011" cy="336603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구부러짐 78">
            <a:extLst>
              <a:ext uri="{FF2B5EF4-FFF2-40B4-BE49-F238E27FC236}">
                <a16:creationId xmlns:a16="http://schemas.microsoft.com/office/drawing/2014/main" id="{6982C9CE-4BC8-C99D-AEBF-FAF15F620EFA}"/>
              </a:ext>
            </a:extLst>
          </p:cNvPr>
          <p:cNvCxnSpPr>
            <a:cxnSpLocks/>
            <a:stCxn id="12" idx="2"/>
            <a:endCxn id="54" idx="3"/>
          </p:cNvCxnSpPr>
          <p:nvPr/>
        </p:nvCxnSpPr>
        <p:spPr>
          <a:xfrm rot="5400000">
            <a:off x="8285574" y="3974426"/>
            <a:ext cx="328273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구부러짐 81">
            <a:extLst>
              <a:ext uri="{FF2B5EF4-FFF2-40B4-BE49-F238E27FC236}">
                <a16:creationId xmlns:a16="http://schemas.microsoft.com/office/drawing/2014/main" id="{94D97A00-5701-0214-74A7-C91A4926DD4B}"/>
              </a:ext>
            </a:extLst>
          </p:cNvPr>
          <p:cNvCxnSpPr>
            <a:cxnSpLocks/>
            <a:stCxn id="15" idx="1"/>
            <a:endCxn id="41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406A74F2-3EB2-7361-0327-420234EC38FD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3383993-27AF-E3ED-BDCD-4992AD51904A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타원 89">
            <a:extLst>
              <a:ext uri="{FF2B5EF4-FFF2-40B4-BE49-F238E27FC236}">
                <a16:creationId xmlns:a16="http://schemas.microsoft.com/office/drawing/2014/main" id="{32E5EF67-3C06-8E22-CACF-2CA4237F5AC6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/>
              <a:t>호흡</a:t>
            </a: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D6DCC243-CBD6-6D33-55AB-DF58219635E0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7C264382-048F-52F2-AC2B-97C74AABC82C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3CF15C4-8197-1197-1251-74B3D5B7B83A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A587F600-7BB5-75DA-C506-2FFEB8E15E98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54420EB-DFA0-847F-41C6-395F412C1131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6E232484-13C6-28D0-059D-5F6A41693C80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88D498-02F3-CFC3-13CC-36DBEE7569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1162374-928A-A848-DF99-C6B2DA9F8F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054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플레이어가 직접 조절한다.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367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참기는 확보한 호흡을 소비한다.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03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내쉬기는 필요한 만큼만 회복할 수 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한계를 넘으면 강제 호흡이 발생한다.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결과는 소음으로 월드에 전달된다.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67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입력도 시작 상태에 따라 다른 결과가 된다.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107442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페이지는 정상 처리 순서를 설명하고, 예외사항 페이지는 규칙끼리 충돌할 때 우선순위를 정의한다.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3D8B8B55-2C9F-293B-5668-CE0CB185F337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기본 호흡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시간만큼 확보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들숨일수록 준비 시간 증가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공기를 함께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소비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소음 억제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이동·격한 행동에 따라 소비량 변화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도달 시 강제 해제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419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 회복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참은 정도에 따라 소음 발생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도중 다시 숨 참기 가능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소음으로 은폐 가능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10378440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들이마신다 → 필요한 순간만 참는다 → 안전한 순간에 필요한 만큼 회복한다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378440" cy="237744"/>
          </a:xfrm>
          <a:prstGeom prst="rect">
            <a:avLst/>
          </a:prstGeom>
          <a:solidFill>
            <a:srgbClr val="FDECEC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규칙: 한 번 들이마시면 끝까지 채워야 하거나, 한 번 내쉬면 완전히 회복될 때까지 멈출 수 없는 구조로 만들지 않는다.</a:t>
            </a:r>
            <a:endParaRPr lang="en-US" sz="1000" dirty="0"/>
          </a:p>
        </p:txBody>
      </p:sp>
      <p:sp>
        <p:nvSpPr>
          <p:cNvPr id="18" name="Shape 0">
            <a:extLst>
              <a:ext uri="{FF2B5EF4-FFF2-40B4-BE49-F238E27FC236}">
                <a16:creationId xmlns:a16="http://schemas.microsoft.com/office/drawing/2014/main" id="{060DA811-987C-4413-2EBE-BCB4875152C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호흡 게이지 / 한계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07899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44752"/>
            <a:ext cx="10424160" cy="256032"/>
          </a:xfrm>
          <a:prstGeom prst="rect">
            <a:avLst/>
          </a:prstGeom>
          <a:solidFill>
            <a:srgbClr val="EEF2F7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44752"/>
            <a:ext cx="7955280" cy="256032"/>
          </a:xfrm>
          <a:prstGeom prst="rect">
            <a:avLst/>
          </a:prstGeom>
          <a:solidFill>
            <a:srgbClr val="70D7E8"/>
          </a:solidFill>
          <a:ln w="10160">
            <a:solidFill>
              <a:srgbClr val="70D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6811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9983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13155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24028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30428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24758" y="224028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1334" y="230428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8074" y="224028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4650" y="230428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55117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260604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4758" y="255117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9622" y="260604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76~100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18074" y="255117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2938" y="260604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조작 가능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91876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297362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4758" y="291876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79622" y="297362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51~75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18074" y="291876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72938" y="297362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압박 연출 약함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28635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334121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24758" y="328635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79622" y="334121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26~50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18074" y="328635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72938" y="334121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UI/캐릭터 피드백 강화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365394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370880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24758" y="365394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79622" y="370880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18074" y="365394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72938" y="370880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직전 경고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402153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" y="407639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24758" y="402153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79622" y="407639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18074" y="402153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2938" y="407639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/ 재입력 잠금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규칙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8755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게이지가 0에 도달하면 플레이어 입력보다 시스템 규칙을 우선해 숨 참기를 강제로 종료한다. 큰 소음이 발생하며 짧은 시간 다시 숨을 참을 수 없다.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 규칙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38251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풀면 회복이 시작되지만, 플레이어는 100%까지 기다리지 않고 필요한 지점에서 다시 숨을 참을 수 있다.</a:t>
            </a:r>
            <a:endParaRPr lang="en-US" sz="1000" dirty="0"/>
          </a:p>
        </p:txBody>
      </p:sp>
      <p:sp>
        <p:nvSpPr>
          <p:cNvPr id="58" name="Shape 0">
            <a:extLst>
              <a:ext uri="{FF2B5EF4-FFF2-40B4-BE49-F238E27FC236}">
                <a16:creationId xmlns:a16="http://schemas.microsoft.com/office/drawing/2014/main" id="{8EA4585D-3501-D85C-9FFC-DB105A22B7CB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들이마시기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들숨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시간에 비례해 원하는 만큼만 호흡 게이지를 채운다.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825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늘어나지만 이동 준비가 느려지고 들숨 소음이 증가한다.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중 1회 작은 기척을 감수하고 짧게 호흡을 보충한다.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중 가벼운 물체를 끌어와 탐색·퍼즐에 활용한다.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등 큰 소음을 빨아들여 몸 안에 저장하고 다른 장소에서 방출한다.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825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직전 들이마시는 중이면 더 긴 수평 도약이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6071616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원칙: 들이마시기는 현재 행동을 즉시 강하게 만드는 버프가 아니라, 다음 행동을 위한 준비 자원이다.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D83B7CC3-7B33-1CBC-2530-EEB2FD25F0A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숨 참기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효과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동안 호흡 소음을 제거한다. 단, 발소리·충돌음·물체 상호작용음은 별도로 남는다.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07408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 후 숨을 참는 동안 몸이 투명해진다. 시각 탐지는 피하지만 청각·흔적 탐지는 남는다.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83296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정지 계열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47888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최후반 능력. 숨을 극도로 억제해 짧은 시간 세계의 움직임을 멈춘다. 호흡 소모가 매우 크다.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16352"/>
            <a:ext cx="22860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상태 판정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65960" y="3520440"/>
            <a:ext cx="10515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77640" y="3520440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0" y="3886200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41248" y="3246120"/>
            <a:ext cx="141732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154680"/>
            <a:ext cx="1234440" cy="71323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땅에서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떨어졌는가?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246120"/>
            <a:ext cx="1417320" cy="54864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736592"/>
            <a:ext cx="137160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273552"/>
            <a:ext cx="4315968" cy="4572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숨 참기 입력도 시작 순간의 지상/공중 상태에 따라 결과가 달라진다.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3931920"/>
            <a:ext cx="4315968" cy="658368"/>
          </a:xfrm>
          <a:prstGeom prst="rect">
            <a:avLst/>
          </a:prstGeom>
          <a:solidFill>
            <a:srgbClr val="EAF3FF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부유는 숨 참기를 시작한 순간 공중 상태였을 때만 발동하며, 이후 점프해서는 발동하지 않는다.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AF96F3D0-5892-3647-7628-427147C846C7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내쉬기 / 공명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날숨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입력 시간에 따라 원하는 만큼만 회복한다. 짧게 회복하고 바로 다시 숨을 참을 수 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537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참거나 격한 행동을 한 뒤 내쉬면 단계별 소음이 발생한다.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E7FAF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은폐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기계음·폭발·경보 등 큰 환경 소리와 겹치면 호흡 소음 탐지 반경이 감소한다.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강하게 내쉬면 먼지·천·종이·유리 표면 등이 반응해 숨은 글자나 적 위치를 추론할 수 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537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날숨으로 기척을 남겨 감지형 적이 해당 위치를 플레이어로 오인하게 만든다.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13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흡음으로 저장한 소음은 안전한 장소에서 내보내야 다음 호흡 행동을 정상 사용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5925312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내쉬기의 성격: 회복 → 방출 → 공명 → 기만으로 확장된다.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88E20C60-ED14-8141-BB0C-45D2CE121983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이동 연동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42416"/>
            <a:ext cx="548640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42416"/>
            <a:ext cx="87782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0642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00784" y="1042416"/>
            <a:ext cx="153619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106424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042416"/>
            <a:ext cx="137160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1106424"/>
            <a:ext cx="129844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발소리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8576" y="1042416"/>
            <a:ext cx="170078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106424"/>
            <a:ext cx="16276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사용처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353312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1408176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00784" y="1353312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55648" y="1408176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36976" y="1353312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08176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08576" y="1353312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408176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이동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1824228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879092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00784" y="1824228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1879092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36976" y="1824228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879092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824228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879092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안정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295144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350008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00784" y="2295144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2350008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36976" y="2295144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350008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08576" y="2295144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350008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이동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2766060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820924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전력질주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00784" y="2766060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55648" y="2820924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36976" y="2766060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820924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08576" y="2766060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820924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돌파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20840" y="1042416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2" y="1161288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85432" y="1517904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중이면 일반 점프보다 수평 이동 거리가 증가한다. 준비 시간이 필요해 즉발 회피용으로는 부적합하다.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20840" y="237744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85432" y="2496312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885432" y="2852928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공중 상태라면 호흡 게이지가 남아있는 동안 높이를 유지한다. 게이지가 0이면 즉시 낙하한다.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22960" y="384048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7552" y="3959352"/>
            <a:ext cx="50200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이동-은신 순환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87552" y="4315968"/>
            <a:ext cx="50200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달리기는 빠르지만 호흡 부채와 발소리를 동시에 증가시켜 다음 은신 구간을 어렵게 만든다.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38404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9672" y="3959352"/>
            <a:ext cx="45628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의도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519672" y="4315968"/>
            <a:ext cx="45628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호흡만 잘 관리하면 끝나는 게임이 아니라 걷기·뛰기·기어가기 선택까지 함께 판단하게 한다.</a:t>
            </a:r>
            <a:endParaRPr lang="en-US" sz="1000" dirty="0"/>
          </a:p>
        </p:txBody>
      </p:sp>
      <p:sp>
        <p:nvSpPr>
          <p:cNvPr id="60" name="Shape 0">
            <a:extLst>
              <a:ext uri="{FF2B5EF4-FFF2-40B4-BE49-F238E27FC236}">
                <a16:creationId xmlns:a16="http://schemas.microsoft.com/office/drawing/2014/main" id="{B1F5ED6E-74CC-686F-E877-ED6013A8A6D0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소음 / 적 AI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325880" cy="53035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1417320"/>
            <a:ext cx="1325880" cy="53035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1417320"/>
            <a:ext cx="1325880" cy="53035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0" y="1417320"/>
            <a:ext cx="1325880" cy="53035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1417320"/>
            <a:ext cx="1325880" cy="530352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51460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51460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24758" y="251460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1334" y="257860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8074" y="251460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57860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2549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88036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작음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24758" y="282549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9622" y="288036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18074" y="282549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2938" y="288036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근거리 의심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19308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24794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24758" y="319308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9622" y="324794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 날숨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18074" y="319308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2938" y="324794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의심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356067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361553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24758" y="356067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9622" y="361553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18074" y="356067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72938" y="361553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조사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392826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98312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4758" y="392826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79622" y="398312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호흡/재채기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18074" y="392826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72938" y="398312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의심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" y="429585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5071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큼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24758" y="429585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79622" y="435071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18074" y="429585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72938" y="435071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광범위 반응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296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755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어그로 해소 규칙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8755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거친 호흡으로 의심을 만들었더라도 다시 숨을 참아 추가 기척을 제거하면 시간이 지나며 의심이 감소한다.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7220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연동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3679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큰 소리를 삭제하지 않고 플레이어 몸 안에 저장한다. 저장 중에는 호흡 행동을 잠가 위험을 미래로 이동시킨다.</a:t>
            </a:r>
            <a:endParaRPr lang="en-US" sz="1000" dirty="0"/>
          </a:p>
        </p:txBody>
      </p:sp>
      <p:sp>
        <p:nvSpPr>
          <p:cNvPr id="59" name="Shape 0">
            <a:extLst>
              <a:ext uri="{FF2B5EF4-FFF2-40B4-BE49-F238E27FC236}">
                <a16:creationId xmlns:a16="http://schemas.microsoft.com/office/drawing/2014/main" id="{94741AF7-6C3E-8A1B-A517-C9806A80AD13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공기 환경 / 재채기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5623560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51560"/>
            <a:ext cx="134965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15568"/>
            <a:ext cx="127650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72614" y="1051560"/>
            <a:ext cx="1237183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09190" y="1115568"/>
            <a:ext cx="1164031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9798" y="1051560"/>
            <a:ext cx="30367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6374" y="1115568"/>
            <a:ext cx="29635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1362456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41732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2614" y="1362456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7478" y="141732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9798" y="1362456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4662" y="141732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767840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822704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72614" y="1767840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7478" y="1822704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09798" y="1767840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4662" y="1822704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2173224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2228088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72614" y="2173224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7478" y="2228088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09798" y="2173224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64662" y="2228088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578608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633472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72614" y="2578608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27478" y="2633472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제한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09798" y="2578608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64662" y="2633472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기침/시야 저하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2983992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3038856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독가스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72614" y="2983992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27478" y="3038856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불가에 가까움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9798" y="2983992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4662" y="3038856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피해/상태이상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3389376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344424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수중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172614" y="3389376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27478" y="344424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불가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09798" y="3389376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4662" y="344424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호흡만 사용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114300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58000" y="1481328"/>
            <a:ext cx="4114800" cy="256032"/>
          </a:xfrm>
          <a:prstGeom prst="rect">
            <a:avLst/>
          </a:prstGeom>
          <a:solidFill>
            <a:srgbClr val="E6F7E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35440" y="1810512"/>
            <a:ext cx="16459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100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359152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 공간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0" y="2697480"/>
            <a:ext cx="4114800" cy="256032"/>
          </a:xfrm>
          <a:prstGeom prst="rect">
            <a:avLst/>
          </a:prstGeom>
          <a:solidFill>
            <a:srgbClr val="FFF2B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79408" y="2633472"/>
            <a:ext cx="0" cy="384048"/>
          </a:xfrm>
          <a:prstGeom prst="line">
            <a:avLst/>
          </a:prstGeom>
          <a:noFill/>
          <a:ln w="25400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838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60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812280" y="365760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76872" y="3776472"/>
            <a:ext cx="40142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처리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976872" y="4133088"/>
            <a:ext cx="401421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한계를 넘겨 계속 들이마시면 UI 흔들림과 캐릭터 전조가 발생하고, 지속 시 재채기 소음으로 적 AI가 반응한다.</a:t>
            </a:r>
            <a:endParaRPr lang="en-US" sz="1000" dirty="0"/>
          </a:p>
        </p:txBody>
      </p:sp>
      <p:sp>
        <p:nvSpPr>
          <p:cNvPr id="60" name="Shape 0">
            <a:extLst>
              <a:ext uri="{FF2B5EF4-FFF2-40B4-BE49-F238E27FC236}">
                <a16:creationId xmlns:a16="http://schemas.microsoft.com/office/drawing/2014/main" id="{4F3D183F-562D-F09C-3387-6A635C9E756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특수 능력 공통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— 준비 / 회수 /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호흡, 흡인, 흡음, 흡기 도약. 무언가를 받아들이고 다음 행동을 준비한다.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— 은폐 / 유지 / 정지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5424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소거, 공중 부유, 시간 정지. 자신을 드러내지 않거나 현재 상태를 유지한다.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18704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 — 방출 / 공명 / 기만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83296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호흡, 환경 탐지, 잔기. 바깥으로 영향을 주거나 적의 판단을 조작한다.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원칙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10424160" cy="713232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획득은 조작 복잡도를 늘리는 것이 아니라, 이미 익힌 호흡 행동에 새로운 의미를 부여한다. 능력이 강해질수록 적 AI·공기 환경·레벨 구조도 함께 확장해 난이도 곡선을 유지한다.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321808"/>
            <a:ext cx="1033272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초반: 기본 호흡 → 중반: 기척 소거/공명/흡음 → 후반: 잔기/공중 부유/시간 정지</a:t>
            </a:r>
            <a:endParaRPr lang="en-US" sz="10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42C58478-F7D8-8FA9-C0EE-3CD8BB991D4D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흡음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폭발·문 파괴·장치 작동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0312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들숨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타이밍에 흡음 입력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 소음 전달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5508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머금은 동안 일반 호흡 불가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 이동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 위치 선택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1041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기능 정상화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017520"/>
            <a:ext cx="5166360" cy="1133856"/>
          </a:xfrm>
          <a:prstGeom prst="roundRect">
            <a:avLst>
              <a:gd name="adj" fmla="val 6452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136392"/>
            <a:ext cx="48371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이동 설계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493008"/>
            <a:ext cx="4837176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폭발 소음으로 적이 몰려오는 문제를 즉시 해결하지만, 저장한 소음을 버릴 때까지 호흡 행동을 사용할 수 없게 만들어 다음 구간의 난이도를 높인다.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3017520"/>
            <a:ext cx="5010912" cy="1133856"/>
          </a:xfrm>
          <a:prstGeom prst="roundRect">
            <a:avLst>
              <a:gd name="adj" fmla="val 6452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136392"/>
            <a:ext cx="4681728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질문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3493008"/>
            <a:ext cx="4681728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소음을 어디까지 운반할 것인가? 안전한 방에서 버릴 것인가, 아니면 적을 유인하기 위해 일부러 다른 곳에서 방출할 것인가?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66928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철학: 위험을 없애는 것이 아니라 다른 시간과 장소로 이동시킨다.</a:t>
            </a:r>
            <a:endParaRPr lang="en-US" sz="1000" dirty="0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07E7DB68-DDCE-D5DC-2ACD-07ACAA436ABA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상태 판정형 능력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 판정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중인가? YES면 수평 이동 거리 증가. NO면 일반 점프.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판정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발이 땅에서 떨어져 있는가? YES면 숨 참는 동안 공중에 머문다.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630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2487168"/>
            <a:ext cx="123444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입력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2487168"/>
            <a:ext cx="1234440" cy="566928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535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286000" y="3913632"/>
            <a:ext cx="132588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점프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154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309360" y="2487168"/>
            <a:ext cx="123444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638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93808" y="2487168"/>
            <a:ext cx="1234440" cy="56692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4399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72400" y="3913632"/>
            <a:ext cx="132588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68680" y="5705856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강조점: 같은 입력이 아니라 “입력 시점의 상태”를 읽어 서로 다른 플레이를 만든다.</a:t>
            </a:r>
            <a:endParaRPr lang="en-US" sz="1000" dirty="0"/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182BC53A-1753-22A2-1590-6901CD569812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순서도 작성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508760"/>
            <a:ext cx="2194560" cy="73152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83480" y="1408176"/>
            <a:ext cx="1920240" cy="91440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75320" y="1508760"/>
            <a:ext cx="2377440" cy="73152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리소스 호출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충전, 숨 참기 유지, 호흡 부채 증가처럼 시스템이 실행하는 일을 적는다.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게이지가 0인가? 적이 들었는가? 안전 한계를 넘었는가?처럼 Yes/No로 갈리는 질문을 적는다.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호출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SFX, 재채기 애니메이션, HUD 경고, 적 AI 반응처럼 리소스 호출과 결과 출력을 적는다.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순서도는 정상 처리 흐름과 조건 분기를 보여주고, 예외사항은 별도 안전장치 페이지에서 우선순위를 정리한다.</a:t>
            </a:r>
            <a:endParaRPr lang="en-US" sz="1000" dirty="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ACA5B81F-415E-B310-AE2E-A887C0EB3873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순서도: 기본 호흡 순환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0876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008" y="1298448"/>
            <a:ext cx="71323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394960" y="1298448"/>
            <a:ext cx="6858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69480" y="1298448"/>
            <a:ext cx="70408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98864" y="1298448"/>
            <a:ext cx="67665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49040" y="2907792"/>
            <a:ext cx="0" cy="749808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4005072"/>
            <a:ext cx="9144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12280" y="4005072"/>
            <a:ext cx="88696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887968" y="4005072"/>
            <a:ext cx="89611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42448" y="1847088"/>
            <a:ext cx="0" cy="149047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508760" y="528523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0440" y="5285232"/>
            <a:ext cx="6400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960120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입력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960120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충전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2452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960120"/>
            <a:ext cx="1298448" cy="65836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소모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7356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960120"/>
            <a:ext cx="1298448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해제?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3675888"/>
            <a:ext cx="1353312" cy="658368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62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710928" y="367588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유지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40280" y="4956048"/>
            <a:ext cx="1353312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60520" y="495604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판단으로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복귀</a:t>
            </a:r>
            <a:endParaRPr lang="en-US" sz="10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BB49F997-7E81-AA9C-1850-B32D6F87EC9A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순서도: 소음 감지와 적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61872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32120" y="196596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3429000"/>
            <a:ext cx="0" cy="77724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4526280"/>
            <a:ext cx="8686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53712" y="4526280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859536"/>
            <a:ext cx="1234440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청각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범위인가?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950976"/>
            <a:ext cx="1325880" cy="62179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950976"/>
            <a:ext cx="1325880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9640" y="859536"/>
            <a:ext cx="1298448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기척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있는가?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816352"/>
            <a:ext cx="1353312" cy="62179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4224528"/>
            <a:ext cx="1353312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감소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순찰 복귀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거친 호흡으로 어그로를 끌었더라도, 다시 숨을 참아 추가 기척을 끊으면 의심을 해소할 수 있다.</a:t>
            </a:r>
            <a:endParaRPr lang="en-US" sz="10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E36D72B5-D30E-95DB-3446-C8677018FD5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순서도: 공기 환경과 재채기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98448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1298448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1888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00100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40112" y="1298448"/>
            <a:ext cx="4572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42632" y="1975104"/>
            <a:ext cx="0" cy="905256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42632" y="361188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85800" y="969264"/>
            <a:ext cx="123444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969264"/>
            <a:ext cx="132588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호출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969264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969264"/>
            <a:ext cx="135331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56832" y="2889504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흔들림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전조 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56832" y="4443984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4443984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충전</a:t>
            </a:r>
            <a:endParaRPr lang="en-US" sz="10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52F61504-94C8-D4BC-6154-7612DD018C2F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순서도: 흡음과 소음 저장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916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490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06440" y="1234440"/>
            <a:ext cx="75895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45552" y="1234440"/>
            <a:ext cx="76809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93808" y="1234440"/>
            <a:ext cx="420624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0" y="1938528"/>
            <a:ext cx="0" cy="91440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3584448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67328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94360" y="914400"/>
            <a:ext cx="126187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소음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914400"/>
            <a:ext cx="135331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흡수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5392" y="914400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13648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22992" y="91440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복구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65392" y="2852928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폭발음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65392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조사/집결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4434840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유지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34440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잠금 표시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상태에서는 숨 참기·내쉬기·들이마시기 기능을 사용하지 못해, 안전 방출 지점 선택이 핵심 플레이가 된다.</a:t>
            </a:r>
            <a:endParaRPr lang="en-US" sz="10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A8CA5EED-DC1F-31AF-98C3-4D03817D7CFB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시스템 구조도(Unity)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24128"/>
            <a:ext cx="10881360" cy="301752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24128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88136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24128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088136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24128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088136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대상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35024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38988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BreathController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35024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38988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게이지·한계·강제 호흡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35024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38988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PlayerInput / Movement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786128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840992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NoiseController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786128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840992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호흡·이동·폭발 소음 계산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786128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840992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 / Resource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237232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292096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EnvironmentAirZone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237232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292096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먼지·꽃가루·연기·독가스 안전 한계 제공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237232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292096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UI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688336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743200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AbilityController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2688336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2743200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흡음·흡인·기척 소거·공중 부유 판정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2688336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2743200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Movement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139440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194304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EnemyAIController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139440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194304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범위·의심·조사·추격 상태 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139440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194304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 / Stealth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3590544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364540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ResourceManager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3590544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364540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SFX·VFX·애니메이션·HUD 호출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3590544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364540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흐름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65376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2743200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23360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01184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계산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813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059168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0101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887968" y="4892040"/>
            <a:ext cx="1417320" cy="310896"/>
          </a:xfrm>
          <a:prstGeom prst="roundRect">
            <a:avLst>
              <a:gd name="adj" fmla="val 29412"/>
            </a:avLst>
          </a:prstGeom>
          <a:solidFill>
            <a:srgbClr val="F4F7FA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출력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호흡 시스템은 단일 컨트롤러가 모든 것을 직접 처리하지 않고, 상태값을 다른 모듈이 참조하는 구조로 분리한다.</a:t>
            </a:r>
            <a:endParaRPr lang="en-US" sz="1000" dirty="0"/>
          </a:p>
        </p:txBody>
      </p:sp>
      <p:sp>
        <p:nvSpPr>
          <p:cNvPr id="61" name="Shape 0">
            <a:extLst>
              <a:ext uri="{FF2B5EF4-FFF2-40B4-BE49-F238E27FC236}">
                <a16:creationId xmlns:a16="http://schemas.microsoft.com/office/drawing/2014/main" id="{8295371D-6A4D-FDAF-6B07-8858DD07B73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33272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33272"/>
            <a:ext cx="174101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97280"/>
            <a:ext cx="166786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6818" y="1033272"/>
            <a:ext cx="3046781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3394" y="1097280"/>
            <a:ext cx="2973629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73598" y="1033272"/>
            <a:ext cx="272034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0174" y="1097280"/>
            <a:ext cx="264718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93938" y="1033272"/>
            <a:ext cx="33732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0514" y="1097280"/>
            <a:ext cx="33000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1344168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139903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6818" y="1344168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1682" y="139903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/ 안전 한계선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3598" y="1344168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8462" y="139903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참기·환경 진입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93938" y="1344168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8802" y="139903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호흡량과 위험을 즉시 전달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917192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1972056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6818" y="1917192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81682" y="1972056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게이지 / 의심 표시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73598" y="1917192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8462" y="1972056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내쉬기·재채기·이동 소음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93938" y="1917192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8802" y="1972056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반응 예측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490216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545080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26818" y="2490216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81682" y="2545080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 / 거친 호흡 / 재채기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3598" y="2490216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8462" y="2545080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단계 변화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93938" y="2490216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8802" y="2545080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 구분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3063240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0664" y="3118104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VFX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426818" y="3063240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81682" y="3118104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 입자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73598" y="3063240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28462" y="3118104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 구역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93938" y="3063240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8802" y="3118104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위험 표시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5800" y="3636264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664" y="3691128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애니메이션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6818" y="3636264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81682" y="3691128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/ 헐떡임 / 흡음 / 공명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73598" y="3636264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28462" y="3691128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사용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93938" y="3636264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48802" y="3691128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피드백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85800" y="4209288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0664" y="426415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6818" y="4209288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81682" y="426415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환경별 안전 한계 / 적 청각 범위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73598" y="4209288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28462" y="426415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레벨·AI 밸런싱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93938" y="4209288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8802" y="426415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 조정 기준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5724144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작성 기준: 언제 보이는가와 어떤 규칙을 전달하는가를 함께 적어 제작 우선순위를 정한다.</a:t>
            </a:r>
            <a:endParaRPr lang="en-US" sz="1000" dirty="0"/>
          </a:p>
        </p:txBody>
      </p:sp>
      <p:sp>
        <p:nvSpPr>
          <p:cNvPr id="65" name="Shape 0">
            <a:extLst>
              <a:ext uri="{FF2B5EF4-FFF2-40B4-BE49-F238E27FC236}">
                <a16:creationId xmlns:a16="http://schemas.microsoft.com/office/drawing/2014/main" id="{EA346278-3E61-0BAB-9175-3926E5427F39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51560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51560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115568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 상황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51560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115568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51560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115568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장치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62456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41732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중 추가 흡음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62456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41732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 중 호흡 잠금과 충돌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62456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41732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흡음 불가 / HUD 경고 출력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935480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990344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중 게이지 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935480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990344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정지 유지 불가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935480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990344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후 즉시 낙하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508504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563368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직전 수중 진입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508504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563368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리소스와 환경 규칙 충돌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508504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563368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취소 / 기침 상태로 전환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3081528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3136392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투명화 중 충돌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3081528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3136392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은신과 물리 흔적 충돌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3081528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3136392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충돌음은 발생 / 적 AI 의심 증가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654552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709416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 연속 사용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654552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709416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무한 숨 참기 가능성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654552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709416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1회 제한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4227576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428244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구간 소음 방출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4227576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428244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불가능 위치에서 적 과다 유입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4227576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428244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 제한 / 안전 구역 배치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4243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 원칙: 예외사항은 규칙을 약하게 만드는 장치가 아니라, 규칙 충돌로 플레이가 망가지지 않게 하는 처리 약속이다.</a:t>
            </a:r>
            <a:endParaRPr lang="en-US" sz="1000" dirty="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332DE997-2EDB-916D-4E19-680A7D42B7C6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">
            <a:extLst>
              <a:ext uri="{FF2B5EF4-FFF2-40B4-BE49-F238E27FC236}">
                <a16:creationId xmlns:a16="http://schemas.microsoft.com/office/drawing/2014/main" id="{5241EF64-F13C-49B6-90AD-B7077847D28D}"/>
              </a:ext>
            </a:extLst>
          </p:cNvPr>
          <p:cNvSpPr/>
          <p:nvPr/>
        </p:nvSpPr>
        <p:spPr>
          <a:xfrm>
            <a:off x="-1222414" y="1142812"/>
            <a:ext cx="758952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D2034FDF-E141-45BF-9316-4802F9EDD5B1}"/>
              </a:ext>
            </a:extLst>
          </p:cNvPr>
          <p:cNvSpPr/>
          <p:nvPr/>
        </p:nvSpPr>
        <p:spPr>
          <a:xfrm>
            <a:off x="-2827026" y="1359781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저장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잠금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8E32EC34-3881-4C43-9A2D-C7CA0B7F612D}"/>
              </a:ext>
            </a:extLst>
          </p:cNvPr>
          <p:cNvSpPr/>
          <p:nvPr/>
        </p:nvSpPr>
        <p:spPr>
          <a:xfrm>
            <a:off x="-2817882" y="502732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자극도 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551790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8B1038B4-9D7A-4BAB-9706-EBC4A1614C05}"/>
              </a:ext>
            </a:extLst>
          </p:cNvPr>
          <p:cNvSpPr/>
          <p:nvPr/>
        </p:nvSpPr>
        <p:spPr>
          <a:xfrm>
            <a:off x="1812742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순서도: 문서 13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073694" y="139106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4734095" y="130524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31E5922A-92FA-4C37-8A7E-F3AA5B68B4B2}"/>
              </a:ext>
            </a:extLst>
          </p:cNvPr>
          <p:cNvSpPr/>
          <p:nvPr/>
        </p:nvSpPr>
        <p:spPr>
          <a:xfrm>
            <a:off x="6394496" y="1402295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순서도: 문서 16">
            <a:extLst>
              <a:ext uri="{FF2B5EF4-FFF2-40B4-BE49-F238E27FC236}">
                <a16:creationId xmlns:a16="http://schemas.microsoft.com/office/drawing/2014/main" id="{3398CC3A-571C-43C7-AE08-17EA41084A6C}"/>
              </a:ext>
            </a:extLst>
          </p:cNvPr>
          <p:cNvSpPr/>
          <p:nvPr/>
        </p:nvSpPr>
        <p:spPr>
          <a:xfrm>
            <a:off x="9250596" y="140229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50F085-F534-4C0D-8F80-99FC82F386D6}"/>
              </a:ext>
            </a:extLst>
          </p:cNvPr>
          <p:cNvSpPr/>
          <p:nvPr/>
        </p:nvSpPr>
        <p:spPr>
          <a:xfrm>
            <a:off x="10910997" y="1385449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700089FC-D991-47BF-97C6-DEB4C7FDB14D}"/>
              </a:ext>
            </a:extLst>
          </p:cNvPr>
          <p:cNvSpPr/>
          <p:nvPr/>
        </p:nvSpPr>
        <p:spPr>
          <a:xfrm>
            <a:off x="1505653" y="17191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6A7BE872-DC81-4857-A533-3F9E391F0ABD}"/>
              </a:ext>
            </a:extLst>
          </p:cNvPr>
          <p:cNvSpPr/>
          <p:nvPr/>
        </p:nvSpPr>
        <p:spPr>
          <a:xfrm>
            <a:off x="2766605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45A62CEB-3995-4753-9777-0630776C1956}"/>
              </a:ext>
            </a:extLst>
          </p:cNvPr>
          <p:cNvSpPr/>
          <p:nvPr/>
        </p:nvSpPr>
        <p:spPr>
          <a:xfrm>
            <a:off x="4427006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4EE9BA0A-7E39-4C4F-A2ED-FD905F4B7D79}"/>
              </a:ext>
            </a:extLst>
          </p:cNvPr>
          <p:cNvSpPr/>
          <p:nvPr/>
        </p:nvSpPr>
        <p:spPr>
          <a:xfrm>
            <a:off x="6103406" y="1743190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C1C63BAF-83C6-42DD-8C08-4DA8E2DBF459}"/>
              </a:ext>
            </a:extLst>
          </p:cNvPr>
          <p:cNvSpPr/>
          <p:nvPr/>
        </p:nvSpPr>
        <p:spPr>
          <a:xfrm>
            <a:off x="8943507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CB013F1A-4D28-4886-83F5-96669CADB501}"/>
              </a:ext>
            </a:extLst>
          </p:cNvPr>
          <p:cNvSpPr/>
          <p:nvPr/>
        </p:nvSpPr>
        <p:spPr>
          <a:xfrm>
            <a:off x="10603908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691E7701-0B8D-472F-8E04-86601B2D36A4}"/>
              </a:ext>
            </a:extLst>
          </p:cNvPr>
          <p:cNvSpPr/>
          <p:nvPr/>
        </p:nvSpPr>
        <p:spPr>
          <a:xfrm>
            <a:off x="9315849" y="230265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E343BBFD-31C5-484B-8D1F-2CFDE6C66995}"/>
              </a:ext>
            </a:extLst>
          </p:cNvPr>
          <p:cNvSpPr/>
          <p:nvPr/>
        </p:nvSpPr>
        <p:spPr>
          <a:xfrm>
            <a:off x="3306044" y="2426466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CF473451-5242-4FF2-ADFD-E9E479E35493}"/>
              </a:ext>
            </a:extLst>
          </p:cNvPr>
          <p:cNvSpPr/>
          <p:nvPr/>
        </p:nvSpPr>
        <p:spPr>
          <a:xfrm>
            <a:off x="551790" y="2804576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B60D64B-0B81-4198-98B9-7922F2D9B706}"/>
              </a:ext>
            </a:extLst>
          </p:cNvPr>
          <p:cNvSpPr/>
          <p:nvPr/>
        </p:nvSpPr>
        <p:spPr>
          <a:xfrm>
            <a:off x="350707" y="4206858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순서도: 문서 28">
            <a:extLst>
              <a:ext uri="{FF2B5EF4-FFF2-40B4-BE49-F238E27FC236}">
                <a16:creationId xmlns:a16="http://schemas.microsoft.com/office/drawing/2014/main" id="{6C96223A-A7EE-4F49-B3FD-5A1C049019FC}"/>
              </a:ext>
            </a:extLst>
          </p:cNvPr>
          <p:cNvSpPr/>
          <p:nvPr/>
        </p:nvSpPr>
        <p:spPr>
          <a:xfrm>
            <a:off x="2019465" y="4292683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97B59143-1B92-489D-9472-0E39957B60D5}"/>
              </a:ext>
            </a:extLst>
          </p:cNvPr>
          <p:cNvSpPr/>
          <p:nvPr/>
        </p:nvSpPr>
        <p:spPr>
          <a:xfrm>
            <a:off x="1712376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9B4B99C6-5400-4F95-8A20-6BAAE2B3B62C}"/>
              </a:ext>
            </a:extLst>
          </p:cNvPr>
          <p:cNvSpPr/>
          <p:nvPr/>
        </p:nvSpPr>
        <p:spPr>
          <a:xfrm>
            <a:off x="3679866" y="4185200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76D4E237-7DBD-425C-B8AA-70E2A766D0B9}"/>
              </a:ext>
            </a:extLst>
          </p:cNvPr>
          <p:cNvSpPr/>
          <p:nvPr/>
        </p:nvSpPr>
        <p:spPr>
          <a:xfrm>
            <a:off x="6519849" y="427543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8536016A-0020-4AEB-BFE9-E61A855E2703}"/>
              </a:ext>
            </a:extLst>
          </p:cNvPr>
          <p:cNvSpPr/>
          <p:nvPr/>
        </p:nvSpPr>
        <p:spPr>
          <a:xfrm>
            <a:off x="9797690" y="3253838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5E9A1B7B-1987-401B-A4A5-07E40790C836}"/>
              </a:ext>
            </a:extLst>
          </p:cNvPr>
          <p:cNvSpPr/>
          <p:nvPr/>
        </p:nvSpPr>
        <p:spPr>
          <a:xfrm>
            <a:off x="8536738" y="334527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BF00F6F5-F2DC-47C8-BF17-5C5EAF47133F}"/>
              </a:ext>
            </a:extLst>
          </p:cNvPr>
          <p:cNvSpPr/>
          <p:nvPr/>
        </p:nvSpPr>
        <p:spPr>
          <a:xfrm>
            <a:off x="9490601" y="3665318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A5C4E96C-237C-4FA6-A9F3-CEFC0A213D01}"/>
              </a:ext>
            </a:extLst>
          </p:cNvPr>
          <p:cNvSpPr/>
          <p:nvPr/>
        </p:nvSpPr>
        <p:spPr>
          <a:xfrm>
            <a:off x="6654167" y="3345278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5A389B70-09D1-4E56-8E6C-1ACF0FADA6CA}"/>
              </a:ext>
            </a:extLst>
          </p:cNvPr>
          <p:cNvSpPr/>
          <p:nvPr/>
        </p:nvSpPr>
        <p:spPr>
          <a:xfrm>
            <a:off x="8229649" y="36653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893A7A2B-09DF-49A5-B48F-6ACDAF7EF640}"/>
              </a:ext>
            </a:extLst>
          </p:cNvPr>
          <p:cNvSpPr/>
          <p:nvPr/>
        </p:nvSpPr>
        <p:spPr>
          <a:xfrm rot="5400000">
            <a:off x="-1198887" y="169391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23C263A-2B29-428E-8C78-68F258CBFF8E}"/>
              </a:ext>
            </a:extLst>
          </p:cNvPr>
          <p:cNvSpPr/>
          <p:nvPr/>
        </p:nvSpPr>
        <p:spPr>
          <a:xfrm rot="16200000">
            <a:off x="-788804" y="167380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86DE14C-09A1-472C-9F9C-6821173FA1BB}"/>
              </a:ext>
            </a:extLst>
          </p:cNvPr>
          <p:cNvSpPr/>
          <p:nvPr/>
        </p:nvSpPr>
        <p:spPr>
          <a:xfrm rot="5400000">
            <a:off x="10450364" y="309628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C78D19A6-14E3-452D-B988-F145B2142F2E}"/>
              </a:ext>
            </a:extLst>
          </p:cNvPr>
          <p:cNvCxnSpPr>
            <a:cxnSpLocks/>
            <a:stCxn id="18" idx="2"/>
            <a:endCxn id="25" idx="0"/>
          </p:cNvCxnSpPr>
          <p:nvPr/>
        </p:nvCxnSpPr>
        <p:spPr>
          <a:xfrm rot="5400000">
            <a:off x="10850578" y="1765306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Shape 6">
            <a:extLst>
              <a:ext uri="{FF2B5EF4-FFF2-40B4-BE49-F238E27FC236}">
                <a16:creationId xmlns:a16="http://schemas.microsoft.com/office/drawing/2014/main" id="{ABDB6EBE-E62A-4E1B-BCCE-88A317E5B907}"/>
              </a:ext>
            </a:extLst>
          </p:cNvPr>
          <p:cNvSpPr/>
          <p:nvPr/>
        </p:nvSpPr>
        <p:spPr>
          <a:xfrm rot="5400000">
            <a:off x="7336862" y="413913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EADA1255-E5EB-4DCC-962E-51B29A2B98D0}"/>
              </a:ext>
            </a:extLst>
          </p:cNvPr>
          <p:cNvSpPr/>
          <p:nvPr/>
        </p:nvSpPr>
        <p:spPr>
          <a:xfrm>
            <a:off x="3372777" y="456259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2F30AB4-EAA9-4A47-9286-51317EBA448E}"/>
              </a:ext>
            </a:extLst>
          </p:cNvPr>
          <p:cNvSpPr/>
          <p:nvPr/>
        </p:nvSpPr>
        <p:spPr>
          <a:xfrm>
            <a:off x="6212760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0432ED95-867C-48C3-AE5C-331BF2331E0D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rot="5400000" flipH="1" flipV="1">
            <a:off x="1278098" y="1793000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Shape 6">
            <a:extLst>
              <a:ext uri="{FF2B5EF4-FFF2-40B4-BE49-F238E27FC236}">
                <a16:creationId xmlns:a16="http://schemas.microsoft.com/office/drawing/2014/main" id="{92E27C08-81F9-4767-83FE-432AF82440B0}"/>
              </a:ext>
            </a:extLst>
          </p:cNvPr>
          <p:cNvSpPr/>
          <p:nvPr/>
        </p:nvSpPr>
        <p:spPr>
          <a:xfrm rot="16200000">
            <a:off x="657090" y="3814928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F514C508-C098-4DB1-B19A-8141EF7A334C}"/>
              </a:ext>
            </a:extLst>
          </p:cNvPr>
          <p:cNvCxnSpPr>
            <a:cxnSpLocks/>
            <a:stCxn id="34" idx="3"/>
            <a:endCxn id="70" idx="3"/>
          </p:cNvCxnSpPr>
          <p:nvPr/>
        </p:nvCxnSpPr>
        <p:spPr>
          <a:xfrm flipH="1">
            <a:off x="11258167" y="3665318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Shape 6">
            <a:extLst>
              <a:ext uri="{FF2B5EF4-FFF2-40B4-BE49-F238E27FC236}">
                <a16:creationId xmlns:a16="http://schemas.microsoft.com/office/drawing/2014/main" id="{190F58C8-8E11-4109-B248-69E6C05206E5}"/>
              </a:ext>
            </a:extLst>
          </p:cNvPr>
          <p:cNvSpPr/>
          <p:nvPr/>
        </p:nvSpPr>
        <p:spPr>
          <a:xfrm rot="5400000">
            <a:off x="875177" y="5183363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64B7CAD1-7773-46EE-80A9-2B2DBF5D5849}"/>
              </a:ext>
            </a:extLst>
          </p:cNvPr>
          <p:cNvSpPr/>
          <p:nvPr/>
        </p:nvSpPr>
        <p:spPr>
          <a:xfrm>
            <a:off x="551790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72D56F33-E1A9-48CD-94B9-25D38A8103BF}"/>
              </a:ext>
            </a:extLst>
          </p:cNvPr>
          <p:cNvSpPr/>
          <p:nvPr/>
        </p:nvSpPr>
        <p:spPr>
          <a:xfrm>
            <a:off x="1812743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81350679-FEEB-4CCD-BC6E-B3726D4587D6}"/>
              </a:ext>
            </a:extLst>
          </p:cNvPr>
          <p:cNvSpPr/>
          <p:nvPr/>
        </p:nvSpPr>
        <p:spPr>
          <a:xfrm>
            <a:off x="3073693" y="5336908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AA40B3A4-7C07-49D9-908E-42359E9D7458}"/>
              </a:ext>
            </a:extLst>
          </p:cNvPr>
          <p:cNvSpPr/>
          <p:nvPr/>
        </p:nvSpPr>
        <p:spPr>
          <a:xfrm>
            <a:off x="5177012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DE36CB81-08A6-4B6D-96F9-C17FBFA0B411}"/>
              </a:ext>
            </a:extLst>
          </p:cNvPr>
          <p:cNvSpPr/>
          <p:nvPr/>
        </p:nvSpPr>
        <p:spPr>
          <a:xfrm>
            <a:off x="1505652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349C4CEF-06A4-4E0B-888C-DB73D6339183}"/>
              </a:ext>
            </a:extLst>
          </p:cNvPr>
          <p:cNvSpPr/>
          <p:nvPr/>
        </p:nvSpPr>
        <p:spPr>
          <a:xfrm>
            <a:off x="2766606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969F79C1-8286-43A1-AD40-2613EBBE7C85}"/>
              </a:ext>
            </a:extLst>
          </p:cNvPr>
          <p:cNvSpPr/>
          <p:nvPr/>
        </p:nvSpPr>
        <p:spPr>
          <a:xfrm>
            <a:off x="4869923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8D74BBE4-AA54-4D83-90FB-CE930C1B010B}"/>
              </a:ext>
            </a:extLst>
          </p:cNvPr>
          <p:cNvSpPr/>
          <p:nvPr/>
        </p:nvSpPr>
        <p:spPr>
          <a:xfrm>
            <a:off x="6437964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4CE42B01-95B7-4347-B1A8-BEE01134E59A}"/>
              </a:ext>
            </a:extLst>
          </p:cNvPr>
          <p:cNvSpPr/>
          <p:nvPr/>
        </p:nvSpPr>
        <p:spPr>
          <a:xfrm>
            <a:off x="6130875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4AC35524-5492-4366-A07D-2CAB52729E86}"/>
              </a:ext>
            </a:extLst>
          </p:cNvPr>
          <p:cNvSpPr/>
          <p:nvPr/>
        </p:nvSpPr>
        <p:spPr>
          <a:xfrm>
            <a:off x="9797690" y="4360403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5B5A6BB1-C3AA-4FC9-BB69-B502080F028F}"/>
              </a:ext>
            </a:extLst>
          </p:cNvPr>
          <p:cNvSpPr/>
          <p:nvPr/>
        </p:nvSpPr>
        <p:spPr>
          <a:xfrm rot="5400000">
            <a:off x="10427967" y="420685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0" name="순서도: 문서 69">
            <a:extLst>
              <a:ext uri="{FF2B5EF4-FFF2-40B4-BE49-F238E27FC236}">
                <a16:creationId xmlns:a16="http://schemas.microsoft.com/office/drawing/2014/main" id="{26FB901B-C51B-42E9-98F6-CC959B68C9E5}"/>
              </a:ext>
            </a:extLst>
          </p:cNvPr>
          <p:cNvSpPr/>
          <p:nvPr/>
        </p:nvSpPr>
        <p:spPr>
          <a:xfrm>
            <a:off x="9904855" y="5337429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60AF6EFF-CD4A-4A1D-AAA0-49437DC1AC43}"/>
              </a:ext>
            </a:extLst>
          </p:cNvPr>
          <p:cNvSpPr/>
          <p:nvPr/>
        </p:nvSpPr>
        <p:spPr>
          <a:xfrm>
            <a:off x="8643902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B8B59802-072E-4002-8979-798D86EC85B2}"/>
              </a:ext>
            </a:extLst>
          </p:cNvPr>
          <p:cNvSpPr/>
          <p:nvPr/>
        </p:nvSpPr>
        <p:spPr>
          <a:xfrm>
            <a:off x="9597765" y="566107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DADA43EA-E186-4737-B023-A63C17BA84FF}"/>
              </a:ext>
            </a:extLst>
          </p:cNvPr>
          <p:cNvSpPr/>
          <p:nvPr/>
        </p:nvSpPr>
        <p:spPr>
          <a:xfrm>
            <a:off x="7391827" y="5648927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05A1395C-C191-49CF-A152-DCDD15AFE73F}"/>
              </a:ext>
            </a:extLst>
          </p:cNvPr>
          <p:cNvSpPr/>
          <p:nvPr/>
        </p:nvSpPr>
        <p:spPr>
          <a:xfrm rot="5400000">
            <a:off x="10411924" y="516895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0BDFAC01-B266-4988-8B7F-065080061884}"/>
              </a:ext>
            </a:extLst>
          </p:cNvPr>
          <p:cNvCxnSpPr>
            <a:cxnSpLocks/>
            <a:stCxn id="26" idx="3"/>
            <a:endCxn id="16" idx="2"/>
          </p:cNvCxnSpPr>
          <p:nvPr/>
        </p:nvCxnSpPr>
        <p:spPr>
          <a:xfrm flipV="1">
            <a:off x="5855055" y="2042375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a16:creationId xmlns:a16="http://schemas.microsoft.com/office/drawing/2014/main" id="{56FFD956-4696-4FAD-A995-F2AC2388E763}"/>
              </a:ext>
            </a:extLst>
          </p:cNvPr>
          <p:cNvCxnSpPr>
            <a:cxnSpLocks/>
            <a:stCxn id="15" idx="2"/>
            <a:endCxn id="26" idx="0"/>
          </p:cNvCxnSpPr>
          <p:nvPr/>
        </p:nvCxnSpPr>
        <p:spPr>
          <a:xfrm rot="5400000">
            <a:off x="4846518" y="1862233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47215DFF-9C3A-3044-F949-D167D3FC40D4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4535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422647" y="1075850"/>
            <a:ext cx="953863" cy="32826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플로우 차트 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 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&amp; </a:t>
            </a:r>
            <a:endParaRPr lang="en-US" sz="2000" dirty="0"/>
          </a:p>
        </p:txBody>
      </p:sp>
      <p:sp>
        <p:nvSpPr>
          <p:cNvPr id="75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440596" y="1023313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76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277480" y="172120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422648" y="171612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567816" y="1715005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2422647" y="2952049"/>
            <a:ext cx="953863" cy="32826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277480" y="359740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2422648" y="359232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3567816" y="3591204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2422647" y="4825139"/>
            <a:ext cx="953863" cy="32826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1848980" y="547049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2994148" y="546541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12" idx="2"/>
            <a:endCxn id="76" idx="0"/>
          </p:cNvCxnSpPr>
          <p:nvPr/>
        </p:nvCxnSpPr>
        <p:spPr>
          <a:xfrm rot="5400000">
            <a:off x="2168448" y="990075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12" idx="2"/>
            <a:endCxn id="80" idx="0"/>
          </p:cNvCxnSpPr>
          <p:nvPr/>
        </p:nvCxnSpPr>
        <p:spPr>
          <a:xfrm rot="16200000" flipH="1">
            <a:off x="3316717" y="986974"/>
            <a:ext cx="310893" cy="1145168"/>
          </a:xfrm>
          <a:prstGeom prst="bentConnector3">
            <a:avLst>
              <a:gd name="adj1" fmla="val 51021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rot="16200000" flipH="1">
            <a:off x="3316717" y="2863173"/>
            <a:ext cx="310893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2" idx="2"/>
            <a:endCxn id="83" idx="0"/>
          </p:cNvCxnSpPr>
          <p:nvPr/>
        </p:nvCxnSpPr>
        <p:spPr>
          <a:xfrm rot="5400000">
            <a:off x="2168448" y="2866274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0" idx="2"/>
            <a:endCxn id="91" idx="0"/>
          </p:cNvCxnSpPr>
          <p:nvPr/>
        </p:nvCxnSpPr>
        <p:spPr>
          <a:xfrm rot="5400000">
            <a:off x="2454198" y="5025114"/>
            <a:ext cx="317094" cy="5736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0" idx="2"/>
            <a:endCxn id="92" idx="0"/>
          </p:cNvCxnSpPr>
          <p:nvPr/>
        </p:nvCxnSpPr>
        <p:spPr>
          <a:xfrm rot="16200000" flipH="1">
            <a:off x="3029322" y="5023658"/>
            <a:ext cx="312014" cy="57150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12" idx="2"/>
            <a:endCxn id="78" idx="0"/>
          </p:cNvCxnSpPr>
          <p:nvPr/>
        </p:nvCxnSpPr>
        <p:spPr>
          <a:xfrm>
            <a:off x="2899579" y="1404112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/>
          <p:cNvCxnSpPr>
            <a:stCxn id="82" idx="2"/>
            <a:endCxn id="86" idx="0"/>
          </p:cNvCxnSpPr>
          <p:nvPr/>
        </p:nvCxnSpPr>
        <p:spPr>
          <a:xfrm>
            <a:off x="2899579" y="3280311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3375927" y="3550981"/>
            <a:ext cx="5055335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50C0C43F-4F9E-C3CF-9976-2816D70B007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2047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꺾인 연결선 53"/>
          <p:cNvCxnSpPr>
            <a:stCxn id="20" idx="3"/>
            <a:endCxn id="27" idx="1"/>
          </p:cNvCxnSpPr>
          <p:nvPr/>
        </p:nvCxnSpPr>
        <p:spPr>
          <a:xfrm flipV="1">
            <a:off x="2706128" y="1110061"/>
            <a:ext cx="370729" cy="719050"/>
          </a:xfrm>
          <a:prstGeom prst="bentConnector3">
            <a:avLst>
              <a:gd name="adj1" fmla="val 50000"/>
            </a:avLst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1528994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377131" y="87958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0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>
            <a:stCxn id="6" idx="3"/>
            <a:endCxn id="27" idx="1"/>
          </p:cNvCxnSpPr>
          <p:nvPr/>
        </p:nvCxnSpPr>
        <p:spPr>
          <a:xfrm>
            <a:off x="2882306" y="1110061"/>
            <a:ext cx="194551" cy="0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stCxn id="8" idx="3"/>
            <a:endCxn id="6" idx="1"/>
          </p:cNvCxnSpPr>
          <p:nvPr/>
        </p:nvCxnSpPr>
        <p:spPr>
          <a:xfrm>
            <a:off x="1330994" y="1110061"/>
            <a:ext cx="19800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752265" y="159863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한도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</a:t>
            </a: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키를 계속 누르고 있는가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883966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3" name="직선 화살표 연결선 32"/>
          <p:cNvCxnSpPr>
            <a:stCxn id="27" idx="3"/>
            <a:endCxn id="32" idx="1"/>
          </p:cNvCxnSpPr>
          <p:nvPr/>
        </p:nvCxnSpPr>
        <p:spPr>
          <a:xfrm>
            <a:off x="4430169" y="1110061"/>
            <a:ext cx="194551" cy="4384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221046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928443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자동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15988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눌렀는가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2388574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내뱉기 키를 눌렀는가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7" name="직선 화살표 연결선 46"/>
          <p:cNvCxnSpPr>
            <a:stCxn id="43" idx="2"/>
            <a:endCxn id="44" idx="0"/>
          </p:cNvCxnSpPr>
          <p:nvPr/>
        </p:nvCxnSpPr>
        <p:spPr>
          <a:xfrm>
            <a:off x="3753513" y="2191469"/>
            <a:ext cx="0" cy="197105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/>
          <p:cNvCxnSpPr>
            <a:stCxn id="44" idx="1"/>
            <a:endCxn id="42" idx="3"/>
          </p:cNvCxnSpPr>
          <p:nvPr/>
        </p:nvCxnSpPr>
        <p:spPr>
          <a:xfrm flipH="1">
            <a:off x="2882306" y="2684904"/>
            <a:ext cx="194551" cy="2822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3" idx="3"/>
            <a:endCxn id="58" idx="1"/>
          </p:cNvCxnSpPr>
          <p:nvPr/>
        </p:nvCxnSpPr>
        <p:spPr>
          <a:xfrm flipV="1">
            <a:off x="4430169" y="1894342"/>
            <a:ext cx="194551" cy="798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1663863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게이지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862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내뱉기 효과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2" name="직선 화살표 연결선 61"/>
          <p:cNvCxnSpPr>
            <a:stCxn id="44" idx="3"/>
            <a:endCxn id="61" idx="1"/>
          </p:cNvCxnSpPr>
          <p:nvPr/>
        </p:nvCxnSpPr>
        <p:spPr>
          <a:xfrm>
            <a:off x="4430169" y="2684904"/>
            <a:ext cx="194693" cy="2822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58" idx="3"/>
            <a:endCxn id="95" idx="1"/>
          </p:cNvCxnSpPr>
          <p:nvPr/>
        </p:nvCxnSpPr>
        <p:spPr>
          <a:xfrm>
            <a:off x="5578583" y="1894342"/>
            <a:ext cx="191630" cy="798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8109352" y="15980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계속 누르고 있는가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2" name="직선 화살표 연결선 71"/>
          <p:cNvCxnSpPr>
            <a:stCxn id="73" idx="3"/>
            <a:endCxn id="70" idx="1"/>
          </p:cNvCxnSpPr>
          <p:nvPr/>
        </p:nvCxnSpPr>
        <p:spPr>
          <a:xfrm flipV="1">
            <a:off x="7917894" y="1894340"/>
            <a:ext cx="191458" cy="1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6964031" y="166386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한계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" name="직선 화살표 연결선 83"/>
          <p:cNvCxnSpPr>
            <a:stCxn id="70" idx="3"/>
            <a:endCxn id="85" idx="1"/>
          </p:cNvCxnSpPr>
          <p:nvPr/>
        </p:nvCxnSpPr>
        <p:spPr>
          <a:xfrm flipV="1">
            <a:off x="9462664" y="1894339"/>
            <a:ext cx="191458" cy="1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9654122" y="1663860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한계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" name="직선 화살표 연결선 88"/>
          <p:cNvCxnSpPr>
            <a:stCxn id="85" idx="3"/>
            <a:endCxn id="92" idx="1"/>
          </p:cNvCxnSpPr>
          <p:nvPr/>
        </p:nvCxnSpPr>
        <p:spPr>
          <a:xfrm flipV="1">
            <a:off x="10607985" y="1892414"/>
            <a:ext cx="191458" cy="1925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순서도: 문서 91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10799443" y="1661935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아주 큰 소음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헐떡이는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5" name="순서도: 문서 94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1664661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0" name="직선 화살표 연결선 99"/>
          <p:cNvCxnSpPr>
            <a:stCxn id="95" idx="3"/>
            <a:endCxn id="73" idx="1"/>
          </p:cNvCxnSpPr>
          <p:nvPr/>
        </p:nvCxnSpPr>
        <p:spPr>
          <a:xfrm flipV="1">
            <a:off x="6772401" y="1894341"/>
            <a:ext cx="191630" cy="799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순서도: 문서 10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883966"/>
            <a:ext cx="130682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모션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소리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4" name="직선 화살표 연결선 103"/>
          <p:cNvCxnSpPr>
            <a:stCxn id="32" idx="3"/>
            <a:endCxn id="103" idx="1"/>
          </p:cNvCxnSpPr>
          <p:nvPr/>
        </p:nvCxnSpPr>
        <p:spPr>
          <a:xfrm>
            <a:off x="5578583" y="1114445"/>
            <a:ext cx="19163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꺾인 연결선 108"/>
          <p:cNvCxnSpPr>
            <a:stCxn id="70" idx="2"/>
            <a:endCxn id="44" idx="0"/>
          </p:cNvCxnSpPr>
          <p:nvPr/>
        </p:nvCxnSpPr>
        <p:spPr>
          <a:xfrm rot="5400000">
            <a:off x="6170809" y="-226626"/>
            <a:ext cx="197905" cy="5032495"/>
          </a:xfrm>
          <a:prstGeom prst="bentConnector3">
            <a:avLst>
              <a:gd name="adj1" fmla="val 30749"/>
            </a:avLst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순서도: 문서 11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252419" y="3088203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소음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내뱉는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14" name="꺾인 연결선 113"/>
          <p:cNvCxnSpPr>
            <a:stCxn id="42" idx="2"/>
            <a:endCxn id="113" idx="1"/>
          </p:cNvCxnSpPr>
          <p:nvPr/>
        </p:nvCxnSpPr>
        <p:spPr>
          <a:xfrm rot="16200000" flipH="1">
            <a:off x="2628658" y="2694921"/>
            <a:ext cx="400478" cy="847044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 116"/>
          <p:cNvCxnSpPr>
            <a:stCxn id="61" idx="2"/>
            <a:endCxn id="113" idx="3"/>
          </p:cNvCxnSpPr>
          <p:nvPr/>
        </p:nvCxnSpPr>
        <p:spPr>
          <a:xfrm rot="5400000">
            <a:off x="4477962" y="2694850"/>
            <a:ext cx="400478" cy="847187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cxnSp>
        <p:nvCxnSpPr>
          <p:cNvPr id="59" name="직선 화살표 연결선 58"/>
          <p:cNvCxnSpPr/>
          <p:nvPr/>
        </p:nvCxnSpPr>
        <p:spPr>
          <a:xfrm>
            <a:off x="375351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334845" y="3912546"/>
            <a:ext cx="953863" cy="226504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262501" y="3819029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059543" y="4407819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269779" y="4406257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485318" y="4401618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1359748" y="5367130"/>
            <a:ext cx="953863" cy="226503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70154" y="586748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1297960" y="586240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3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2425765" y="5861284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4268411" y="5367130"/>
            <a:ext cx="953863" cy="226503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6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3640311" y="586128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4789152" y="585620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8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rot="5400000">
            <a:off x="2072276" y="3668317"/>
            <a:ext cx="268769" cy="1210235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 rot="16200000" flipH="1">
            <a:off x="3288263" y="3662564"/>
            <a:ext cx="262568" cy="121554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8" idx="2"/>
            <a:endCxn id="93" idx="0"/>
          </p:cNvCxnSpPr>
          <p:nvPr/>
        </p:nvCxnSpPr>
        <p:spPr>
          <a:xfrm rot="16200000" flipH="1">
            <a:off x="2268397" y="5161916"/>
            <a:ext cx="267651" cy="1131084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8" idx="2"/>
            <a:endCxn id="90" idx="0"/>
          </p:cNvCxnSpPr>
          <p:nvPr/>
        </p:nvCxnSpPr>
        <p:spPr>
          <a:xfrm rot="5400000">
            <a:off x="1137491" y="5168296"/>
            <a:ext cx="273852" cy="1124527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4" idx="2"/>
            <a:endCxn id="96" idx="0"/>
          </p:cNvCxnSpPr>
          <p:nvPr/>
        </p:nvCxnSpPr>
        <p:spPr>
          <a:xfrm rot="5400000">
            <a:off x="4330002" y="5445942"/>
            <a:ext cx="267650" cy="563033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4" idx="2"/>
            <a:endCxn id="97" idx="0"/>
          </p:cNvCxnSpPr>
          <p:nvPr/>
        </p:nvCxnSpPr>
        <p:spPr>
          <a:xfrm rot="16200000" flipH="1">
            <a:off x="4906962" y="5432014"/>
            <a:ext cx="262570" cy="58580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81" idx="2"/>
            <a:endCxn id="86" idx="0"/>
          </p:cNvCxnSpPr>
          <p:nvPr/>
        </p:nvCxnSpPr>
        <p:spPr>
          <a:xfrm>
            <a:off x="2811777" y="4139050"/>
            <a:ext cx="1" cy="267207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/>
          <p:cNvCxnSpPr>
            <a:stCxn id="88" idx="2"/>
            <a:endCxn id="91" idx="0"/>
          </p:cNvCxnSpPr>
          <p:nvPr/>
        </p:nvCxnSpPr>
        <p:spPr>
          <a:xfrm>
            <a:off x="1836680" y="5593633"/>
            <a:ext cx="3279" cy="268772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222191" y="3672240"/>
            <a:ext cx="11762858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29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4582537" y="5138122"/>
            <a:ext cx="2931762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9E95F95C-4891-BF37-4F04-CD637195C812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36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2896</Words>
  <Application>Microsoft Office PowerPoint</Application>
  <PresentationFormat>와이드스크린</PresentationFormat>
  <Paragraphs>737</Paragraphs>
  <Slides>33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6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호흡 시스템 기획 문서</dc:title>
  <dc:subject>호흡 시스템 기획 문서</dc:subject>
  <dc:creator>OpenAI</dc:creator>
  <cp:lastModifiedBy>musukie52@gmail.com</cp:lastModifiedBy>
  <cp:revision>21</cp:revision>
  <dcterms:created xsi:type="dcterms:W3CDTF">2026-08-19T01:17:59Z</dcterms:created>
  <dcterms:modified xsi:type="dcterms:W3CDTF">2026-08-21T01:58:20Z</dcterms:modified>
</cp:coreProperties>
</file>