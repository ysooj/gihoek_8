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8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EDFF"/>
    <a:srgbClr val="EAF7EE"/>
    <a:srgbClr val="2D8D50"/>
    <a:srgbClr val="F77D7D"/>
    <a:srgbClr val="46AFF0"/>
    <a:srgbClr val="073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7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40561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124751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54012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79615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205219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230822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적용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5688" y="272884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302145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2774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5335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시스템 순환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5688" y="3954142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데이터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6856" y="42467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027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124332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53593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7919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한계/강제 호흡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2100" y="273303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302564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공기 환경 반응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3267" y="32816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타입별 탐지 차이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0072" y="125209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54469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80073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호흡 기술 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0072" y="2724274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30168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27291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스토리/에피소드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0072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75424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예외 사항 안전 장치</a:t>
            </a: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/>
        </p:nvGraphicFramePr>
        <p:xfrm>
          <a:off x="566928" y="5300091"/>
          <a:ext cx="11045952" cy="116230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95948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4183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/ 핵심 경험 / 시스템 볼륨 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0936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플레이 HUD와 화면 구성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4183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입력·상태·소음·환경·능력 규칙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유니티 구조도와 주요 플로우차트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183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/ 애니메이션 / SFX / VFX / 데이터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7395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충돌·난이도 붕괴 방지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53328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pic>
        <p:nvPicPr>
          <p:cNvPr id="6" name="Image 0" descr="/mnt/data/바이오_연구소의_은밀한_침투작전.png"/>
          <p:cNvPicPr>
            <a:picLocks noChangeAspect="1"/>
          </p:cNvPicPr>
          <p:nvPr/>
        </p:nvPicPr>
        <p:blipFill>
          <a:blip r:embed="rId3"/>
          <a:srcRect t="9365" b="9365"/>
          <a:stretch/>
        </p:blipFill>
        <p:spPr>
          <a:xfrm>
            <a:off x="676656" y="1051560"/>
            <a:ext cx="10835640" cy="4956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605332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0" y="2926080"/>
            <a:ext cx="749808" cy="749808"/>
          </a:xfrm>
          <a:prstGeom prst="ellipse">
            <a:avLst/>
          </a:prstGeom>
          <a:solidFill>
            <a:srgbClr val="073B5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1078992"/>
            <a:ext cx="530352" cy="530352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23560" y="960120"/>
            <a:ext cx="530352" cy="530352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12280" y="1078992"/>
            <a:ext cx="530352" cy="530352"/>
          </a:xfrm>
          <a:prstGeom prst="ellipse">
            <a:avLst/>
          </a:prstGeom>
          <a:solidFill>
            <a:srgbClr val="FFF6D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2359152"/>
            <a:ext cx="566928" cy="566928"/>
          </a:xfrm>
          <a:prstGeom prst="ellipse">
            <a:avLst/>
          </a:prstGeom>
          <a:solidFill>
            <a:srgbClr val="EAF3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82112" y="4041648"/>
            <a:ext cx="566928" cy="566928"/>
          </a:xfrm>
          <a:prstGeom prst="ellipse">
            <a:avLst/>
          </a:prstGeom>
          <a:solidFill>
            <a:srgbClr val="FFF0E6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부채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50992" y="4892040"/>
            <a:ext cx="512064" cy="512064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34440" y="2084832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4440" y="3246120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4440" y="4407408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52544" y="5623560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58200" y="1078992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38944" y="2240280"/>
            <a:ext cx="502920" cy="502920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838944" y="3685032"/>
            <a:ext cx="502920" cy="502920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58200" y="5230368"/>
            <a:ext cx="548640" cy="548640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 능력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623620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호흡 → 소음 → 적 AI처럼 단선으로 끝나지 않고, 이동·환경·능력이 다시 호흡 조건을 바꾼다.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 확보 / 환경 공기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935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참음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5935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억제 / 호흡 게이지 감소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 수행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2259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이동·은신·능력 사용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259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누적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2259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긴장·격한 행동으로 회복 부담 증가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5935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5935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회복 / 소음 발생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판단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AI·환경 소음·공기 상태 확인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7355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3679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00032" y="1892808"/>
            <a:ext cx="0" cy="237744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0003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3679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27355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77240" y="6108192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의도: 숨을 끝까지 참는 플레이보다, 한계 전에 일부 회복하고 다시 숨기는 판단이 숙련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">
            <a:extLst>
              <a:ext uri="{FF2B5EF4-FFF2-40B4-BE49-F238E27FC236}">
                <a16:creationId xmlns:a16="http://schemas.microsoft.com/office/drawing/2014/main" id="{5241EF64-F13C-49B6-90AD-B7077847D28D}"/>
              </a:ext>
            </a:extLst>
          </p:cNvPr>
          <p:cNvSpPr/>
          <p:nvPr/>
        </p:nvSpPr>
        <p:spPr>
          <a:xfrm>
            <a:off x="2132798" y="-2423563"/>
            <a:ext cx="758952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D2034FDF-E141-45BF-9316-4802F9EDD5B1}"/>
              </a:ext>
            </a:extLst>
          </p:cNvPr>
          <p:cNvSpPr/>
          <p:nvPr/>
        </p:nvSpPr>
        <p:spPr>
          <a:xfrm>
            <a:off x="528186" y="-2206594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저장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잠금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8E32EC34-3881-4C43-9A2D-C7CA0B7F612D}"/>
              </a:ext>
            </a:extLst>
          </p:cNvPr>
          <p:cNvSpPr/>
          <p:nvPr/>
        </p:nvSpPr>
        <p:spPr>
          <a:xfrm>
            <a:off x="537330" y="-3063643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자극도 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551790" y="156422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8B1038B4-9D7A-4BAB-9706-EBC4A1614C05}"/>
              </a:ext>
            </a:extLst>
          </p:cNvPr>
          <p:cNvSpPr/>
          <p:nvPr/>
        </p:nvSpPr>
        <p:spPr>
          <a:xfrm>
            <a:off x="1812742" y="156422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순서도: 문서 13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073694" y="1552990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4734095" y="1467165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1E5922A-92FA-4C37-8A7E-F3AA5B68B4B2}"/>
              </a:ext>
            </a:extLst>
          </p:cNvPr>
          <p:cNvSpPr/>
          <p:nvPr/>
        </p:nvSpPr>
        <p:spPr>
          <a:xfrm>
            <a:off x="6394496" y="1564220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순서도: 문서 16">
            <a:extLst>
              <a:ext uri="{FF2B5EF4-FFF2-40B4-BE49-F238E27FC236}">
                <a16:creationId xmlns:a16="http://schemas.microsoft.com/office/drawing/2014/main" id="{3398CC3A-571C-43C7-AE08-17EA41084A6C}"/>
              </a:ext>
            </a:extLst>
          </p:cNvPr>
          <p:cNvSpPr/>
          <p:nvPr/>
        </p:nvSpPr>
        <p:spPr>
          <a:xfrm>
            <a:off x="9250596" y="1564220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50F085-F534-4C0D-8F80-99FC82F386D6}"/>
              </a:ext>
            </a:extLst>
          </p:cNvPr>
          <p:cNvSpPr/>
          <p:nvPr/>
        </p:nvSpPr>
        <p:spPr>
          <a:xfrm>
            <a:off x="10910997" y="15473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700089FC-D991-47BF-97C6-DEB4C7FDB14D}"/>
              </a:ext>
            </a:extLst>
          </p:cNvPr>
          <p:cNvSpPr/>
          <p:nvPr/>
        </p:nvSpPr>
        <p:spPr>
          <a:xfrm>
            <a:off x="1505653" y="188105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6A7BE872-DC81-4857-A533-3F9E391F0ABD}"/>
              </a:ext>
            </a:extLst>
          </p:cNvPr>
          <p:cNvSpPr/>
          <p:nvPr/>
        </p:nvSpPr>
        <p:spPr>
          <a:xfrm>
            <a:off x="2766605" y="190511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45A62CEB-3995-4753-9777-0630776C1956}"/>
              </a:ext>
            </a:extLst>
          </p:cNvPr>
          <p:cNvSpPr/>
          <p:nvPr/>
        </p:nvSpPr>
        <p:spPr>
          <a:xfrm>
            <a:off x="4427006" y="190511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4EE9BA0A-7E39-4C4F-A2ED-FD905F4B7D79}"/>
              </a:ext>
            </a:extLst>
          </p:cNvPr>
          <p:cNvSpPr/>
          <p:nvPr/>
        </p:nvSpPr>
        <p:spPr>
          <a:xfrm>
            <a:off x="6103406" y="1905115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C1C63BAF-83C6-42DD-8C08-4DA8E2DBF459}"/>
              </a:ext>
            </a:extLst>
          </p:cNvPr>
          <p:cNvSpPr/>
          <p:nvPr/>
        </p:nvSpPr>
        <p:spPr>
          <a:xfrm>
            <a:off x="8943507" y="190511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CB013F1A-4D28-4886-83F5-96669CADB501}"/>
              </a:ext>
            </a:extLst>
          </p:cNvPr>
          <p:cNvSpPr/>
          <p:nvPr/>
        </p:nvSpPr>
        <p:spPr>
          <a:xfrm>
            <a:off x="10603908" y="190511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691E7701-0B8D-472F-8E04-86601B2D36A4}"/>
              </a:ext>
            </a:extLst>
          </p:cNvPr>
          <p:cNvSpPr/>
          <p:nvPr/>
        </p:nvSpPr>
        <p:spPr>
          <a:xfrm>
            <a:off x="9315849" y="2464582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343BBFD-31C5-484B-8D1F-2CFDE6C66995}"/>
              </a:ext>
            </a:extLst>
          </p:cNvPr>
          <p:cNvSpPr/>
          <p:nvPr/>
        </p:nvSpPr>
        <p:spPr>
          <a:xfrm>
            <a:off x="3306044" y="2588391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CF473451-5242-4FF2-ADFD-E9E479E35493}"/>
              </a:ext>
            </a:extLst>
          </p:cNvPr>
          <p:cNvSpPr/>
          <p:nvPr/>
        </p:nvSpPr>
        <p:spPr>
          <a:xfrm>
            <a:off x="551790" y="296650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B60D64B-0B81-4198-98B9-7922F2D9B706}"/>
              </a:ext>
            </a:extLst>
          </p:cNvPr>
          <p:cNvSpPr/>
          <p:nvPr/>
        </p:nvSpPr>
        <p:spPr>
          <a:xfrm>
            <a:off x="350707" y="4368783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순서도: 문서 28">
            <a:extLst>
              <a:ext uri="{FF2B5EF4-FFF2-40B4-BE49-F238E27FC236}">
                <a16:creationId xmlns:a16="http://schemas.microsoft.com/office/drawing/2014/main" id="{6C96223A-A7EE-4F49-B3FD-5A1C049019FC}"/>
              </a:ext>
            </a:extLst>
          </p:cNvPr>
          <p:cNvSpPr/>
          <p:nvPr/>
        </p:nvSpPr>
        <p:spPr>
          <a:xfrm>
            <a:off x="2019465" y="44546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97B59143-1B92-489D-9472-0E39957B60D5}"/>
              </a:ext>
            </a:extLst>
          </p:cNvPr>
          <p:cNvSpPr/>
          <p:nvPr/>
        </p:nvSpPr>
        <p:spPr>
          <a:xfrm>
            <a:off x="1712376" y="47586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9B4B99C6-5400-4F95-8A20-6BAAE2B3B62C}"/>
              </a:ext>
            </a:extLst>
          </p:cNvPr>
          <p:cNvSpPr/>
          <p:nvPr/>
        </p:nvSpPr>
        <p:spPr>
          <a:xfrm>
            <a:off x="3679866" y="4347125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76D4E237-7DBD-425C-B8AA-70E2A766D0B9}"/>
              </a:ext>
            </a:extLst>
          </p:cNvPr>
          <p:cNvSpPr/>
          <p:nvPr/>
        </p:nvSpPr>
        <p:spPr>
          <a:xfrm>
            <a:off x="6519849" y="4437362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536016A-0020-4AEB-BFE9-E61A855E2703}"/>
              </a:ext>
            </a:extLst>
          </p:cNvPr>
          <p:cNvSpPr/>
          <p:nvPr/>
        </p:nvSpPr>
        <p:spPr>
          <a:xfrm>
            <a:off x="9797690" y="3415763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E9A1B7B-1987-401B-A4A5-07E40790C836}"/>
              </a:ext>
            </a:extLst>
          </p:cNvPr>
          <p:cNvSpPr/>
          <p:nvPr/>
        </p:nvSpPr>
        <p:spPr>
          <a:xfrm>
            <a:off x="8536738" y="3507203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BF00F6F5-F2DC-47C8-BF17-5C5EAF47133F}"/>
              </a:ext>
            </a:extLst>
          </p:cNvPr>
          <p:cNvSpPr/>
          <p:nvPr/>
        </p:nvSpPr>
        <p:spPr>
          <a:xfrm>
            <a:off x="9490601" y="3827243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A5C4E96C-237C-4FA6-A9F3-CEFC0A213D01}"/>
              </a:ext>
            </a:extLst>
          </p:cNvPr>
          <p:cNvSpPr/>
          <p:nvPr/>
        </p:nvSpPr>
        <p:spPr>
          <a:xfrm>
            <a:off x="6654167" y="3507203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5A389B70-09D1-4E56-8E6C-1ACF0FADA6CA}"/>
              </a:ext>
            </a:extLst>
          </p:cNvPr>
          <p:cNvSpPr/>
          <p:nvPr/>
        </p:nvSpPr>
        <p:spPr>
          <a:xfrm>
            <a:off x="8229649" y="3827243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893A7A2B-09DF-49A5-B48F-6ACDAF7EF640}"/>
              </a:ext>
            </a:extLst>
          </p:cNvPr>
          <p:cNvSpPr/>
          <p:nvPr/>
        </p:nvSpPr>
        <p:spPr>
          <a:xfrm rot="5400000">
            <a:off x="2156325" y="-18724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23C263A-2B29-428E-8C78-68F258CBFF8E}"/>
              </a:ext>
            </a:extLst>
          </p:cNvPr>
          <p:cNvSpPr/>
          <p:nvPr/>
        </p:nvSpPr>
        <p:spPr>
          <a:xfrm rot="16200000">
            <a:off x="2566408" y="-18925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86DE14C-09A1-472C-9F9C-6821173FA1BB}"/>
              </a:ext>
            </a:extLst>
          </p:cNvPr>
          <p:cNvSpPr/>
          <p:nvPr/>
        </p:nvSpPr>
        <p:spPr>
          <a:xfrm rot="5400000">
            <a:off x="10450364" y="325820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C78D19A6-14E3-452D-B988-F145B2142F2E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5400000">
            <a:off x="10850578" y="1927231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6">
            <a:extLst>
              <a:ext uri="{FF2B5EF4-FFF2-40B4-BE49-F238E27FC236}">
                <a16:creationId xmlns:a16="http://schemas.microsoft.com/office/drawing/2014/main" id="{ABDB6EBE-E62A-4E1B-BCCE-88A317E5B907}"/>
              </a:ext>
            </a:extLst>
          </p:cNvPr>
          <p:cNvSpPr/>
          <p:nvPr/>
        </p:nvSpPr>
        <p:spPr>
          <a:xfrm rot="5400000">
            <a:off x="7336862" y="4301064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EADA1255-E5EB-4DCC-962E-51B29A2B98D0}"/>
              </a:ext>
            </a:extLst>
          </p:cNvPr>
          <p:cNvSpPr/>
          <p:nvPr/>
        </p:nvSpPr>
        <p:spPr>
          <a:xfrm>
            <a:off x="3372777" y="472451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2F30AB4-EAA9-4A47-9286-51317EBA448E}"/>
              </a:ext>
            </a:extLst>
          </p:cNvPr>
          <p:cNvSpPr/>
          <p:nvPr/>
        </p:nvSpPr>
        <p:spPr>
          <a:xfrm>
            <a:off x="6212760" y="47586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0432ED95-867C-48C3-AE5C-331BF2331E0D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rot="5400000" flipH="1" flipV="1">
            <a:off x="1278098" y="1954925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hape 6">
            <a:extLst>
              <a:ext uri="{FF2B5EF4-FFF2-40B4-BE49-F238E27FC236}">
                <a16:creationId xmlns:a16="http://schemas.microsoft.com/office/drawing/2014/main" id="{92E27C08-81F9-4767-83FE-432AF82440B0}"/>
              </a:ext>
            </a:extLst>
          </p:cNvPr>
          <p:cNvSpPr/>
          <p:nvPr/>
        </p:nvSpPr>
        <p:spPr>
          <a:xfrm rot="16200000">
            <a:off x="657090" y="3976853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F514C508-C098-4DB1-B19A-8141EF7A334C}"/>
              </a:ext>
            </a:extLst>
          </p:cNvPr>
          <p:cNvCxnSpPr>
            <a:cxnSpLocks/>
            <a:stCxn id="34" idx="3"/>
            <a:endCxn id="70" idx="3"/>
          </p:cNvCxnSpPr>
          <p:nvPr/>
        </p:nvCxnSpPr>
        <p:spPr>
          <a:xfrm flipH="1">
            <a:off x="11258167" y="3827243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Shape 6">
            <a:extLst>
              <a:ext uri="{FF2B5EF4-FFF2-40B4-BE49-F238E27FC236}">
                <a16:creationId xmlns:a16="http://schemas.microsoft.com/office/drawing/2014/main" id="{190F58C8-8E11-4109-B248-69E6C05206E5}"/>
              </a:ext>
            </a:extLst>
          </p:cNvPr>
          <p:cNvSpPr/>
          <p:nvPr/>
        </p:nvSpPr>
        <p:spPr>
          <a:xfrm rot="5400000">
            <a:off x="875177" y="5345288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64B7CAD1-7773-46EE-80A9-2B2DBF5D5849}"/>
              </a:ext>
            </a:extLst>
          </p:cNvPr>
          <p:cNvSpPr/>
          <p:nvPr/>
        </p:nvSpPr>
        <p:spPr>
          <a:xfrm>
            <a:off x="551790" y="5498833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72D56F33-E1A9-48CD-94B9-25D38A8103BF}"/>
              </a:ext>
            </a:extLst>
          </p:cNvPr>
          <p:cNvSpPr/>
          <p:nvPr/>
        </p:nvSpPr>
        <p:spPr>
          <a:xfrm>
            <a:off x="1812743" y="5498833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81350679-FEEB-4CCD-BC6E-B3726D4587D6}"/>
              </a:ext>
            </a:extLst>
          </p:cNvPr>
          <p:cNvSpPr/>
          <p:nvPr/>
        </p:nvSpPr>
        <p:spPr>
          <a:xfrm>
            <a:off x="3073693" y="5498833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AA40B3A4-7C07-49D9-908E-42359E9D7458}"/>
              </a:ext>
            </a:extLst>
          </p:cNvPr>
          <p:cNvSpPr/>
          <p:nvPr/>
        </p:nvSpPr>
        <p:spPr>
          <a:xfrm>
            <a:off x="5177012" y="5498833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DE36CB81-08A6-4B6D-96F9-C17FBFA0B411}"/>
              </a:ext>
            </a:extLst>
          </p:cNvPr>
          <p:cNvSpPr/>
          <p:nvPr/>
        </p:nvSpPr>
        <p:spPr>
          <a:xfrm>
            <a:off x="1505652" y="581085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349C4CEF-06A4-4E0B-888C-DB73D6339183}"/>
              </a:ext>
            </a:extLst>
          </p:cNvPr>
          <p:cNvSpPr/>
          <p:nvPr/>
        </p:nvSpPr>
        <p:spPr>
          <a:xfrm>
            <a:off x="2766606" y="5818873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969F79C1-8286-43A1-AD40-2613EBBE7C85}"/>
              </a:ext>
            </a:extLst>
          </p:cNvPr>
          <p:cNvSpPr/>
          <p:nvPr/>
        </p:nvSpPr>
        <p:spPr>
          <a:xfrm>
            <a:off x="4869923" y="581085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8D74BBE4-AA54-4D83-90FB-CE930C1B010B}"/>
              </a:ext>
            </a:extLst>
          </p:cNvPr>
          <p:cNvSpPr/>
          <p:nvPr/>
        </p:nvSpPr>
        <p:spPr>
          <a:xfrm>
            <a:off x="6437964" y="550765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4CE42B01-95B7-4347-B1A8-BEE01134E59A}"/>
              </a:ext>
            </a:extLst>
          </p:cNvPr>
          <p:cNvSpPr/>
          <p:nvPr/>
        </p:nvSpPr>
        <p:spPr>
          <a:xfrm>
            <a:off x="6130875" y="5818873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4AC35524-5492-4366-A07D-2CAB52729E86}"/>
              </a:ext>
            </a:extLst>
          </p:cNvPr>
          <p:cNvSpPr/>
          <p:nvPr/>
        </p:nvSpPr>
        <p:spPr>
          <a:xfrm>
            <a:off x="9797690" y="4522328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5B5A6BB1-C3AA-4FC9-BB69-B502080F028F}"/>
              </a:ext>
            </a:extLst>
          </p:cNvPr>
          <p:cNvSpPr/>
          <p:nvPr/>
        </p:nvSpPr>
        <p:spPr>
          <a:xfrm rot="5400000">
            <a:off x="10427967" y="4368783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26FB901B-C51B-42E9-98F6-CC959B68C9E5}"/>
              </a:ext>
            </a:extLst>
          </p:cNvPr>
          <p:cNvSpPr/>
          <p:nvPr/>
        </p:nvSpPr>
        <p:spPr>
          <a:xfrm>
            <a:off x="9904855" y="549935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0AF6EFF-CD4A-4A1D-AAA0-49437DC1AC43}"/>
              </a:ext>
            </a:extLst>
          </p:cNvPr>
          <p:cNvSpPr/>
          <p:nvPr/>
        </p:nvSpPr>
        <p:spPr>
          <a:xfrm>
            <a:off x="8643902" y="550765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B8B59802-072E-4002-8979-798D86EC85B2}"/>
              </a:ext>
            </a:extLst>
          </p:cNvPr>
          <p:cNvSpPr/>
          <p:nvPr/>
        </p:nvSpPr>
        <p:spPr>
          <a:xfrm>
            <a:off x="9597765" y="5823003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DADA43EA-E186-4737-B023-A63C17BA84FF}"/>
              </a:ext>
            </a:extLst>
          </p:cNvPr>
          <p:cNvSpPr/>
          <p:nvPr/>
        </p:nvSpPr>
        <p:spPr>
          <a:xfrm>
            <a:off x="7391827" y="5810852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05A1395C-C191-49CF-A152-DCDD15AFE73F}"/>
              </a:ext>
            </a:extLst>
          </p:cNvPr>
          <p:cNvSpPr/>
          <p:nvPr/>
        </p:nvSpPr>
        <p:spPr>
          <a:xfrm rot="5400000">
            <a:off x="10411924" y="533088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0BDFAC01-B266-4988-8B7F-065080061884}"/>
              </a:ext>
            </a:extLst>
          </p:cNvPr>
          <p:cNvCxnSpPr>
            <a:cxnSpLocks/>
            <a:stCxn id="26" idx="3"/>
            <a:endCxn id="16" idx="2"/>
          </p:cNvCxnSpPr>
          <p:nvPr/>
        </p:nvCxnSpPr>
        <p:spPr>
          <a:xfrm flipV="1">
            <a:off x="5855055" y="2204300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a16:creationId xmlns:a16="http://schemas.microsoft.com/office/drawing/2014/main" id="{56FFD956-4696-4FAD-A995-F2AC2388E763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rot="5400000">
            <a:off x="4846518" y="2024158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14535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422647" y="1075850"/>
            <a:ext cx="953863" cy="32826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743907-BB3B-4A99-A61E-D587AA6FC5DD}"/>
              </a:ext>
            </a:extLst>
          </p:cNvPr>
          <p:cNvCxnSpPr/>
          <p:nvPr/>
        </p:nvCxnSpPr>
        <p:spPr>
          <a:xfrm>
            <a:off x="6096000" y="1026695"/>
            <a:ext cx="0" cy="50853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440596" y="1023313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277480" y="172120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422648" y="171612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Shape 6">
            <a:extLst>
              <a:ext uri="{FF2B5EF4-FFF2-40B4-BE49-F238E27FC236}">
                <a16:creationId xmlns:a16="http://schemas.microsoft.com/office/drawing/2014/main" id="{515AB5F1-B559-438D-AC02-D74CC44FE323}"/>
              </a:ext>
            </a:extLst>
          </p:cNvPr>
          <p:cNvSpPr/>
          <p:nvPr/>
        </p:nvSpPr>
        <p:spPr>
          <a:xfrm rot="5400000">
            <a:off x="2753863" y="1567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0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567816" y="1715005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2422647" y="2952049"/>
            <a:ext cx="953863" cy="32826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277480" y="359740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2422648" y="359232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Shape 6">
            <a:extLst>
              <a:ext uri="{FF2B5EF4-FFF2-40B4-BE49-F238E27FC236}">
                <a16:creationId xmlns:a16="http://schemas.microsoft.com/office/drawing/2014/main" id="{DFA64CE9-776F-49DC-99B6-3992826F8427}"/>
              </a:ext>
            </a:extLst>
          </p:cNvPr>
          <p:cNvSpPr/>
          <p:nvPr/>
        </p:nvSpPr>
        <p:spPr>
          <a:xfrm rot="5400000">
            <a:off x="2753863" y="344386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3567816" y="3591204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2422647" y="4825139"/>
            <a:ext cx="953863" cy="32826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1848980" y="547049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2994148" y="546541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79" idx="0"/>
            <a:endCxn id="76" idx="0"/>
          </p:cNvCxnSpPr>
          <p:nvPr/>
        </p:nvCxnSpPr>
        <p:spPr>
          <a:xfrm rot="10800000" flipV="1">
            <a:off x="1754412" y="1414116"/>
            <a:ext cx="1152997" cy="307089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79" idx="0"/>
            <a:endCxn id="80" idx="0"/>
          </p:cNvCxnSpPr>
          <p:nvPr/>
        </p:nvCxnSpPr>
        <p:spPr>
          <a:xfrm rot="10800000" flipH="1" flipV="1">
            <a:off x="2907407" y="1414117"/>
            <a:ext cx="1137339" cy="300888"/>
          </a:xfrm>
          <a:prstGeom prst="bentConnector4">
            <a:avLst>
              <a:gd name="adj1" fmla="val -353"/>
              <a:gd name="adj2" fmla="val 48857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15236" y="3283421"/>
            <a:ext cx="1137339" cy="300888"/>
          </a:xfrm>
          <a:prstGeom prst="bentConnector4">
            <a:avLst>
              <a:gd name="adj1" fmla="val -353"/>
              <a:gd name="adj2" fmla="val 48857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</p:cNvCxnSpPr>
          <p:nvPr/>
        </p:nvCxnSpPr>
        <p:spPr>
          <a:xfrm rot="10800000" flipV="1">
            <a:off x="1746581" y="3297848"/>
            <a:ext cx="1152997" cy="307089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rot="5400000">
            <a:off x="2454198" y="5025114"/>
            <a:ext cx="317094" cy="5736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 rot="16200000" flipH="1">
            <a:off x="3029322" y="5023658"/>
            <a:ext cx="312014" cy="57150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204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2678</Words>
  <Application>Microsoft Office PowerPoint</Application>
  <PresentationFormat>와이드스크린</PresentationFormat>
  <Paragraphs>647</Paragraphs>
  <Slides>29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2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Administrator</cp:lastModifiedBy>
  <cp:revision>7</cp:revision>
  <dcterms:created xsi:type="dcterms:W3CDTF">2026-08-19T01:17:59Z</dcterms:created>
  <dcterms:modified xsi:type="dcterms:W3CDTF">2026-08-19T04:59:23Z</dcterms:modified>
</cp:coreProperties>
</file>