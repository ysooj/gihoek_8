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82" r:id="rId3"/>
    <p:sldId id="257" r:id="rId4"/>
    <p:sldId id="258" r:id="rId5"/>
    <p:sldId id="259" r:id="rId6"/>
    <p:sldId id="286" r:id="rId7"/>
    <p:sldId id="288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3" r:id="rId31"/>
    <p:sldId id="284" r:id="rId32"/>
    <p:sldId id="289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3B5A"/>
    <a:srgbClr val="F2EDFF"/>
    <a:srgbClr val="EAF7EE"/>
    <a:srgbClr val="2D8D50"/>
    <a:srgbClr val="F77D7D"/>
    <a:srgbClr val="46A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1836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99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8EF28-70DA-4FAA-8D38-6F013B029937}" type="datetimeFigureOut">
              <a:rPr lang="ko-KR" altLang="en-US" smtClean="0"/>
              <a:t>2026-08-19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4AE0A-4E60-479B-BD80-027F87174D7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72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5.jpe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microsoft.com/office/2007/relationships/hdphoto" Target="../media/hdphoto1.wdp"/><Relationship Id="rId9" Type="http://schemas.openxmlformats.org/officeDocument/2006/relationships/image" Target="../media/image7.jpeg"/><Relationship Id="rId14" Type="http://schemas.openxmlformats.org/officeDocument/2006/relationships/image" Target="../media/image1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440561"/>
            <a:ext cx="7955279" cy="4297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2000" b="1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목차</a:t>
            </a:r>
            <a:endParaRPr sz="2000" b="1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15688" y="1247518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16856" y="154012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1.1 시스템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6856" y="179615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1.2 호흡 시스템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6856" y="205219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1.3 핵심 플레이 경험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6856" y="230822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1.4 적용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5688" y="2728846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구조도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16856" y="302145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2.1 전체 시스템 구조도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6856" y="3277486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2.2 시스템 볼륨 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6856" y="353351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2.3 시스템 순환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5688" y="3954142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데이터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16856" y="424675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3.1 호흡 값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6856" y="45027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3.2 호흡 참조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2100" y="124332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행동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3268" y="153593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4.1 기본 행동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3268" y="179196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4.2 한계/강제 호흡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72100" y="2733037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573267" y="3025645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5.1 공기 환경 반응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3267" y="3281677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5.2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안전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한계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72100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AI와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3267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적의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감지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3267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6.2 타입별 탐지 차이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0072" y="125209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플레이어와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1239" y="154469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7.1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플레이어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조작</a:t>
            </a:r>
            <a:r>
              <a:rPr sz="1000" b="0" dirty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0" dirty="0" err="1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규칙</a:t>
            </a:r>
            <a:endParaRPr sz="1000" b="0" dirty="0">
              <a:solidFill>
                <a:srgbClr val="23283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41239" y="180073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7.2 호흡 기술 확장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40072" y="2724274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콘텐츠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연동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941239" y="301688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8.1 은신/이동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1239" y="3272914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8.2 스토리/에피소드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40072" y="3949570"/>
            <a:ext cx="1841303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플레이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화면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리소스</a:t>
            </a:r>
            <a:r>
              <a:rPr sz="1000" b="1" dirty="0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/ </a:t>
            </a:r>
            <a:r>
              <a:rPr sz="1000" b="1" dirty="0" err="1">
                <a:solidFill>
                  <a:srgbClr val="00437A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예외</a:t>
            </a:r>
            <a:endParaRPr sz="1000" b="1" dirty="0">
              <a:solidFill>
                <a:srgbClr val="00437A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41239" y="4242178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9. 플레이 화면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41239" y="4498210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10. 리소스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41239" y="4754242"/>
            <a:ext cx="1735074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noAutofit/>
          </a:bodyPr>
          <a:lstStyle/>
          <a:p>
            <a:pPr>
              <a:lnSpc>
                <a:spcPct val="150000"/>
              </a:lnSpc>
            </a:pPr>
            <a:r>
              <a:rPr sz="1000" b="0">
                <a:solidFill>
                  <a:srgbClr val="23283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11. 예외 사항 안전 장치</a:t>
            </a:r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61D4B987-6BA8-B896-BC13-482F5E48D02D}"/>
              </a:ext>
            </a:extLst>
          </p:cNvPr>
          <p:cNvGraphicFramePr>
            <a:graphicFrameLocks noGrp="1"/>
          </p:cNvGraphicFramePr>
          <p:nvPr/>
        </p:nvGraphicFramePr>
        <p:xfrm>
          <a:off x="566928" y="5300091"/>
          <a:ext cx="11045952" cy="12801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04872">
                  <a:extLst>
                    <a:ext uri="{9D8B030D-6E8A-4147-A177-3AD203B41FA5}">
                      <a16:colId xmlns:a16="http://schemas.microsoft.com/office/drawing/2014/main" val="4276484257"/>
                    </a:ext>
                  </a:extLst>
                </a:gridCol>
                <a:gridCol w="8641080">
                  <a:extLst>
                    <a:ext uri="{9D8B030D-6E8A-4147-A177-3AD203B41FA5}">
                      <a16:colId xmlns:a16="http://schemas.microsoft.com/office/drawing/2014/main" val="673008526"/>
                    </a:ext>
                  </a:extLst>
                </a:gridCol>
              </a:tblGrid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수정내용</a:t>
                      </a:r>
                    </a:p>
                  </a:txBody>
                  <a:tcPr anchor="ctr">
                    <a:solidFill>
                      <a:srgbClr val="00437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138024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011685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174552"/>
                  </a:ext>
                </a:extLst>
              </a:tr>
              <a:tr h="279337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/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000" dirty="0"/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3677235"/>
                  </a:ext>
                </a:extLst>
              </a:tr>
            </a:tbl>
          </a:graphicData>
        </a:graphic>
      </p:graphicFrame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7E83D50F-51D1-83AE-FB17-5CF439D6F431}"/>
              </a:ext>
            </a:extLst>
          </p:cNvPr>
          <p:cNvCxnSpPr>
            <a:cxnSpLocks/>
          </p:cNvCxnSpPr>
          <p:nvPr/>
        </p:nvCxnSpPr>
        <p:spPr>
          <a:xfrm>
            <a:off x="588264" y="959482"/>
            <a:ext cx="11015472" cy="0"/>
          </a:xfrm>
          <a:prstGeom prst="line">
            <a:avLst/>
          </a:prstGeom>
          <a:ln cap="rnd">
            <a:solidFill>
              <a:srgbClr val="0043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13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4183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/ 핵심 경험 / 시스템 볼륨 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0936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플레이 HUD와 화면 구성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4183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입력·상태·소음·환경·능력 규칙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유니티 구조도와 주요 플로우차트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183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/ 애니메이션 / SFX / VFX / 데이터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7395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충돌·난이도 붕괴 방지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53328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676656" y="6254496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1672" y="941008"/>
            <a:ext cx="9036464" cy="50857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36" y="794093"/>
            <a:ext cx="5556664" cy="3127285"/>
          </a:xfrm>
          <a:prstGeom prst="rect">
            <a:avLst/>
          </a:prstGeom>
        </p:spPr>
      </p:pic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87250"/>
              </p:ext>
            </p:extLst>
          </p:nvPr>
        </p:nvGraphicFramePr>
        <p:xfrm>
          <a:off x="6311899" y="325863"/>
          <a:ext cx="5441241" cy="62062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849155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461135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461135">
                  <a:extLst>
                    <a:ext uri="{9D8B030D-6E8A-4147-A177-3AD203B41FA5}">
                      <a16:colId xmlns:a16="http://schemas.microsoft.com/office/drawing/2014/main" val="3604146317"/>
                    </a:ext>
                  </a:extLst>
                </a:gridCol>
                <a:gridCol w="1669816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</a:tblGrid>
              <a:tr h="60415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smtClean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ko-KR" altLang="en-US" sz="15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500" smtClean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ko-KR" altLang="en-US" sz="15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53881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들이마시기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모션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조작키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게이지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32322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  <a:tr h="52036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숨 참기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모션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조작키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게이지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984948"/>
                  </a:ext>
                </a:extLst>
              </a:tr>
              <a:tr h="132322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57325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내뱉기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모션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조작키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게이지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161141"/>
                  </a:ext>
                </a:extLst>
              </a:tr>
              <a:tr h="132322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</a:tbl>
          </a:graphicData>
        </a:graphic>
      </p:graphicFrame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967" b="89565" l="40809" r="45410">
                        <a14:foregroundMark x1="41089" y1="86397" x2="44677" y2="88204"/>
                        <a14:foregroundMark x1="41208" y1="86929" x2="41208" y2="88098"/>
                        <a14:foregroundMark x1="41208" y1="88310" x2="44438" y2="882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0234" t="84392" r="54015" b="9860"/>
          <a:stretch/>
        </p:blipFill>
        <p:spPr>
          <a:xfrm>
            <a:off x="9035318" y="1895248"/>
            <a:ext cx="687211" cy="386556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442" b="89019" l="54208" r="56604">
                        <a14:foregroundMark x1="55801" y1="87779" x2="55084" y2="8831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909" t="84995" r="43096" b="10534"/>
          <a:stretch/>
        </p:blipFill>
        <p:spPr>
          <a:xfrm>
            <a:off x="9199364" y="3824951"/>
            <a:ext cx="359118" cy="30165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5760" b="92136" l="65132" r="72010">
                        <a14:foregroundMark x1="65610" y1="86397" x2="67045" y2="88204"/>
                        <a14:foregroundMark x1="65730" y1="88310" x2="66866" y2="88310"/>
                        <a14:foregroundMark x1="67165" y1="86185" x2="67165" y2="88204"/>
                        <a14:foregroundMark x1="72010" y1="92136" x2="72010" y2="9213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37" t="85335" r="32144" b="10322"/>
          <a:stretch/>
        </p:blipFill>
        <p:spPr>
          <a:xfrm>
            <a:off x="9203146" y="5669757"/>
            <a:ext cx="355336" cy="287655"/>
          </a:xfrm>
          <a:prstGeom prst="rect">
            <a:avLst/>
          </a:prstGeom>
        </p:spPr>
      </p:pic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268007"/>
              </p:ext>
            </p:extLst>
          </p:nvPr>
        </p:nvGraphicFramePr>
        <p:xfrm>
          <a:off x="348836" y="4057650"/>
          <a:ext cx="5556664" cy="2474487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867168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2984259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705237">
                  <a:extLst>
                    <a:ext uri="{9D8B030D-6E8A-4147-A177-3AD203B41FA5}">
                      <a16:colId xmlns:a16="http://schemas.microsoft.com/office/drawing/2014/main" val="4273060456"/>
                    </a:ext>
                  </a:extLst>
                </a:gridCol>
              </a:tblGrid>
              <a:tr h="57377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smtClean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ko-KR" altLang="en-US" sz="15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500" smtClean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ko-KR" altLang="en-US" sz="15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7635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숨</a:t>
                      </a:r>
                      <a:r>
                        <a:rPr lang="en-US" altLang="ko-KR" sz="1000" baseline="0" smtClean="0"/>
                        <a:t> </a:t>
                      </a:r>
                      <a:r>
                        <a:rPr lang="ko-KR" altLang="en-US" sz="1000" baseline="0" smtClean="0"/>
                        <a:t>게이지</a:t>
                      </a:r>
                      <a:endParaRPr lang="en-US" altLang="ko-KR" sz="1000" baseline="0" smtClean="0"/>
                    </a:p>
                    <a:p>
                      <a:pPr algn="ctr" latinLnBrk="1"/>
                      <a:r>
                        <a:rPr lang="ko-KR" altLang="en-US" sz="1000" baseline="0" smtClean="0"/>
                        <a:t>한계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화면 연출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smtClean="0"/>
                        <a:t>게이지</a:t>
                      </a:r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42435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0700937"/>
                  </a:ext>
                </a:extLst>
              </a:tr>
            </a:tbl>
          </a:graphicData>
        </a:graphic>
      </p:graphicFrame>
      <p:pic>
        <p:nvPicPr>
          <p:cNvPr id="18" name="그림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261" y="3743450"/>
            <a:ext cx="1099250" cy="38316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261" y="5645717"/>
            <a:ext cx="1099250" cy="383160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697" y="5521299"/>
            <a:ext cx="1099250" cy="377435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9262" y="1967548"/>
            <a:ext cx="1099250" cy="377435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5513" y="3405088"/>
            <a:ext cx="970172" cy="1212283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131" y="1524723"/>
            <a:ext cx="1326535" cy="1212283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2195" y="5266494"/>
            <a:ext cx="970172" cy="1212283"/>
          </a:xfrm>
          <a:prstGeom prst="rect">
            <a:avLst/>
          </a:prstGeom>
        </p:spPr>
      </p:pic>
      <p:pic>
        <p:nvPicPr>
          <p:cNvPr id="25" name="그림 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7208" y="5097864"/>
            <a:ext cx="2370418" cy="1323022"/>
          </a:xfrm>
          <a:prstGeom prst="rect">
            <a:avLst/>
          </a:prstGeom>
        </p:spPr>
      </p:pic>
      <p:sp>
        <p:nvSpPr>
          <p:cNvPr id="17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</a:t>
            </a:r>
            <a:r>
              <a:rPr lang="en-US" altLang="ko-KR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ko-KR" altLang="en-US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요소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1941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51103"/>
              </p:ext>
            </p:extLst>
          </p:nvPr>
        </p:nvGraphicFramePr>
        <p:xfrm>
          <a:off x="1276349" y="1022901"/>
          <a:ext cx="9638245" cy="5384172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927655">
                  <a:extLst>
                    <a:ext uri="{9D8B030D-6E8A-4147-A177-3AD203B41FA5}">
                      <a16:colId xmlns:a16="http://schemas.microsoft.com/office/drawing/2014/main" val="2544917600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768976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513873851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1955176012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409850740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657270368"/>
                    </a:ext>
                  </a:extLst>
                </a:gridCol>
                <a:gridCol w="1451765">
                  <a:extLst>
                    <a:ext uri="{9D8B030D-6E8A-4147-A177-3AD203B41FA5}">
                      <a16:colId xmlns:a16="http://schemas.microsoft.com/office/drawing/2014/main" val="3797739251"/>
                    </a:ext>
                  </a:extLst>
                </a:gridCol>
              </a:tblGrid>
              <a:tr h="53490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smtClean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ko-KR" altLang="en-US" sz="1300">
                        <a:solidFill>
                          <a:schemeClr val="bg1"/>
                        </a:solidFill>
                      </a:endParaRP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300" smtClean="0">
                          <a:solidFill>
                            <a:schemeClr val="bg1"/>
                          </a:solidFill>
                        </a:rPr>
                        <a:t>내용</a:t>
                      </a:r>
                      <a:endParaRPr lang="ko-KR" altLang="en-US" sz="1300">
                        <a:solidFill>
                          <a:schemeClr val="bg1"/>
                        </a:solidFill>
                      </a:endParaRP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3B5A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4613229"/>
                  </a:ext>
                </a:extLst>
              </a:tr>
              <a:tr h="433133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들이마시기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흡인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smtClean="0"/>
                        <a:t>흡음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smtClean="0"/>
                        <a:t>흡기도약</a:t>
                      </a:r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66970"/>
                  </a:ext>
                </a:extLst>
              </a:tr>
              <a:tr h="110475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3395711"/>
                  </a:ext>
                </a:extLst>
              </a:tr>
              <a:tr h="460718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숨 참기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기척 소거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공중 부유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시간 정지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84948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2937608"/>
                  </a:ext>
                </a:extLst>
              </a:tr>
              <a:tr h="50755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내쉬기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공명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smtClean="0"/>
                        <a:t>잔기</a:t>
                      </a:r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161141"/>
                  </a:ext>
                </a:extLst>
              </a:tr>
              <a:tr h="1171556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600"/>
                    </a:p>
                  </a:txBody>
                  <a:tcPr marL="80959" marR="80959" marT="40479" marB="404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20317"/>
                  </a:ext>
                </a:extLst>
              </a:tr>
            </a:tbl>
          </a:graphicData>
        </a:graphic>
      </p:graphicFrame>
      <p:pic>
        <p:nvPicPr>
          <p:cNvPr id="44" name="그림 4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751" t="3110" r="22375" b="79758"/>
          <a:stretch/>
        </p:blipFill>
        <p:spPr>
          <a:xfrm>
            <a:off x="7052734" y="2096209"/>
            <a:ext cx="504825" cy="828676"/>
          </a:xfrm>
          <a:prstGeom prst="rect">
            <a:avLst/>
          </a:prstGeom>
        </p:spPr>
      </p:pic>
      <p:pic>
        <p:nvPicPr>
          <p:cNvPr id="45" name="그림 4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22" t="3110" r="15504" b="79758"/>
          <a:stretch/>
        </p:blipFill>
        <p:spPr>
          <a:xfrm>
            <a:off x="4147611" y="5409965"/>
            <a:ext cx="504825" cy="828676"/>
          </a:xfrm>
          <a:prstGeom prst="rect">
            <a:avLst/>
          </a:prstGeom>
        </p:spPr>
      </p:pic>
      <p:pic>
        <p:nvPicPr>
          <p:cNvPr id="46" name="그림 45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493" t="3110" r="8633" b="79758"/>
          <a:stretch/>
        </p:blipFill>
        <p:spPr>
          <a:xfrm>
            <a:off x="7052735" y="5409965"/>
            <a:ext cx="504825" cy="828676"/>
          </a:xfrm>
          <a:prstGeom prst="rect">
            <a:avLst/>
          </a:prstGeom>
        </p:spPr>
      </p:pic>
      <p:pic>
        <p:nvPicPr>
          <p:cNvPr id="47" name="그림 4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64" t="3110" r="1762" b="79758"/>
          <a:stretch/>
        </p:blipFill>
        <p:spPr>
          <a:xfrm>
            <a:off x="7052735" y="3714987"/>
            <a:ext cx="504825" cy="828676"/>
          </a:xfrm>
          <a:prstGeom prst="rect">
            <a:avLst/>
          </a:prstGeom>
        </p:spPr>
      </p:pic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8" t="15319" r="70376" b="71340"/>
          <a:stretch/>
        </p:blipFill>
        <p:spPr>
          <a:xfrm>
            <a:off x="3906839" y="3941685"/>
            <a:ext cx="931862" cy="243838"/>
          </a:xfrm>
          <a:prstGeom prst="rect">
            <a:avLst/>
          </a:prstGeom>
        </p:spPr>
      </p:pic>
      <p:sp>
        <p:nvSpPr>
          <p:cNvPr id="49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 호흡 화면 구성 요소</a:t>
            </a:r>
            <a:endParaRPr lang="en-US" sz="20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022" y="2096209"/>
            <a:ext cx="724878" cy="905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4766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0" y="2926080"/>
            <a:ext cx="749808" cy="749808"/>
          </a:xfrm>
          <a:prstGeom prst="ellipse">
            <a:avLst/>
          </a:prstGeom>
          <a:solidFill>
            <a:srgbClr val="073B5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1078992"/>
            <a:ext cx="530352" cy="530352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23560" y="960120"/>
            <a:ext cx="530352" cy="530352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12280" y="1078992"/>
            <a:ext cx="530352" cy="530352"/>
          </a:xfrm>
          <a:prstGeom prst="ellipse">
            <a:avLst/>
          </a:prstGeom>
          <a:solidFill>
            <a:srgbClr val="FFF6D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2359152"/>
            <a:ext cx="566928" cy="566928"/>
          </a:xfrm>
          <a:prstGeom prst="ellipse">
            <a:avLst/>
          </a:prstGeom>
          <a:solidFill>
            <a:srgbClr val="EAF3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82112" y="4041648"/>
            <a:ext cx="566928" cy="566928"/>
          </a:xfrm>
          <a:prstGeom prst="ellipse">
            <a:avLst/>
          </a:prstGeom>
          <a:solidFill>
            <a:srgbClr val="FFF0E6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부채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50992" y="4892040"/>
            <a:ext cx="512064" cy="512064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34440" y="2084832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4440" y="3246120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4440" y="4407408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52544" y="5623560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58200" y="1078992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38944" y="2240280"/>
            <a:ext cx="502920" cy="502920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838944" y="3685032"/>
            <a:ext cx="502920" cy="502920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58200" y="5230368"/>
            <a:ext cx="548640" cy="548640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 능력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623620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호흡 → 소음 → 적 AI처럼 단선으로 끝나지 않고, 이동·환경·능력이 다시 호흡 조건을 바꾼다.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 확보 / 환경 공기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935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참음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5935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억제 / 호흡 게이지 감소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 수행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2259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이동·은신·능력 사용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259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누적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2259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긴장·격한 행동으로 회복 부담 증가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5935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5935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회복 / 소음 발생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판단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AI·환경 소음·공기 상태 확인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7355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3679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00032" y="1892808"/>
            <a:ext cx="0" cy="237744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0003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3679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27355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77240" y="6108192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의도: 숨을 끝까지 참는 플레이보다, 한계 전에 일부 회복하고 다시 숨기는 판단이 숙련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">
            <a:extLst>
              <a:ext uri="{FF2B5EF4-FFF2-40B4-BE49-F238E27FC236}">
                <a16:creationId xmlns:a16="http://schemas.microsoft.com/office/drawing/2014/main" id="{5241EF64-F13C-49B6-90AD-B7077847D28D}"/>
              </a:ext>
            </a:extLst>
          </p:cNvPr>
          <p:cNvSpPr/>
          <p:nvPr/>
        </p:nvSpPr>
        <p:spPr>
          <a:xfrm>
            <a:off x="-1222414" y="1142812"/>
            <a:ext cx="758952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D2034FDF-E141-45BF-9316-4802F9EDD5B1}"/>
              </a:ext>
            </a:extLst>
          </p:cNvPr>
          <p:cNvSpPr/>
          <p:nvPr/>
        </p:nvSpPr>
        <p:spPr>
          <a:xfrm>
            <a:off x="-2827026" y="1359781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소음 저장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잠금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8E32EC34-3881-4C43-9A2D-C7CA0B7F612D}"/>
              </a:ext>
            </a:extLst>
          </p:cNvPr>
          <p:cNvSpPr/>
          <p:nvPr/>
        </p:nvSpPr>
        <p:spPr>
          <a:xfrm>
            <a:off x="-2817882" y="502732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자극도 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551790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8B1038B4-9D7A-4BAB-9706-EBC4A1614C05}"/>
              </a:ext>
            </a:extLst>
          </p:cNvPr>
          <p:cNvSpPr/>
          <p:nvPr/>
        </p:nvSpPr>
        <p:spPr>
          <a:xfrm>
            <a:off x="1812742" y="140229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순서도: 문서 13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073694" y="139106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4734095" y="130524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31E5922A-92FA-4C37-8A7E-F3AA5B68B4B2}"/>
              </a:ext>
            </a:extLst>
          </p:cNvPr>
          <p:cNvSpPr/>
          <p:nvPr/>
        </p:nvSpPr>
        <p:spPr>
          <a:xfrm>
            <a:off x="6394496" y="1402295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7" name="순서도: 문서 16">
            <a:extLst>
              <a:ext uri="{FF2B5EF4-FFF2-40B4-BE49-F238E27FC236}">
                <a16:creationId xmlns:a16="http://schemas.microsoft.com/office/drawing/2014/main" id="{3398CC3A-571C-43C7-AE08-17EA41084A6C}"/>
              </a:ext>
            </a:extLst>
          </p:cNvPr>
          <p:cNvSpPr/>
          <p:nvPr/>
        </p:nvSpPr>
        <p:spPr>
          <a:xfrm>
            <a:off x="9250596" y="1402295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50F085-F534-4C0D-8F80-99FC82F386D6}"/>
              </a:ext>
            </a:extLst>
          </p:cNvPr>
          <p:cNvSpPr/>
          <p:nvPr/>
        </p:nvSpPr>
        <p:spPr>
          <a:xfrm>
            <a:off x="10910997" y="1385449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9" name="Shape 6">
            <a:extLst>
              <a:ext uri="{FF2B5EF4-FFF2-40B4-BE49-F238E27FC236}">
                <a16:creationId xmlns:a16="http://schemas.microsoft.com/office/drawing/2014/main" id="{700089FC-D991-47BF-97C6-DEB4C7FDB14D}"/>
              </a:ext>
            </a:extLst>
          </p:cNvPr>
          <p:cNvSpPr/>
          <p:nvPr/>
        </p:nvSpPr>
        <p:spPr>
          <a:xfrm>
            <a:off x="1505653" y="17191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6A7BE872-DC81-4857-A533-3F9E391F0ABD}"/>
              </a:ext>
            </a:extLst>
          </p:cNvPr>
          <p:cNvSpPr/>
          <p:nvPr/>
        </p:nvSpPr>
        <p:spPr>
          <a:xfrm>
            <a:off x="2766605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Shape 6">
            <a:extLst>
              <a:ext uri="{FF2B5EF4-FFF2-40B4-BE49-F238E27FC236}">
                <a16:creationId xmlns:a16="http://schemas.microsoft.com/office/drawing/2014/main" id="{45A62CEB-3995-4753-9777-0630776C1956}"/>
              </a:ext>
            </a:extLst>
          </p:cNvPr>
          <p:cNvSpPr/>
          <p:nvPr/>
        </p:nvSpPr>
        <p:spPr>
          <a:xfrm>
            <a:off x="4427006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4EE9BA0A-7E39-4C4F-A2ED-FD905F4B7D79}"/>
              </a:ext>
            </a:extLst>
          </p:cNvPr>
          <p:cNvSpPr/>
          <p:nvPr/>
        </p:nvSpPr>
        <p:spPr>
          <a:xfrm>
            <a:off x="6103406" y="1743190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C1C63BAF-83C6-42DD-8C08-4DA8E2DBF459}"/>
              </a:ext>
            </a:extLst>
          </p:cNvPr>
          <p:cNvSpPr/>
          <p:nvPr/>
        </p:nvSpPr>
        <p:spPr>
          <a:xfrm>
            <a:off x="8943507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CB013F1A-4D28-4886-83F5-96669CADB501}"/>
              </a:ext>
            </a:extLst>
          </p:cNvPr>
          <p:cNvSpPr/>
          <p:nvPr/>
        </p:nvSpPr>
        <p:spPr>
          <a:xfrm>
            <a:off x="10603908" y="174319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15">
            <a:extLst>
              <a:ext uri="{FF2B5EF4-FFF2-40B4-BE49-F238E27FC236}">
                <a16:creationId xmlns:a16="http://schemas.microsoft.com/office/drawing/2014/main" id="{691E7701-0B8D-472F-8E04-86601B2D36A4}"/>
              </a:ext>
            </a:extLst>
          </p:cNvPr>
          <p:cNvSpPr/>
          <p:nvPr/>
        </p:nvSpPr>
        <p:spPr>
          <a:xfrm>
            <a:off x="9315849" y="230265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E343BBFD-31C5-484B-8D1F-2CFDE6C66995}"/>
              </a:ext>
            </a:extLst>
          </p:cNvPr>
          <p:cNvSpPr/>
          <p:nvPr/>
        </p:nvSpPr>
        <p:spPr>
          <a:xfrm>
            <a:off x="3306044" y="2426466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CF473451-5242-4FF2-ADFD-E9E479E35493}"/>
              </a:ext>
            </a:extLst>
          </p:cNvPr>
          <p:cNvSpPr/>
          <p:nvPr/>
        </p:nvSpPr>
        <p:spPr>
          <a:xfrm>
            <a:off x="551790" y="2804576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2B60D64B-0B81-4198-98B9-7922F2D9B706}"/>
              </a:ext>
            </a:extLst>
          </p:cNvPr>
          <p:cNvSpPr/>
          <p:nvPr/>
        </p:nvSpPr>
        <p:spPr>
          <a:xfrm>
            <a:off x="350707" y="4206858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순서도: 문서 28">
            <a:extLst>
              <a:ext uri="{FF2B5EF4-FFF2-40B4-BE49-F238E27FC236}">
                <a16:creationId xmlns:a16="http://schemas.microsoft.com/office/drawing/2014/main" id="{6C96223A-A7EE-4F49-B3FD-5A1C049019FC}"/>
              </a:ext>
            </a:extLst>
          </p:cNvPr>
          <p:cNvSpPr/>
          <p:nvPr/>
        </p:nvSpPr>
        <p:spPr>
          <a:xfrm>
            <a:off x="2019465" y="4292683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97B59143-1B92-489D-9472-0E39957B60D5}"/>
              </a:ext>
            </a:extLst>
          </p:cNvPr>
          <p:cNvSpPr/>
          <p:nvPr/>
        </p:nvSpPr>
        <p:spPr>
          <a:xfrm>
            <a:off x="1712376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9B4B99C6-5400-4F95-8A20-6BAAE2B3B62C}"/>
              </a:ext>
            </a:extLst>
          </p:cNvPr>
          <p:cNvSpPr/>
          <p:nvPr/>
        </p:nvSpPr>
        <p:spPr>
          <a:xfrm>
            <a:off x="3679866" y="4185200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76D4E237-7DBD-425C-B8AA-70E2A766D0B9}"/>
              </a:ext>
            </a:extLst>
          </p:cNvPr>
          <p:cNvSpPr/>
          <p:nvPr/>
        </p:nvSpPr>
        <p:spPr>
          <a:xfrm>
            <a:off x="6519849" y="4275437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Text 14">
            <a:extLst>
              <a:ext uri="{FF2B5EF4-FFF2-40B4-BE49-F238E27FC236}">
                <a16:creationId xmlns:a16="http://schemas.microsoft.com/office/drawing/2014/main" id="{8536016A-0020-4AEB-BFE9-E61A855E2703}"/>
              </a:ext>
            </a:extLst>
          </p:cNvPr>
          <p:cNvSpPr/>
          <p:nvPr/>
        </p:nvSpPr>
        <p:spPr>
          <a:xfrm>
            <a:off x="9797690" y="3253838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Text 15">
            <a:extLst>
              <a:ext uri="{FF2B5EF4-FFF2-40B4-BE49-F238E27FC236}">
                <a16:creationId xmlns:a16="http://schemas.microsoft.com/office/drawing/2014/main" id="{5E9A1B7B-1987-401B-A4A5-07E40790C836}"/>
              </a:ext>
            </a:extLst>
          </p:cNvPr>
          <p:cNvSpPr/>
          <p:nvPr/>
        </p:nvSpPr>
        <p:spPr>
          <a:xfrm>
            <a:off x="8536738" y="334527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BF00F6F5-F2DC-47C8-BF17-5C5EAF47133F}"/>
              </a:ext>
            </a:extLst>
          </p:cNvPr>
          <p:cNvSpPr/>
          <p:nvPr/>
        </p:nvSpPr>
        <p:spPr>
          <a:xfrm>
            <a:off x="9490601" y="3665318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37" name="Text 15">
            <a:extLst>
              <a:ext uri="{FF2B5EF4-FFF2-40B4-BE49-F238E27FC236}">
                <a16:creationId xmlns:a16="http://schemas.microsoft.com/office/drawing/2014/main" id="{A5C4E96C-237C-4FA6-A9F3-CEFC0A213D01}"/>
              </a:ext>
            </a:extLst>
          </p:cNvPr>
          <p:cNvSpPr/>
          <p:nvPr/>
        </p:nvSpPr>
        <p:spPr>
          <a:xfrm>
            <a:off x="6654167" y="3345278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5A389B70-09D1-4E56-8E6C-1ACF0FADA6CA}"/>
              </a:ext>
            </a:extLst>
          </p:cNvPr>
          <p:cNvSpPr/>
          <p:nvPr/>
        </p:nvSpPr>
        <p:spPr>
          <a:xfrm>
            <a:off x="8229649" y="36653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39" name="Shape 6">
            <a:extLst>
              <a:ext uri="{FF2B5EF4-FFF2-40B4-BE49-F238E27FC236}">
                <a16:creationId xmlns:a16="http://schemas.microsoft.com/office/drawing/2014/main" id="{893A7A2B-09DF-49A5-B48F-6ACDAF7EF640}"/>
              </a:ext>
            </a:extLst>
          </p:cNvPr>
          <p:cNvSpPr/>
          <p:nvPr/>
        </p:nvSpPr>
        <p:spPr>
          <a:xfrm rot="5400000">
            <a:off x="-1198887" y="169391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23C263A-2B29-428E-8C78-68F258CBFF8E}"/>
              </a:ext>
            </a:extLst>
          </p:cNvPr>
          <p:cNvSpPr/>
          <p:nvPr/>
        </p:nvSpPr>
        <p:spPr>
          <a:xfrm rot="16200000">
            <a:off x="-788804" y="167380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586DE14C-09A1-472C-9F9C-6821173FA1BB}"/>
              </a:ext>
            </a:extLst>
          </p:cNvPr>
          <p:cNvSpPr/>
          <p:nvPr/>
        </p:nvSpPr>
        <p:spPr>
          <a:xfrm rot="5400000">
            <a:off x="10450364" y="3096282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44" name="연결선: 꺾임 43">
            <a:extLst>
              <a:ext uri="{FF2B5EF4-FFF2-40B4-BE49-F238E27FC236}">
                <a16:creationId xmlns:a16="http://schemas.microsoft.com/office/drawing/2014/main" id="{C78D19A6-14E3-452D-B988-F145B2142F2E}"/>
              </a:ext>
            </a:extLst>
          </p:cNvPr>
          <p:cNvCxnSpPr>
            <a:cxnSpLocks/>
            <a:stCxn id="18" idx="2"/>
            <a:endCxn id="25" idx="0"/>
          </p:cNvCxnSpPr>
          <p:nvPr/>
        </p:nvCxnSpPr>
        <p:spPr>
          <a:xfrm rot="5400000">
            <a:off x="10850578" y="1765306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Shape 6">
            <a:extLst>
              <a:ext uri="{FF2B5EF4-FFF2-40B4-BE49-F238E27FC236}">
                <a16:creationId xmlns:a16="http://schemas.microsoft.com/office/drawing/2014/main" id="{ABDB6EBE-E62A-4E1B-BCCE-88A317E5B907}"/>
              </a:ext>
            </a:extLst>
          </p:cNvPr>
          <p:cNvSpPr/>
          <p:nvPr/>
        </p:nvSpPr>
        <p:spPr>
          <a:xfrm rot="5400000">
            <a:off x="7336862" y="413913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47" name="Shape 6">
            <a:extLst>
              <a:ext uri="{FF2B5EF4-FFF2-40B4-BE49-F238E27FC236}">
                <a16:creationId xmlns:a16="http://schemas.microsoft.com/office/drawing/2014/main" id="{EADA1255-E5EB-4DCC-962E-51B29A2B98D0}"/>
              </a:ext>
            </a:extLst>
          </p:cNvPr>
          <p:cNvSpPr/>
          <p:nvPr/>
        </p:nvSpPr>
        <p:spPr>
          <a:xfrm>
            <a:off x="3372777" y="456259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2F30AB4-EAA9-4A47-9286-51317EBA448E}"/>
              </a:ext>
            </a:extLst>
          </p:cNvPr>
          <p:cNvSpPr/>
          <p:nvPr/>
        </p:nvSpPr>
        <p:spPr>
          <a:xfrm>
            <a:off x="6212760" y="459668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0432ED95-867C-48C3-AE5C-331BF2331E0D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rot="5400000" flipH="1" flipV="1">
            <a:off x="1278098" y="1793000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Shape 6">
            <a:extLst>
              <a:ext uri="{FF2B5EF4-FFF2-40B4-BE49-F238E27FC236}">
                <a16:creationId xmlns:a16="http://schemas.microsoft.com/office/drawing/2014/main" id="{92E27C08-81F9-4767-83FE-432AF82440B0}"/>
              </a:ext>
            </a:extLst>
          </p:cNvPr>
          <p:cNvSpPr/>
          <p:nvPr/>
        </p:nvSpPr>
        <p:spPr>
          <a:xfrm rot="16200000">
            <a:off x="657090" y="3814928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53" name="연결선: 꺾임 52">
            <a:extLst>
              <a:ext uri="{FF2B5EF4-FFF2-40B4-BE49-F238E27FC236}">
                <a16:creationId xmlns:a16="http://schemas.microsoft.com/office/drawing/2014/main" id="{F514C508-C098-4DB1-B19A-8141EF7A334C}"/>
              </a:ext>
            </a:extLst>
          </p:cNvPr>
          <p:cNvCxnSpPr>
            <a:cxnSpLocks/>
            <a:stCxn id="34" idx="3"/>
            <a:endCxn id="70" idx="3"/>
          </p:cNvCxnSpPr>
          <p:nvPr/>
        </p:nvCxnSpPr>
        <p:spPr>
          <a:xfrm flipH="1">
            <a:off x="11258167" y="3665318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Shape 6">
            <a:extLst>
              <a:ext uri="{FF2B5EF4-FFF2-40B4-BE49-F238E27FC236}">
                <a16:creationId xmlns:a16="http://schemas.microsoft.com/office/drawing/2014/main" id="{190F58C8-8E11-4109-B248-69E6C05206E5}"/>
              </a:ext>
            </a:extLst>
          </p:cNvPr>
          <p:cNvSpPr/>
          <p:nvPr/>
        </p:nvSpPr>
        <p:spPr>
          <a:xfrm rot="5400000">
            <a:off x="875177" y="5183363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64B7CAD1-7773-46EE-80A9-2B2DBF5D5849}"/>
              </a:ext>
            </a:extLst>
          </p:cNvPr>
          <p:cNvSpPr/>
          <p:nvPr/>
        </p:nvSpPr>
        <p:spPr>
          <a:xfrm>
            <a:off x="551790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72D56F33-E1A9-48CD-94B9-25D38A8103BF}"/>
              </a:ext>
            </a:extLst>
          </p:cNvPr>
          <p:cNvSpPr/>
          <p:nvPr/>
        </p:nvSpPr>
        <p:spPr>
          <a:xfrm>
            <a:off x="1812743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81350679-FEEB-4CCD-BC6E-B3726D4587D6}"/>
              </a:ext>
            </a:extLst>
          </p:cNvPr>
          <p:cNvSpPr/>
          <p:nvPr/>
        </p:nvSpPr>
        <p:spPr>
          <a:xfrm>
            <a:off x="3073693" y="5336908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AA40B3A4-7C07-49D9-908E-42359E9D7458}"/>
              </a:ext>
            </a:extLst>
          </p:cNvPr>
          <p:cNvSpPr/>
          <p:nvPr/>
        </p:nvSpPr>
        <p:spPr>
          <a:xfrm>
            <a:off x="5177012" y="533690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DE36CB81-08A6-4B6D-96F9-C17FBFA0B411}"/>
              </a:ext>
            </a:extLst>
          </p:cNvPr>
          <p:cNvSpPr/>
          <p:nvPr/>
        </p:nvSpPr>
        <p:spPr>
          <a:xfrm>
            <a:off x="1505652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349C4CEF-06A4-4E0B-888C-DB73D6339183}"/>
              </a:ext>
            </a:extLst>
          </p:cNvPr>
          <p:cNvSpPr/>
          <p:nvPr/>
        </p:nvSpPr>
        <p:spPr>
          <a:xfrm>
            <a:off x="2766606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969F79C1-8286-43A1-AD40-2613EBBE7C85}"/>
              </a:ext>
            </a:extLst>
          </p:cNvPr>
          <p:cNvSpPr/>
          <p:nvPr/>
        </p:nvSpPr>
        <p:spPr>
          <a:xfrm>
            <a:off x="4869923" y="56489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6" name="Text 15">
            <a:extLst>
              <a:ext uri="{FF2B5EF4-FFF2-40B4-BE49-F238E27FC236}">
                <a16:creationId xmlns:a16="http://schemas.microsoft.com/office/drawing/2014/main" id="{8D74BBE4-AA54-4D83-90FB-CE930C1B010B}"/>
              </a:ext>
            </a:extLst>
          </p:cNvPr>
          <p:cNvSpPr/>
          <p:nvPr/>
        </p:nvSpPr>
        <p:spPr>
          <a:xfrm>
            <a:off x="6437964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4CE42B01-95B7-4347-B1A8-BEE01134E59A}"/>
              </a:ext>
            </a:extLst>
          </p:cNvPr>
          <p:cNvSpPr/>
          <p:nvPr/>
        </p:nvSpPr>
        <p:spPr>
          <a:xfrm>
            <a:off x="6130875" y="565694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4AC35524-5492-4366-A07D-2CAB52729E86}"/>
              </a:ext>
            </a:extLst>
          </p:cNvPr>
          <p:cNvSpPr/>
          <p:nvPr/>
        </p:nvSpPr>
        <p:spPr>
          <a:xfrm>
            <a:off x="9797690" y="4360403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5B5A6BB1-C3AA-4FC9-BB69-B502080F028F}"/>
              </a:ext>
            </a:extLst>
          </p:cNvPr>
          <p:cNvSpPr/>
          <p:nvPr/>
        </p:nvSpPr>
        <p:spPr>
          <a:xfrm rot="5400000">
            <a:off x="10427967" y="420685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0" name="순서도: 문서 69">
            <a:extLst>
              <a:ext uri="{FF2B5EF4-FFF2-40B4-BE49-F238E27FC236}">
                <a16:creationId xmlns:a16="http://schemas.microsoft.com/office/drawing/2014/main" id="{26FB901B-C51B-42E9-98F6-CC959B68C9E5}"/>
              </a:ext>
            </a:extLst>
          </p:cNvPr>
          <p:cNvSpPr/>
          <p:nvPr/>
        </p:nvSpPr>
        <p:spPr>
          <a:xfrm>
            <a:off x="9904855" y="5337429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60AF6EFF-CD4A-4A1D-AAA0-49437DC1AC43}"/>
              </a:ext>
            </a:extLst>
          </p:cNvPr>
          <p:cNvSpPr/>
          <p:nvPr/>
        </p:nvSpPr>
        <p:spPr>
          <a:xfrm>
            <a:off x="8643902" y="5345731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B8B59802-072E-4002-8979-798D86EC85B2}"/>
              </a:ext>
            </a:extLst>
          </p:cNvPr>
          <p:cNvSpPr/>
          <p:nvPr/>
        </p:nvSpPr>
        <p:spPr>
          <a:xfrm>
            <a:off x="9597765" y="566107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DADA43EA-E186-4737-B023-A63C17BA84FF}"/>
              </a:ext>
            </a:extLst>
          </p:cNvPr>
          <p:cNvSpPr/>
          <p:nvPr/>
        </p:nvSpPr>
        <p:spPr>
          <a:xfrm>
            <a:off x="7391827" y="5648927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05A1395C-C191-49CF-A152-DCDD15AFE73F}"/>
              </a:ext>
            </a:extLst>
          </p:cNvPr>
          <p:cNvSpPr/>
          <p:nvPr/>
        </p:nvSpPr>
        <p:spPr>
          <a:xfrm rot="5400000">
            <a:off x="10411924" y="516895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77" name="연결선: 꺾임 76">
            <a:extLst>
              <a:ext uri="{FF2B5EF4-FFF2-40B4-BE49-F238E27FC236}">
                <a16:creationId xmlns:a16="http://schemas.microsoft.com/office/drawing/2014/main" id="{0BDFAC01-B266-4988-8B7F-065080061884}"/>
              </a:ext>
            </a:extLst>
          </p:cNvPr>
          <p:cNvCxnSpPr>
            <a:cxnSpLocks/>
            <a:stCxn id="26" idx="3"/>
            <a:endCxn id="16" idx="2"/>
          </p:cNvCxnSpPr>
          <p:nvPr/>
        </p:nvCxnSpPr>
        <p:spPr>
          <a:xfrm flipV="1">
            <a:off x="5855055" y="2042375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a16:creationId xmlns:a16="http://schemas.microsoft.com/office/drawing/2014/main" id="{56FFD956-4696-4FAD-A995-F2AC2388E763}"/>
              </a:ext>
            </a:extLst>
          </p:cNvPr>
          <p:cNvCxnSpPr>
            <a:cxnSpLocks/>
            <a:stCxn id="15" idx="2"/>
            <a:endCxn id="26" idx="0"/>
          </p:cNvCxnSpPr>
          <p:nvPr/>
        </p:nvCxnSpPr>
        <p:spPr>
          <a:xfrm rot="5400000">
            <a:off x="4846518" y="1862233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14535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422647" y="1075850"/>
            <a:ext cx="953863" cy="32826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4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85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</a:t>
            </a:r>
            <a:r>
              <a:rPr lang="ko-KR" altLang="en-US" sz="2000" b="1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플로우 </a:t>
            </a:r>
            <a:r>
              <a:rPr lang="ko-KR" altLang="en-US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차트 </a:t>
            </a:r>
            <a:r>
              <a:rPr lang="en-US" altLang="ko-KR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 </a:t>
            </a:r>
            <a:r>
              <a:rPr lang="ko-KR" altLang="en-US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 </a:t>
            </a:r>
            <a:r>
              <a:rPr lang="en-US" altLang="ko-KR" sz="2000" b="1" smtClean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</a:t>
            </a:r>
            <a:endParaRPr lang="en-US" sz="2000" dirty="0"/>
          </a:p>
        </p:txBody>
      </p:sp>
      <p:sp>
        <p:nvSpPr>
          <p:cNvPr id="75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440596" y="1023313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76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277480" y="172120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422648" y="1716126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0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567816" y="1715005"/>
            <a:ext cx="953862" cy="931925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2422647" y="2952049"/>
            <a:ext cx="953863" cy="32826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277480" y="359740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2422648" y="3592325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3567816" y="3591204"/>
            <a:ext cx="953862" cy="931925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2422647" y="4825139"/>
            <a:ext cx="953863" cy="32826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1848980" y="547049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2994148" y="5465415"/>
            <a:ext cx="953862" cy="931925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5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12" idx="2"/>
            <a:endCxn id="76" idx="0"/>
          </p:cNvCxnSpPr>
          <p:nvPr/>
        </p:nvCxnSpPr>
        <p:spPr>
          <a:xfrm rot="5400000">
            <a:off x="2168448" y="990075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12" idx="2"/>
            <a:endCxn id="80" idx="0"/>
          </p:cNvCxnSpPr>
          <p:nvPr/>
        </p:nvCxnSpPr>
        <p:spPr>
          <a:xfrm rot="16200000" flipH="1">
            <a:off x="3316717" y="986974"/>
            <a:ext cx="310893" cy="1145168"/>
          </a:xfrm>
          <a:prstGeom prst="bentConnector3">
            <a:avLst>
              <a:gd name="adj1" fmla="val 51021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2" idx="2"/>
            <a:endCxn id="88" idx="0"/>
          </p:cNvCxnSpPr>
          <p:nvPr/>
        </p:nvCxnSpPr>
        <p:spPr>
          <a:xfrm rot="16200000" flipH="1">
            <a:off x="3316717" y="2863173"/>
            <a:ext cx="310893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2" idx="2"/>
            <a:endCxn id="83" idx="0"/>
          </p:cNvCxnSpPr>
          <p:nvPr/>
        </p:nvCxnSpPr>
        <p:spPr>
          <a:xfrm rot="5400000">
            <a:off x="2168448" y="2866274"/>
            <a:ext cx="317094" cy="11451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0" idx="2"/>
            <a:endCxn id="91" idx="0"/>
          </p:cNvCxnSpPr>
          <p:nvPr/>
        </p:nvCxnSpPr>
        <p:spPr>
          <a:xfrm rot="5400000">
            <a:off x="2454198" y="5025114"/>
            <a:ext cx="317094" cy="57366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0" idx="2"/>
            <a:endCxn id="92" idx="0"/>
          </p:cNvCxnSpPr>
          <p:nvPr/>
        </p:nvCxnSpPr>
        <p:spPr>
          <a:xfrm rot="16200000" flipH="1">
            <a:off x="3029322" y="5023658"/>
            <a:ext cx="312014" cy="57150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stCxn id="12" idx="2"/>
            <a:endCxn id="78" idx="0"/>
          </p:cNvCxnSpPr>
          <p:nvPr/>
        </p:nvCxnSpPr>
        <p:spPr>
          <a:xfrm>
            <a:off x="2899579" y="1404112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/>
          <p:cNvCxnSpPr>
            <a:stCxn id="82" idx="2"/>
            <a:endCxn id="86" idx="0"/>
          </p:cNvCxnSpPr>
          <p:nvPr/>
        </p:nvCxnSpPr>
        <p:spPr>
          <a:xfrm>
            <a:off x="2899579" y="3280311"/>
            <a:ext cx="0" cy="312014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3375927" y="3550981"/>
            <a:ext cx="5055335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33204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꺾인 연결선 53"/>
          <p:cNvCxnSpPr>
            <a:stCxn id="20" idx="3"/>
            <a:endCxn id="27" idx="1"/>
          </p:cNvCxnSpPr>
          <p:nvPr/>
        </p:nvCxnSpPr>
        <p:spPr>
          <a:xfrm flipV="1">
            <a:off x="2706128" y="1110061"/>
            <a:ext cx="370729" cy="719050"/>
          </a:xfrm>
          <a:prstGeom prst="bentConnector3">
            <a:avLst>
              <a:gd name="adj1" fmla="val 50000"/>
            </a:avLst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1528994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377131" y="87958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  <a:endParaRPr lang="en-US" altLang="ko-KR" sz="1000" b="1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사용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>
            <a:stCxn id="6" idx="3"/>
            <a:endCxn id="27" idx="1"/>
          </p:cNvCxnSpPr>
          <p:nvPr/>
        </p:nvCxnSpPr>
        <p:spPr>
          <a:xfrm>
            <a:off x="2882306" y="1110061"/>
            <a:ext cx="194551" cy="0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>
            <a:stCxn id="8" idx="3"/>
            <a:endCxn id="6" idx="1"/>
          </p:cNvCxnSpPr>
          <p:nvPr/>
        </p:nvCxnSpPr>
        <p:spPr>
          <a:xfrm>
            <a:off x="1330994" y="1110061"/>
            <a:ext cx="19800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752265" y="159863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한도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813731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r>
              <a:rPr lang="en-US" altLang="ko-KR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</a:t>
            </a: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키를 계속 누르고 있는가</a:t>
            </a:r>
            <a:r>
              <a:rPr lang="en-US" altLang="ko-KR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883966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</a:t>
            </a:r>
            <a:endParaRPr lang="en-US" altLang="ko-KR" sz="1000" smtClean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3" name="직선 화살표 연결선 32"/>
          <p:cNvCxnSpPr>
            <a:stCxn id="27" idx="3"/>
            <a:endCxn id="32" idx="1"/>
          </p:cNvCxnSpPr>
          <p:nvPr/>
        </p:nvCxnSpPr>
        <p:spPr>
          <a:xfrm>
            <a:off x="4430169" y="1110061"/>
            <a:ext cx="194551" cy="4384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221046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1928443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자동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3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15988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눌렀는가</a:t>
            </a:r>
            <a:r>
              <a:rPr lang="en-US" altLang="ko-KR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3076857" y="2388574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내뱉기 키를 눌렀는가</a:t>
            </a:r>
            <a:r>
              <a:rPr lang="en-US" altLang="ko-KR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7" name="직선 화살표 연결선 46"/>
          <p:cNvCxnSpPr>
            <a:stCxn id="43" idx="2"/>
            <a:endCxn id="44" idx="0"/>
          </p:cNvCxnSpPr>
          <p:nvPr/>
        </p:nvCxnSpPr>
        <p:spPr>
          <a:xfrm>
            <a:off x="3753513" y="2191469"/>
            <a:ext cx="0" cy="197105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/>
          <p:cNvCxnSpPr>
            <a:stCxn id="44" idx="1"/>
            <a:endCxn id="42" idx="3"/>
          </p:cNvCxnSpPr>
          <p:nvPr/>
        </p:nvCxnSpPr>
        <p:spPr>
          <a:xfrm flipH="1">
            <a:off x="2882306" y="2684904"/>
            <a:ext cx="194551" cy="2822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>
            <a:stCxn id="43" idx="3"/>
            <a:endCxn id="58" idx="1"/>
          </p:cNvCxnSpPr>
          <p:nvPr/>
        </p:nvCxnSpPr>
        <p:spPr>
          <a:xfrm flipV="1">
            <a:off x="4430169" y="1894342"/>
            <a:ext cx="194551" cy="798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720" y="1663863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게이지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4624862" y="2457247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내뱉기 효과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62" name="직선 화살표 연결선 61"/>
          <p:cNvCxnSpPr>
            <a:stCxn id="44" idx="3"/>
            <a:endCxn id="61" idx="1"/>
          </p:cNvCxnSpPr>
          <p:nvPr/>
        </p:nvCxnSpPr>
        <p:spPr>
          <a:xfrm>
            <a:off x="4430169" y="2684904"/>
            <a:ext cx="194693" cy="2822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/>
          <p:cNvCxnSpPr>
            <a:stCxn id="58" idx="3"/>
            <a:endCxn id="95" idx="1"/>
          </p:cNvCxnSpPr>
          <p:nvPr/>
        </p:nvCxnSpPr>
        <p:spPr>
          <a:xfrm>
            <a:off x="5578583" y="1894342"/>
            <a:ext cx="191630" cy="798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 14">
            <a:extLst>
              <a:ext uri="{FF2B5EF4-FFF2-40B4-BE49-F238E27FC236}">
                <a16:creationId xmlns:a16="http://schemas.microsoft.com/office/drawing/2014/main" id="{DE29DBF1-AB43-41FD-AF05-32F729BCDB27}"/>
              </a:ext>
            </a:extLst>
          </p:cNvPr>
          <p:cNvSpPr/>
          <p:nvPr/>
        </p:nvSpPr>
        <p:spPr>
          <a:xfrm>
            <a:off x="8109352" y="1598010"/>
            <a:ext cx="1353312" cy="592659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키를 계속 누르고 있는가</a:t>
            </a:r>
            <a:r>
              <a:rPr lang="en-US" altLang="ko-KR" sz="1000" smtClean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72" name="직선 화살표 연결선 71"/>
          <p:cNvCxnSpPr>
            <a:stCxn id="73" idx="3"/>
            <a:endCxn id="70" idx="1"/>
          </p:cNvCxnSpPr>
          <p:nvPr/>
        </p:nvCxnSpPr>
        <p:spPr>
          <a:xfrm flipV="1">
            <a:off x="7917894" y="1894340"/>
            <a:ext cx="191458" cy="1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6964031" y="1663862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한계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4" name="직선 화살표 연결선 83"/>
          <p:cNvCxnSpPr>
            <a:stCxn id="70" idx="3"/>
            <a:endCxn id="85" idx="1"/>
          </p:cNvCxnSpPr>
          <p:nvPr/>
        </p:nvCxnSpPr>
        <p:spPr>
          <a:xfrm flipV="1">
            <a:off x="9462664" y="1894339"/>
            <a:ext cx="191458" cy="1"/>
          </a:xfrm>
          <a:prstGeom prst="straightConnector1">
            <a:avLst/>
          </a:prstGeom>
          <a:ln>
            <a:solidFill>
              <a:srgbClr val="61A5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9654122" y="1663860"/>
            <a:ext cx="953863" cy="460957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한계 내뱉기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9" name="직선 화살표 연결선 88"/>
          <p:cNvCxnSpPr>
            <a:stCxn id="85" idx="3"/>
            <a:endCxn id="92" idx="1"/>
          </p:cNvCxnSpPr>
          <p:nvPr/>
        </p:nvCxnSpPr>
        <p:spPr>
          <a:xfrm flipV="1">
            <a:off x="10607985" y="1892414"/>
            <a:ext cx="191458" cy="1925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순서도: 문서 91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10799443" y="1661935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아주 큰 소음 </a:t>
            </a:r>
            <a:r>
              <a:rPr lang="en-US" altLang="ko-KR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헐떡이는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5" name="순서도: 문서 94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1664661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숨 참는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0" name="직선 화살표 연결선 99"/>
          <p:cNvCxnSpPr>
            <a:stCxn id="95" idx="3"/>
            <a:endCxn id="73" idx="1"/>
          </p:cNvCxnSpPr>
          <p:nvPr/>
        </p:nvCxnSpPr>
        <p:spPr>
          <a:xfrm flipV="1">
            <a:off x="6772401" y="1894341"/>
            <a:ext cx="191630" cy="799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순서도: 문서 10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5770213" y="883966"/>
            <a:ext cx="130682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모션 </a:t>
            </a:r>
            <a:r>
              <a:rPr lang="en-US" altLang="ko-KR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들이마시는 소리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4" name="직선 화살표 연결선 103"/>
          <p:cNvCxnSpPr>
            <a:stCxn id="32" idx="3"/>
            <a:endCxn id="103" idx="1"/>
          </p:cNvCxnSpPr>
          <p:nvPr/>
        </p:nvCxnSpPr>
        <p:spPr>
          <a:xfrm>
            <a:off x="5578583" y="1114445"/>
            <a:ext cx="191630" cy="0"/>
          </a:xfrm>
          <a:prstGeom prst="straightConnector1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꺾인 연결선 108"/>
          <p:cNvCxnSpPr>
            <a:stCxn id="70" idx="2"/>
            <a:endCxn id="44" idx="0"/>
          </p:cNvCxnSpPr>
          <p:nvPr/>
        </p:nvCxnSpPr>
        <p:spPr>
          <a:xfrm rot="5400000">
            <a:off x="6170809" y="-226626"/>
            <a:ext cx="197905" cy="5032495"/>
          </a:xfrm>
          <a:prstGeom prst="bentConnector3">
            <a:avLst>
              <a:gd name="adj1" fmla="val 30749"/>
            </a:avLst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순서도: 문서 112">
            <a:extLst>
              <a:ext uri="{FF2B5EF4-FFF2-40B4-BE49-F238E27FC236}">
                <a16:creationId xmlns:a16="http://schemas.microsoft.com/office/drawing/2014/main" id="{9DFFB465-53BE-400A-AFB0-BB9177DDD8DB}"/>
              </a:ext>
            </a:extLst>
          </p:cNvPr>
          <p:cNvSpPr/>
          <p:nvPr/>
        </p:nvSpPr>
        <p:spPr>
          <a:xfrm>
            <a:off x="3252419" y="3088203"/>
            <a:ext cx="1002188" cy="460957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소음 </a:t>
            </a:r>
            <a:r>
              <a:rPr lang="en-US" altLang="ko-KR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내뱉</a:t>
            </a:r>
            <a:r>
              <a:rPr lang="ko-KR" altLang="en-US" sz="100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모션</a:t>
            </a:r>
            <a:endParaRPr lang="ko-KR" altLang="en-US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14" name="꺾인 연결선 113"/>
          <p:cNvCxnSpPr>
            <a:stCxn id="42" idx="2"/>
            <a:endCxn id="113" idx="1"/>
          </p:cNvCxnSpPr>
          <p:nvPr/>
        </p:nvCxnSpPr>
        <p:spPr>
          <a:xfrm rot="16200000" flipH="1">
            <a:off x="2628658" y="2694921"/>
            <a:ext cx="400478" cy="847044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 116"/>
          <p:cNvCxnSpPr>
            <a:stCxn id="61" idx="2"/>
            <a:endCxn id="113" idx="3"/>
          </p:cNvCxnSpPr>
          <p:nvPr/>
        </p:nvCxnSpPr>
        <p:spPr>
          <a:xfrm rot="5400000">
            <a:off x="4477962" y="2694850"/>
            <a:ext cx="400478" cy="847187"/>
          </a:xfrm>
          <a:prstGeom prst="bentConnector2">
            <a:avLst/>
          </a:prstGeom>
          <a:ln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3">
            <a:extLst>
              <a:ext uri="{FF2B5EF4-FFF2-40B4-BE49-F238E27FC236}">
                <a16:creationId xmlns:a16="http://schemas.microsoft.com/office/drawing/2014/main" id="{99B599FB-1E52-484C-A702-7A6ED4B60348}"/>
              </a:ext>
            </a:extLst>
          </p:cNvPr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</a:t>
            </a:r>
            <a:r>
              <a:rPr lang="ko-KR" alt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플로우 차트</a:t>
            </a:r>
            <a:endParaRPr lang="en-US" sz="2000" dirty="0"/>
          </a:p>
        </p:txBody>
      </p:sp>
      <p:sp>
        <p:nvSpPr>
          <p:cNvPr id="41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cxnSp>
        <p:nvCxnSpPr>
          <p:cNvPr id="59" name="직선 화살표 연결선 58"/>
          <p:cNvCxnSpPr/>
          <p:nvPr/>
        </p:nvCxnSpPr>
        <p:spPr>
          <a:xfrm>
            <a:off x="3753513" y="1406390"/>
            <a:ext cx="0" cy="192420"/>
          </a:xfrm>
          <a:prstGeom prst="straightConnector1">
            <a:avLst/>
          </a:prstGeom>
          <a:ln>
            <a:solidFill>
              <a:srgbClr val="E48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 15">
            <a:extLst>
              <a:ext uri="{FF2B5EF4-FFF2-40B4-BE49-F238E27FC236}">
                <a16:creationId xmlns:a16="http://schemas.microsoft.com/office/drawing/2014/main" id="{C68718AE-2CAC-4DB8-80C3-12DA6D51ACA2}"/>
              </a:ext>
            </a:extLst>
          </p:cNvPr>
          <p:cNvSpPr/>
          <p:nvPr/>
        </p:nvSpPr>
        <p:spPr>
          <a:xfrm>
            <a:off x="2334845" y="3912546"/>
            <a:ext cx="953863" cy="226504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2" name="Text 3">
            <a:extLst>
              <a:ext uri="{FF2B5EF4-FFF2-40B4-BE49-F238E27FC236}">
                <a16:creationId xmlns:a16="http://schemas.microsoft.com/office/drawing/2014/main" id="{AB578D99-CD9C-4D2B-9D94-68E0545C9797}"/>
              </a:ext>
            </a:extLst>
          </p:cNvPr>
          <p:cNvSpPr/>
          <p:nvPr/>
        </p:nvSpPr>
        <p:spPr>
          <a:xfrm>
            <a:off x="262501" y="3819029"/>
            <a:ext cx="14500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확장 규칙</a:t>
            </a:r>
            <a:endParaRPr lang="en-US" sz="1500" dirty="0"/>
          </a:p>
        </p:txBody>
      </p:sp>
      <p:sp>
        <p:nvSpPr>
          <p:cNvPr id="83" name="Text 15">
            <a:extLst>
              <a:ext uri="{FF2B5EF4-FFF2-40B4-BE49-F238E27FC236}">
                <a16:creationId xmlns:a16="http://schemas.microsoft.com/office/drawing/2014/main" id="{84960C82-C11E-4336-B632-FDA7A91C89CF}"/>
              </a:ext>
            </a:extLst>
          </p:cNvPr>
          <p:cNvSpPr/>
          <p:nvPr/>
        </p:nvSpPr>
        <p:spPr>
          <a:xfrm>
            <a:off x="1059543" y="4407819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흡인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주변 오브젝트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회수 </a:t>
            </a: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Text 15">
            <a:extLst>
              <a:ext uri="{FF2B5EF4-FFF2-40B4-BE49-F238E27FC236}">
                <a16:creationId xmlns:a16="http://schemas.microsoft.com/office/drawing/2014/main" id="{5645A360-8183-453E-A96D-298E1F0C152E}"/>
              </a:ext>
            </a:extLst>
          </p:cNvPr>
          <p:cNvSpPr/>
          <p:nvPr/>
        </p:nvSpPr>
        <p:spPr>
          <a:xfrm>
            <a:off x="2269779" y="4406257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흡음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소음 저장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이후 방출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7" name="Text 15">
            <a:extLst>
              <a:ext uri="{FF2B5EF4-FFF2-40B4-BE49-F238E27FC236}">
                <a16:creationId xmlns:a16="http://schemas.microsoft.com/office/drawing/2014/main" id="{329B70C3-948E-44DA-BEC8-8331AAA321AA}"/>
              </a:ext>
            </a:extLst>
          </p:cNvPr>
          <p:cNvSpPr/>
          <p:nvPr/>
        </p:nvSpPr>
        <p:spPr>
          <a:xfrm>
            <a:off x="3485318" y="4401618"/>
            <a:ext cx="1083997" cy="635247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2D8D50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흡기 도약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도약 거리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증가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3BF76F57-E390-48D1-833F-EC53B899BE3F}"/>
              </a:ext>
            </a:extLst>
          </p:cNvPr>
          <p:cNvSpPr/>
          <p:nvPr/>
        </p:nvSpPr>
        <p:spPr>
          <a:xfrm>
            <a:off x="1359748" y="5367130"/>
            <a:ext cx="953863" cy="226503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98A81813-AEF4-44FA-BBB1-B415468C5EE3}"/>
              </a:ext>
            </a:extLst>
          </p:cNvPr>
          <p:cNvSpPr/>
          <p:nvPr/>
        </p:nvSpPr>
        <p:spPr>
          <a:xfrm>
            <a:off x="170154" y="586748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기척 소거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투명화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Text 15">
            <a:extLst>
              <a:ext uri="{FF2B5EF4-FFF2-40B4-BE49-F238E27FC236}">
                <a16:creationId xmlns:a16="http://schemas.microsoft.com/office/drawing/2014/main" id="{DCA1D4CE-E26E-49BA-9C38-3C9291880BC1}"/>
              </a:ext>
            </a:extLst>
          </p:cNvPr>
          <p:cNvSpPr/>
          <p:nvPr/>
        </p:nvSpPr>
        <p:spPr>
          <a:xfrm>
            <a:off x="1297960" y="5862405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공중 부유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공중 상태에서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시작 시 위치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3" name="Text 15">
            <a:extLst>
              <a:ext uri="{FF2B5EF4-FFF2-40B4-BE49-F238E27FC236}">
                <a16:creationId xmlns:a16="http://schemas.microsoft.com/office/drawing/2014/main" id="{CFD9D103-9251-4C14-A111-08459E850044}"/>
              </a:ext>
            </a:extLst>
          </p:cNvPr>
          <p:cNvSpPr/>
          <p:nvPr/>
        </p:nvSpPr>
        <p:spPr>
          <a:xfrm>
            <a:off x="2425765" y="5861284"/>
            <a:ext cx="1083997" cy="618886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정지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후반 능력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4" name="Text 15">
            <a:extLst>
              <a:ext uri="{FF2B5EF4-FFF2-40B4-BE49-F238E27FC236}">
                <a16:creationId xmlns:a16="http://schemas.microsoft.com/office/drawing/2014/main" id="{2089435A-2FE6-4924-BD82-8D4AD7B2E9C2}"/>
              </a:ext>
            </a:extLst>
          </p:cNvPr>
          <p:cNvSpPr/>
          <p:nvPr/>
        </p:nvSpPr>
        <p:spPr>
          <a:xfrm>
            <a:off x="4268411" y="5367130"/>
            <a:ext cx="953863" cy="226503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6" name="Text 15">
            <a:extLst>
              <a:ext uri="{FF2B5EF4-FFF2-40B4-BE49-F238E27FC236}">
                <a16:creationId xmlns:a16="http://schemas.microsoft.com/office/drawing/2014/main" id="{B871C17E-3277-44E6-BCD0-1C96A76BF59F}"/>
              </a:ext>
            </a:extLst>
          </p:cNvPr>
          <p:cNvSpPr/>
          <p:nvPr/>
        </p:nvSpPr>
        <p:spPr>
          <a:xfrm>
            <a:off x="3640311" y="586128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공명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공기 파동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환경 탐색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7FF7FDAE-1D60-4A0C-B6B4-818FA56FA358}"/>
              </a:ext>
            </a:extLst>
          </p:cNvPr>
          <p:cNvSpPr/>
          <p:nvPr/>
        </p:nvSpPr>
        <p:spPr>
          <a:xfrm>
            <a:off x="4789152" y="5856203"/>
            <a:ext cx="1083997" cy="618887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잔기</a:t>
            </a:r>
            <a:endParaRPr lang="en-US" altLang="ko-KR" sz="1000" b="1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가짜 기척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98" name="연결선: 꺾임 94">
            <a:extLst>
              <a:ext uri="{FF2B5EF4-FFF2-40B4-BE49-F238E27FC236}">
                <a16:creationId xmlns:a16="http://schemas.microsoft.com/office/drawing/2014/main" id="{C27549D1-E0E8-4AB7-B8FA-2F32FC4F9481}"/>
              </a:ext>
            </a:extLst>
          </p:cNvPr>
          <p:cNvCxnSpPr>
            <a:cxnSpLocks/>
            <a:stCxn id="81" idx="2"/>
            <a:endCxn id="83" idx="0"/>
          </p:cNvCxnSpPr>
          <p:nvPr/>
        </p:nvCxnSpPr>
        <p:spPr>
          <a:xfrm rot="5400000">
            <a:off x="2072276" y="3668317"/>
            <a:ext cx="268769" cy="1210235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연결선: 꺾임 95">
            <a:extLst>
              <a:ext uri="{FF2B5EF4-FFF2-40B4-BE49-F238E27FC236}">
                <a16:creationId xmlns:a16="http://schemas.microsoft.com/office/drawing/2014/main" id="{8EE41EE1-F79C-40A3-9859-25D5CD91E428}"/>
              </a:ext>
            </a:extLst>
          </p:cNvPr>
          <p:cNvCxnSpPr>
            <a:cxnSpLocks/>
            <a:stCxn id="81" idx="2"/>
            <a:endCxn id="87" idx="0"/>
          </p:cNvCxnSpPr>
          <p:nvPr/>
        </p:nvCxnSpPr>
        <p:spPr>
          <a:xfrm rot="16200000" flipH="1">
            <a:off x="3288263" y="3662564"/>
            <a:ext cx="262568" cy="1215540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연결선: 꺾임 96">
            <a:extLst>
              <a:ext uri="{FF2B5EF4-FFF2-40B4-BE49-F238E27FC236}">
                <a16:creationId xmlns:a16="http://schemas.microsoft.com/office/drawing/2014/main" id="{1912BA9E-98B1-4E67-B712-FE8B26EFC881}"/>
              </a:ext>
            </a:extLst>
          </p:cNvPr>
          <p:cNvCxnSpPr>
            <a:cxnSpLocks/>
            <a:stCxn id="88" idx="2"/>
            <a:endCxn id="93" idx="0"/>
          </p:cNvCxnSpPr>
          <p:nvPr/>
        </p:nvCxnSpPr>
        <p:spPr>
          <a:xfrm rot="16200000" flipH="1">
            <a:off x="2268397" y="5161916"/>
            <a:ext cx="267651" cy="1131084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연결선: 꺾임 97">
            <a:extLst>
              <a:ext uri="{FF2B5EF4-FFF2-40B4-BE49-F238E27FC236}">
                <a16:creationId xmlns:a16="http://schemas.microsoft.com/office/drawing/2014/main" id="{2936AE79-9825-47E7-A405-B5020E57C037}"/>
              </a:ext>
            </a:extLst>
          </p:cNvPr>
          <p:cNvCxnSpPr>
            <a:cxnSpLocks/>
            <a:stCxn id="88" idx="2"/>
            <a:endCxn id="90" idx="0"/>
          </p:cNvCxnSpPr>
          <p:nvPr/>
        </p:nvCxnSpPr>
        <p:spPr>
          <a:xfrm rot="5400000">
            <a:off x="1137491" y="5168296"/>
            <a:ext cx="273852" cy="1124527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연결선: 꺾임 98">
            <a:extLst>
              <a:ext uri="{FF2B5EF4-FFF2-40B4-BE49-F238E27FC236}">
                <a16:creationId xmlns:a16="http://schemas.microsoft.com/office/drawing/2014/main" id="{8F50D6D7-8941-4971-970B-FE85613F57B3}"/>
              </a:ext>
            </a:extLst>
          </p:cNvPr>
          <p:cNvCxnSpPr>
            <a:cxnSpLocks/>
            <a:stCxn id="94" idx="2"/>
            <a:endCxn id="96" idx="0"/>
          </p:cNvCxnSpPr>
          <p:nvPr/>
        </p:nvCxnSpPr>
        <p:spPr>
          <a:xfrm rot="5400000">
            <a:off x="4330002" y="5445942"/>
            <a:ext cx="267650" cy="563033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연결선: 꺾임 99">
            <a:extLst>
              <a:ext uri="{FF2B5EF4-FFF2-40B4-BE49-F238E27FC236}">
                <a16:creationId xmlns:a16="http://schemas.microsoft.com/office/drawing/2014/main" id="{8B7FDE5B-B727-496E-A772-B8DD4AEEA178}"/>
              </a:ext>
            </a:extLst>
          </p:cNvPr>
          <p:cNvCxnSpPr>
            <a:cxnSpLocks/>
            <a:stCxn id="94" idx="2"/>
            <a:endCxn id="97" idx="0"/>
          </p:cNvCxnSpPr>
          <p:nvPr/>
        </p:nvCxnSpPr>
        <p:spPr>
          <a:xfrm rot="16200000" flipH="1">
            <a:off x="4906962" y="5432014"/>
            <a:ext cx="262570" cy="585808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/>
          <p:cNvCxnSpPr>
            <a:stCxn id="81" idx="2"/>
            <a:endCxn id="86" idx="0"/>
          </p:cNvCxnSpPr>
          <p:nvPr/>
        </p:nvCxnSpPr>
        <p:spPr>
          <a:xfrm>
            <a:off x="2811777" y="4139050"/>
            <a:ext cx="1" cy="267207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/>
          <p:cNvCxnSpPr>
            <a:stCxn id="88" idx="2"/>
            <a:endCxn id="91" idx="0"/>
          </p:cNvCxnSpPr>
          <p:nvPr/>
        </p:nvCxnSpPr>
        <p:spPr>
          <a:xfrm>
            <a:off x="1836680" y="5593633"/>
            <a:ext cx="3279" cy="268772"/>
          </a:xfrm>
          <a:prstGeom prst="straightConnector1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>
            <a:off x="222191" y="3672240"/>
            <a:ext cx="11762858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29" name="Shape 1">
            <a:extLst>
              <a:ext uri="{FF2B5EF4-FFF2-40B4-BE49-F238E27FC236}">
                <a16:creationId xmlns:a16="http://schemas.microsoft.com/office/drawing/2014/main" id="{FC38E21A-DBA4-47D4-94C6-19F8AFE45F6A}"/>
              </a:ext>
            </a:extLst>
          </p:cNvPr>
          <p:cNvSpPr/>
          <p:nvPr/>
        </p:nvSpPr>
        <p:spPr>
          <a:xfrm rot="5400000">
            <a:off x="4582537" y="5138122"/>
            <a:ext cx="2931762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4536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2843</Words>
  <Application>Microsoft Office PowerPoint</Application>
  <PresentationFormat>와이드스크린</PresentationFormat>
  <Paragraphs>731</Paragraphs>
  <Slides>32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FullName</cp:lastModifiedBy>
  <cp:revision>12</cp:revision>
  <dcterms:created xsi:type="dcterms:W3CDTF">2026-08-19T01:17:59Z</dcterms:created>
  <dcterms:modified xsi:type="dcterms:W3CDTF">2026-08-19T06:50:57Z</dcterms:modified>
</cp:coreProperties>
</file>