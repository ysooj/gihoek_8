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9" r:id="rId15"/>
    <p:sldId id="270" r:id="rId16"/>
    <p:sldId id="275" r:id="rId17"/>
    <p:sldId id="271" r:id="rId18"/>
    <p:sldId id="273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7"/>
    <a:srgbClr val="DDEEFF"/>
    <a:srgbClr val="FFE3D4"/>
    <a:srgbClr val="F3E203"/>
    <a:srgbClr val="040404"/>
    <a:srgbClr val="6F6E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7FCB76-A908-418C-86D5-DB686BC0D3BB}" v="45" dt="2026-08-31T02:13:44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8" d="100"/>
          <a:sy n="58" d="100"/>
        </p:scale>
        <p:origin x="78" y="11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redo custSel addSld modSld">
      <pc:chgData name="musukie52@gmail.com" userId="017bd91f96aa8751" providerId="LiveId" clId="{5B2C3894-F97E-4CAB-8812-5BB4D83AAC6A}" dt="2026-08-31T02:25:15.605" v="555" actId="21"/>
      <pc:docMkLst>
        <pc:docMk/>
      </pc:docMkLst>
      <pc:sldChg chg="addSp delSp modSp mod">
        <pc:chgData name="musukie52@gmail.com" userId="017bd91f96aa8751" providerId="LiveId" clId="{5B2C3894-F97E-4CAB-8812-5BB4D83AAC6A}" dt="2026-08-31T02:25:15.605" v="555" actId="21"/>
        <pc:sldMkLst>
          <pc:docMk/>
          <pc:sldMk cId="2438115239" sldId="269"/>
        </pc:sldMkLst>
        <pc:spChg chg="del">
          <ac:chgData name="musukie52@gmail.com" userId="017bd91f96aa8751" providerId="LiveId" clId="{5B2C3894-F97E-4CAB-8812-5BB4D83AAC6A}" dt="2026-08-31T01:47:08.495" v="205" actId="478"/>
          <ac:spMkLst>
            <pc:docMk/>
            <pc:sldMk cId="2438115239" sldId="269"/>
            <ac:spMk id="24" creationId="{00000000-0000-0000-0000-000000000000}"/>
          </ac:spMkLst>
        </pc:spChg>
        <pc:spChg chg="add del mod">
          <ac:chgData name="musukie52@gmail.com" userId="017bd91f96aa8751" providerId="LiveId" clId="{5B2C3894-F97E-4CAB-8812-5BB4D83AAC6A}" dt="2026-08-31T02:18:38.837" v="491" actId="478"/>
          <ac:spMkLst>
            <pc:docMk/>
            <pc:sldMk cId="2438115239" sldId="269"/>
            <ac:spMk id="81" creationId="{45320C47-237C-712D-D44E-B74B270C170F}"/>
          </ac:spMkLst>
        </pc:spChg>
        <pc:spChg chg="add del mod">
          <ac:chgData name="musukie52@gmail.com" userId="017bd91f96aa8751" providerId="LiveId" clId="{5B2C3894-F97E-4CAB-8812-5BB4D83AAC6A}" dt="2026-08-31T02:25:15.605" v="555" actId="21"/>
          <ac:spMkLst>
            <pc:docMk/>
            <pc:sldMk cId="2438115239" sldId="269"/>
            <ac:spMk id="100" creationId="{8C6FAECE-5F39-4E41-ED5E-95D933C963E2}"/>
          </ac:spMkLst>
        </pc:spChg>
        <pc:spChg chg="add del mod">
          <ac:chgData name="musukie52@gmail.com" userId="017bd91f96aa8751" providerId="LiveId" clId="{5B2C3894-F97E-4CAB-8812-5BB4D83AAC6A}" dt="2026-08-31T02:25:15.605" v="555" actId="21"/>
          <ac:spMkLst>
            <pc:docMk/>
            <pc:sldMk cId="2438115239" sldId="269"/>
            <ac:spMk id="102" creationId="{03E053F1-277D-AC84-FE82-7ED0470901DA}"/>
          </ac:spMkLst>
        </pc:spChg>
        <pc:spChg chg="add del mod">
          <ac:chgData name="musukie52@gmail.com" userId="017bd91f96aa8751" providerId="LiveId" clId="{5B2C3894-F97E-4CAB-8812-5BB4D83AAC6A}" dt="2026-08-31T02:25:15.605" v="555" actId="21"/>
          <ac:spMkLst>
            <pc:docMk/>
            <pc:sldMk cId="2438115239" sldId="269"/>
            <ac:spMk id="104" creationId="{890C7E2E-89AB-4B2E-61B8-8D6A102D46E1}"/>
          </ac:spMkLst>
        </pc:spChg>
        <pc:spChg chg="add del mod">
          <ac:chgData name="musukie52@gmail.com" userId="017bd91f96aa8751" providerId="LiveId" clId="{5B2C3894-F97E-4CAB-8812-5BB4D83AAC6A}" dt="2026-08-31T02:25:15.605" v="555" actId="21"/>
          <ac:spMkLst>
            <pc:docMk/>
            <pc:sldMk cId="2438115239" sldId="269"/>
            <ac:spMk id="105" creationId="{45F230A8-50BE-C349-21E2-0F191BD78EEA}"/>
          </ac:spMkLst>
        </pc:spChg>
        <pc:spChg chg="add del mod">
          <ac:chgData name="musukie52@gmail.com" userId="017bd91f96aa8751" providerId="LiveId" clId="{5B2C3894-F97E-4CAB-8812-5BB4D83AAC6A}" dt="2026-08-31T02:25:15.605" v="555" actId="21"/>
          <ac:spMkLst>
            <pc:docMk/>
            <pc:sldMk cId="2438115239" sldId="269"/>
            <ac:spMk id="107" creationId="{481C82DC-1397-A684-148F-9BCC73B14FCF}"/>
          </ac:spMkLst>
        </pc:spChg>
        <pc:spChg chg="add del mod">
          <ac:chgData name="musukie52@gmail.com" userId="017bd91f96aa8751" providerId="LiveId" clId="{5B2C3894-F97E-4CAB-8812-5BB4D83AAC6A}" dt="2026-08-31T02:25:15.605" v="555" actId="21"/>
          <ac:spMkLst>
            <pc:docMk/>
            <pc:sldMk cId="2438115239" sldId="269"/>
            <ac:spMk id="109" creationId="{949439D8-3A1D-EA91-DE6A-D2EB645F4BBE}"/>
          </ac:spMkLst>
        </pc:spChg>
        <pc:picChg chg="del">
          <ac:chgData name="musukie52@gmail.com" userId="017bd91f96aa8751" providerId="LiveId" clId="{5B2C3894-F97E-4CAB-8812-5BB4D83AAC6A}" dt="2026-08-31T01:43:20.346" v="153" actId="478"/>
          <ac:picMkLst>
            <pc:docMk/>
            <pc:sldMk cId="2438115239" sldId="269"/>
            <ac:picMk id="3" creationId="{9340FCED-3E10-5C5E-0134-446F40F227E9}"/>
          </ac:picMkLst>
        </pc:picChg>
        <pc:picChg chg="ord">
          <ac:chgData name="musukie52@gmail.com" userId="017bd91f96aa8751" providerId="LiveId" clId="{5B2C3894-F97E-4CAB-8812-5BB4D83AAC6A}" dt="2026-08-31T02:18:36.288" v="490" actId="167"/>
          <ac:picMkLst>
            <pc:docMk/>
            <pc:sldMk cId="2438115239" sldId="269"/>
            <ac:picMk id="4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8-31T02:07:05.210" v="326" actId="1076"/>
          <ac:picMkLst>
            <pc:docMk/>
            <pc:sldMk cId="2438115239" sldId="269"/>
            <ac:picMk id="7" creationId="{00000000-0000-0000-0000-000000000000}"/>
          </ac:picMkLst>
        </pc:picChg>
        <pc:picChg chg="mod ord">
          <ac:chgData name="musukie52@gmail.com" userId="017bd91f96aa8751" providerId="LiveId" clId="{5B2C3894-F97E-4CAB-8812-5BB4D83AAC6A}" dt="2026-08-31T01:47:49.882" v="209" actId="1076"/>
          <ac:picMkLst>
            <pc:docMk/>
            <pc:sldMk cId="2438115239" sldId="269"/>
            <ac:picMk id="8" creationId="{00000000-0000-0000-0000-000000000000}"/>
          </ac:picMkLst>
        </pc:picChg>
        <pc:picChg chg="mod ord">
          <ac:chgData name="musukie52@gmail.com" userId="017bd91f96aa8751" providerId="LiveId" clId="{5B2C3894-F97E-4CAB-8812-5BB4D83AAC6A}" dt="2026-08-31T01:46:43.556" v="202" actId="166"/>
          <ac:picMkLst>
            <pc:docMk/>
            <pc:sldMk cId="2438115239" sldId="269"/>
            <ac:picMk id="9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2:06:53.987" v="322" actId="478"/>
          <ac:picMkLst>
            <pc:docMk/>
            <pc:sldMk cId="2438115239" sldId="269"/>
            <ac:picMk id="10" creationId="{00000000-0000-0000-0000-000000000000}"/>
          </ac:picMkLst>
        </pc:picChg>
        <pc:picChg chg="mod ord">
          <ac:chgData name="musukie52@gmail.com" userId="017bd91f96aa8751" providerId="LiveId" clId="{5B2C3894-F97E-4CAB-8812-5BB4D83AAC6A}" dt="2026-08-31T02:22:58.811" v="550" actId="1076"/>
          <ac:picMkLst>
            <pc:docMk/>
            <pc:sldMk cId="2438115239" sldId="269"/>
            <ac:picMk id="11" creationId="{00000000-0000-0000-0000-000000000000}"/>
          </ac:picMkLst>
        </pc:picChg>
        <pc:picChg chg="mod">
          <ac:chgData name="musukie52@gmail.com" userId="017bd91f96aa8751" providerId="LiveId" clId="{5B2C3894-F97E-4CAB-8812-5BB4D83AAC6A}" dt="2026-08-31T02:23:38.625" v="554" actId="1076"/>
          <ac:picMkLst>
            <pc:docMk/>
            <pc:sldMk cId="2438115239" sldId="269"/>
            <ac:picMk id="12" creationId="{00000000-0000-0000-0000-000000000000}"/>
          </ac:picMkLst>
        </pc:picChg>
        <pc:picChg chg="del mod">
          <ac:chgData name="musukie52@gmail.com" userId="017bd91f96aa8751" providerId="LiveId" clId="{5B2C3894-F97E-4CAB-8812-5BB4D83AAC6A}" dt="2026-08-31T02:06:56.182" v="323" actId="478"/>
          <ac:picMkLst>
            <pc:docMk/>
            <pc:sldMk cId="2438115239" sldId="269"/>
            <ac:picMk id="13" creationId="{00000000-0000-0000-0000-000000000000}"/>
          </ac:picMkLst>
        </pc:picChg>
        <pc:picChg chg="del mod">
          <ac:chgData name="musukie52@gmail.com" userId="017bd91f96aa8751" providerId="LiveId" clId="{5B2C3894-F97E-4CAB-8812-5BB4D83AAC6A}" dt="2026-08-31T02:06:52.599" v="321" actId="478"/>
          <ac:picMkLst>
            <pc:docMk/>
            <pc:sldMk cId="2438115239" sldId="269"/>
            <ac:picMk id="15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1:45:40.907" v="178" actId="478"/>
          <ac:picMkLst>
            <pc:docMk/>
            <pc:sldMk cId="2438115239" sldId="269"/>
            <ac:picMk id="17" creationId="{00000000-0000-0000-0000-000000000000}"/>
          </ac:picMkLst>
        </pc:picChg>
        <pc:picChg chg="del mod">
          <ac:chgData name="musukie52@gmail.com" userId="017bd91f96aa8751" providerId="LiveId" clId="{5B2C3894-F97E-4CAB-8812-5BB4D83AAC6A}" dt="2026-08-31T02:06:51.383" v="320" actId="478"/>
          <ac:picMkLst>
            <pc:docMk/>
            <pc:sldMk cId="2438115239" sldId="269"/>
            <ac:picMk id="18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1:46:31.921" v="199" actId="478"/>
          <ac:picMkLst>
            <pc:docMk/>
            <pc:sldMk cId="2438115239" sldId="269"/>
            <ac:picMk id="20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1:43:23.284" v="158" actId="478"/>
          <ac:picMkLst>
            <pc:docMk/>
            <pc:sldMk cId="2438115239" sldId="269"/>
            <ac:picMk id="21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1:43:19.805" v="152" actId="478"/>
          <ac:picMkLst>
            <pc:docMk/>
            <pc:sldMk cId="2438115239" sldId="269"/>
            <ac:picMk id="22" creationId="{A2770A41-0167-CD30-2635-6D844EBA763F}"/>
          </ac:picMkLst>
        </pc:picChg>
        <pc:picChg chg="del">
          <ac:chgData name="musukie52@gmail.com" userId="017bd91f96aa8751" providerId="LiveId" clId="{5B2C3894-F97E-4CAB-8812-5BB4D83AAC6A}" dt="2026-08-31T01:46:27.455" v="195" actId="478"/>
          <ac:picMkLst>
            <pc:docMk/>
            <pc:sldMk cId="2438115239" sldId="269"/>
            <ac:picMk id="25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1:43:22.351" v="157" actId="478"/>
          <ac:picMkLst>
            <pc:docMk/>
            <pc:sldMk cId="2438115239" sldId="269"/>
            <ac:picMk id="27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1:43:20.874" v="154" actId="478"/>
          <ac:picMkLst>
            <pc:docMk/>
            <pc:sldMk cId="2438115239" sldId="269"/>
            <ac:picMk id="28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1:43:21.832" v="156" actId="478"/>
          <ac:picMkLst>
            <pc:docMk/>
            <pc:sldMk cId="2438115239" sldId="269"/>
            <ac:picMk id="29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1:43:21.375" v="155" actId="478"/>
          <ac:picMkLst>
            <pc:docMk/>
            <pc:sldMk cId="2438115239" sldId="269"/>
            <ac:picMk id="30" creationId="{00000000-0000-0000-0000-000000000000}"/>
          </ac:picMkLst>
        </pc:picChg>
        <pc:picChg chg="mod ord">
          <ac:chgData name="musukie52@gmail.com" userId="017bd91f96aa8751" providerId="LiveId" clId="{5B2C3894-F97E-4CAB-8812-5BB4D83AAC6A}" dt="2026-08-31T02:23:01.302" v="551" actId="166"/>
          <ac:picMkLst>
            <pc:docMk/>
            <pc:sldMk cId="2438115239" sldId="269"/>
            <ac:picMk id="31" creationId="{00000000-0000-0000-0000-000000000000}"/>
          </ac:picMkLst>
        </pc:picChg>
        <pc:picChg chg="del mod">
          <ac:chgData name="musukie52@gmail.com" userId="017bd91f96aa8751" providerId="LiveId" clId="{5B2C3894-F97E-4CAB-8812-5BB4D83AAC6A}" dt="2026-08-31T01:46:20.979" v="190" actId="478"/>
          <ac:picMkLst>
            <pc:docMk/>
            <pc:sldMk cId="2438115239" sldId="269"/>
            <ac:picMk id="32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1:46:23.147" v="192" actId="478"/>
          <ac:picMkLst>
            <pc:docMk/>
            <pc:sldMk cId="2438115239" sldId="269"/>
            <ac:picMk id="33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1:46:23.893" v="193" actId="478"/>
          <ac:picMkLst>
            <pc:docMk/>
            <pc:sldMk cId="2438115239" sldId="269"/>
            <ac:picMk id="34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1:46:22.446" v="191" actId="478"/>
          <ac:picMkLst>
            <pc:docMk/>
            <pc:sldMk cId="2438115239" sldId="269"/>
            <ac:picMk id="36" creationId="{00000000-0000-0000-0000-000000000000}"/>
          </ac:picMkLst>
        </pc:picChg>
        <pc:picChg chg="mod ord">
          <ac:chgData name="musukie52@gmail.com" userId="017bd91f96aa8751" providerId="LiveId" clId="{5B2C3894-F97E-4CAB-8812-5BB4D83AAC6A}" dt="2026-08-31T02:18:24.279" v="489" actId="14861"/>
          <ac:picMkLst>
            <pc:docMk/>
            <pc:sldMk cId="2438115239" sldId="269"/>
            <ac:picMk id="37" creationId="{00000000-0000-0000-0000-000000000000}"/>
          </ac:picMkLst>
        </pc:picChg>
        <pc:picChg chg="del mod">
          <ac:chgData name="musukie52@gmail.com" userId="017bd91f96aa8751" providerId="LiveId" clId="{5B2C3894-F97E-4CAB-8812-5BB4D83AAC6A}" dt="2026-08-31T01:40:27.080" v="108" actId="478"/>
          <ac:picMkLst>
            <pc:docMk/>
            <pc:sldMk cId="2438115239" sldId="269"/>
            <ac:picMk id="38" creationId="{00000000-0000-0000-0000-000000000000}"/>
          </ac:picMkLst>
        </pc:picChg>
        <pc:picChg chg="mod ord">
          <ac:chgData name="musukie52@gmail.com" userId="017bd91f96aa8751" providerId="LiveId" clId="{5B2C3894-F97E-4CAB-8812-5BB4D83AAC6A}" dt="2026-08-31T02:23:09.429" v="552" actId="1076"/>
          <ac:picMkLst>
            <pc:docMk/>
            <pc:sldMk cId="2438115239" sldId="269"/>
            <ac:picMk id="39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1:46:31.062" v="198" actId="478"/>
          <ac:picMkLst>
            <pc:docMk/>
            <pc:sldMk cId="2438115239" sldId="269"/>
            <ac:picMk id="40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1:46:26.411" v="194" actId="478"/>
          <ac:picMkLst>
            <pc:docMk/>
            <pc:sldMk cId="2438115239" sldId="269"/>
            <ac:picMk id="41" creationId="{00000000-0000-0000-0000-000000000000}"/>
          </ac:picMkLst>
        </pc:picChg>
        <pc:picChg chg="del">
          <ac:chgData name="musukie52@gmail.com" userId="017bd91f96aa8751" providerId="LiveId" clId="{5B2C3894-F97E-4CAB-8812-5BB4D83AAC6A}" dt="2026-08-31T01:43:19.275" v="151" actId="478"/>
          <ac:picMkLst>
            <pc:docMk/>
            <pc:sldMk cId="2438115239" sldId="269"/>
            <ac:picMk id="46" creationId="{10CBE1DC-B6A8-9208-BF0F-9715A97B8E7C}"/>
          </ac:picMkLst>
        </pc:picChg>
        <pc:picChg chg="del">
          <ac:chgData name="musukie52@gmail.com" userId="017bd91f96aa8751" providerId="LiveId" clId="{5B2C3894-F97E-4CAB-8812-5BB4D83AAC6A}" dt="2026-08-31T01:43:18.560" v="150" actId="478"/>
          <ac:picMkLst>
            <pc:docMk/>
            <pc:sldMk cId="2438115239" sldId="269"/>
            <ac:picMk id="48" creationId="{5564CCB0-D880-43E1-D120-9D954D15EAC1}"/>
          </ac:picMkLst>
        </pc:picChg>
        <pc:picChg chg="del">
          <ac:chgData name="musukie52@gmail.com" userId="017bd91f96aa8751" providerId="LiveId" clId="{5B2C3894-F97E-4CAB-8812-5BB4D83AAC6A}" dt="2026-08-31T01:43:10.202" v="149" actId="478"/>
          <ac:picMkLst>
            <pc:docMk/>
            <pc:sldMk cId="2438115239" sldId="269"/>
            <ac:picMk id="52" creationId="{580F3B36-D07B-F79E-A2E9-CC3959C6ECDF}"/>
          </ac:picMkLst>
        </pc:picChg>
        <pc:picChg chg="del mod">
          <ac:chgData name="musukie52@gmail.com" userId="017bd91f96aa8751" providerId="LiveId" clId="{5B2C3894-F97E-4CAB-8812-5BB4D83AAC6A}" dt="2026-08-31T01:46:20.979" v="190" actId="478"/>
          <ac:picMkLst>
            <pc:docMk/>
            <pc:sldMk cId="2438115239" sldId="269"/>
            <ac:picMk id="56" creationId="{127BAD97-EFE1-7B66-137E-F482470FF0A4}"/>
          </ac:picMkLst>
        </pc:picChg>
        <pc:picChg chg="del mod">
          <ac:chgData name="musukie52@gmail.com" userId="017bd91f96aa8751" providerId="LiveId" clId="{5B2C3894-F97E-4CAB-8812-5BB4D83AAC6A}" dt="2026-08-31T01:46:20.979" v="190" actId="478"/>
          <ac:picMkLst>
            <pc:docMk/>
            <pc:sldMk cId="2438115239" sldId="269"/>
            <ac:picMk id="58" creationId="{BFD89433-D1AD-4AAC-534F-A071B0C59998}"/>
          </ac:picMkLst>
        </pc:picChg>
        <pc:picChg chg="del">
          <ac:chgData name="musukie52@gmail.com" userId="017bd91f96aa8751" providerId="LiveId" clId="{5B2C3894-F97E-4CAB-8812-5BB4D83AAC6A}" dt="2026-08-31T01:44:03.662" v="161" actId="478"/>
          <ac:picMkLst>
            <pc:docMk/>
            <pc:sldMk cId="2438115239" sldId="269"/>
            <ac:picMk id="60" creationId="{FA09CCE1-4E3C-53EB-2719-A4E9B5661DA0}"/>
          </ac:picMkLst>
        </pc:picChg>
        <pc:picChg chg="del">
          <ac:chgData name="musukie52@gmail.com" userId="017bd91f96aa8751" providerId="LiveId" clId="{5B2C3894-F97E-4CAB-8812-5BB4D83AAC6A}" dt="2026-08-31T01:44:03.189" v="160" actId="478"/>
          <ac:picMkLst>
            <pc:docMk/>
            <pc:sldMk cId="2438115239" sldId="269"/>
            <ac:picMk id="62" creationId="{830D5E63-126B-9129-CFE3-EEAEC1F4150F}"/>
          </ac:picMkLst>
        </pc:picChg>
        <pc:picChg chg="del">
          <ac:chgData name="musukie52@gmail.com" userId="017bd91f96aa8751" providerId="LiveId" clId="{5B2C3894-F97E-4CAB-8812-5BB4D83AAC6A}" dt="2026-08-31T01:44:02.799" v="159" actId="478"/>
          <ac:picMkLst>
            <pc:docMk/>
            <pc:sldMk cId="2438115239" sldId="269"/>
            <ac:picMk id="64" creationId="{39453269-41B9-03DA-C823-27BF67CAC0AE}"/>
          </ac:picMkLst>
        </pc:picChg>
        <pc:picChg chg="del">
          <ac:chgData name="musukie52@gmail.com" userId="017bd91f96aa8751" providerId="LiveId" clId="{5B2C3894-F97E-4CAB-8812-5BB4D83AAC6A}" dt="2026-08-31T01:44:04.164" v="162" actId="478"/>
          <ac:picMkLst>
            <pc:docMk/>
            <pc:sldMk cId="2438115239" sldId="269"/>
            <ac:picMk id="66" creationId="{7DBBC761-6AAD-BB91-45C6-A1492ABBC6AB}"/>
          </ac:picMkLst>
        </pc:picChg>
        <pc:picChg chg="del mod">
          <ac:chgData name="musukie52@gmail.com" userId="017bd91f96aa8751" providerId="LiveId" clId="{5B2C3894-F97E-4CAB-8812-5BB4D83AAC6A}" dt="2026-08-31T01:44:04.659" v="163" actId="478"/>
          <ac:picMkLst>
            <pc:docMk/>
            <pc:sldMk cId="2438115239" sldId="269"/>
            <ac:picMk id="68" creationId="{2E5BBE9E-9D36-50FD-6D31-8A504FB738DF}"/>
          </ac:picMkLst>
        </pc:picChg>
        <pc:picChg chg="add del mod">
          <ac:chgData name="musukie52@gmail.com" userId="017bd91f96aa8751" providerId="LiveId" clId="{5B2C3894-F97E-4CAB-8812-5BB4D83AAC6A}" dt="2026-08-31T01:20:43.043" v="12" actId="478"/>
          <ac:picMkLst>
            <pc:docMk/>
            <pc:sldMk cId="2438115239" sldId="269"/>
            <ac:picMk id="70" creationId="{8278769E-061B-52CC-03C9-07859DD80620}"/>
          </ac:picMkLst>
        </pc:picChg>
        <pc:picChg chg="add del mod ord">
          <ac:chgData name="musukie52@gmail.com" userId="017bd91f96aa8751" providerId="LiveId" clId="{5B2C3894-F97E-4CAB-8812-5BB4D83AAC6A}" dt="2026-08-31T01:53:29.329" v="269" actId="1076"/>
          <ac:picMkLst>
            <pc:docMk/>
            <pc:sldMk cId="2438115239" sldId="269"/>
            <ac:picMk id="72" creationId="{F274305C-CE3B-06CB-7D74-2A1CE1014E5A}"/>
          </ac:picMkLst>
        </pc:picChg>
        <pc:picChg chg="add del mod">
          <ac:chgData name="musukie52@gmail.com" userId="017bd91f96aa8751" providerId="LiveId" clId="{5B2C3894-F97E-4CAB-8812-5BB4D83AAC6A}" dt="2026-08-31T01:46:53.067" v="203" actId="1076"/>
          <ac:picMkLst>
            <pc:docMk/>
            <pc:sldMk cId="2438115239" sldId="269"/>
            <ac:picMk id="74" creationId="{0BECF681-B7E1-D6F9-3C48-261ECBE5B39E}"/>
          </ac:picMkLst>
        </pc:picChg>
        <pc:picChg chg="add del mod">
          <ac:chgData name="musukie52@gmail.com" userId="017bd91f96aa8751" providerId="LiveId" clId="{5B2C3894-F97E-4CAB-8812-5BB4D83AAC6A}" dt="2026-08-31T01:44:29.774" v="167" actId="478"/>
          <ac:picMkLst>
            <pc:docMk/>
            <pc:sldMk cId="2438115239" sldId="269"/>
            <ac:picMk id="76" creationId="{A8001A6C-E458-05CA-D605-BDE018836D94}"/>
          </ac:picMkLst>
        </pc:picChg>
        <pc:picChg chg="add mod">
          <ac:chgData name="musukie52@gmail.com" userId="017bd91f96aa8751" providerId="LiveId" clId="{5B2C3894-F97E-4CAB-8812-5BB4D83AAC6A}" dt="2026-08-31T01:45:48.540" v="182" actId="1037"/>
          <ac:picMkLst>
            <pc:docMk/>
            <pc:sldMk cId="2438115239" sldId="269"/>
            <ac:picMk id="78" creationId="{0CF015D9-5209-B49C-1979-05708C5F0F5B}"/>
          </ac:picMkLst>
        </pc:picChg>
        <pc:picChg chg="add mod ord">
          <ac:chgData name="musukie52@gmail.com" userId="017bd91f96aa8751" providerId="LiveId" clId="{5B2C3894-F97E-4CAB-8812-5BB4D83AAC6A}" dt="2026-08-31T02:22:58.811" v="550" actId="1076"/>
          <ac:picMkLst>
            <pc:docMk/>
            <pc:sldMk cId="2438115239" sldId="269"/>
            <ac:picMk id="80" creationId="{8D1B6ACE-D051-0664-7C6B-906EDA74E2D6}"/>
          </ac:picMkLst>
        </pc:picChg>
        <pc:picChg chg="add del mod">
          <ac:chgData name="musukie52@gmail.com" userId="017bd91f96aa8751" providerId="LiveId" clId="{5B2C3894-F97E-4CAB-8812-5BB4D83AAC6A}" dt="2026-08-31T01:56:33.221" v="297" actId="478"/>
          <ac:picMkLst>
            <pc:docMk/>
            <pc:sldMk cId="2438115239" sldId="269"/>
            <ac:picMk id="83" creationId="{BA9372B5-AB8C-C949-75E8-C86C4850687A}"/>
          </ac:picMkLst>
        </pc:picChg>
        <pc:picChg chg="add mod modCrop">
          <ac:chgData name="musukie52@gmail.com" userId="017bd91f96aa8751" providerId="LiveId" clId="{5B2C3894-F97E-4CAB-8812-5BB4D83AAC6A}" dt="2026-08-31T02:16:36.261" v="473" actId="1076"/>
          <ac:picMkLst>
            <pc:docMk/>
            <pc:sldMk cId="2438115239" sldId="269"/>
            <ac:picMk id="85" creationId="{8AAEEEAC-1C05-3B8E-A5AA-20B814336EEE}"/>
          </ac:picMkLst>
        </pc:picChg>
        <pc:picChg chg="add mod">
          <ac:chgData name="musukie52@gmail.com" userId="017bd91f96aa8751" providerId="LiveId" clId="{5B2C3894-F97E-4CAB-8812-5BB4D83AAC6A}" dt="2026-08-31T02:16:23.324" v="470" actId="1076"/>
          <ac:picMkLst>
            <pc:docMk/>
            <pc:sldMk cId="2438115239" sldId="269"/>
            <ac:picMk id="87" creationId="{D063F59A-45BA-5368-C14F-EB91A7162E42}"/>
          </ac:picMkLst>
        </pc:picChg>
        <pc:picChg chg="add del mod">
          <ac:chgData name="musukie52@gmail.com" userId="017bd91f96aa8751" providerId="LiveId" clId="{5B2C3894-F97E-4CAB-8812-5BB4D83AAC6A}" dt="2026-08-31T02:23:23.142" v="553" actId="478"/>
          <ac:picMkLst>
            <pc:docMk/>
            <pc:sldMk cId="2438115239" sldId="269"/>
            <ac:picMk id="89" creationId="{C508B3C8-1264-AC4D-3EDB-2ABDB0C864BD}"/>
          </ac:picMkLst>
        </pc:picChg>
        <pc:picChg chg="add mod">
          <ac:chgData name="musukie52@gmail.com" userId="017bd91f96aa8751" providerId="LiveId" clId="{5B2C3894-F97E-4CAB-8812-5BB4D83AAC6A}" dt="2026-08-31T01:51:04.911" v="236" actId="1076"/>
          <ac:picMkLst>
            <pc:docMk/>
            <pc:sldMk cId="2438115239" sldId="269"/>
            <ac:picMk id="91" creationId="{51D202EE-44BF-B5DA-4962-0D5F74517035}"/>
          </ac:picMkLst>
        </pc:picChg>
        <pc:picChg chg="add mod">
          <ac:chgData name="musukie52@gmail.com" userId="017bd91f96aa8751" providerId="LiveId" clId="{5B2C3894-F97E-4CAB-8812-5BB4D83AAC6A}" dt="2026-08-31T01:53:22.239" v="266" actId="1076"/>
          <ac:picMkLst>
            <pc:docMk/>
            <pc:sldMk cId="2438115239" sldId="269"/>
            <ac:picMk id="93" creationId="{EA722640-6FDA-8020-0814-9C8D3AD23C8C}"/>
          </ac:picMkLst>
        </pc:picChg>
        <pc:picChg chg="add mod modCrop">
          <ac:chgData name="musukie52@gmail.com" userId="017bd91f96aa8751" providerId="LiveId" clId="{5B2C3894-F97E-4CAB-8812-5BB4D83AAC6A}" dt="2026-08-31T02:15:04.457" v="458" actId="732"/>
          <ac:picMkLst>
            <pc:docMk/>
            <pc:sldMk cId="2438115239" sldId="269"/>
            <ac:picMk id="95" creationId="{D1BB8891-F5D3-DA9C-47A7-D10FD3921237}"/>
          </ac:picMkLst>
        </pc:picChg>
        <pc:picChg chg="add mod ord">
          <ac:chgData name="musukie52@gmail.com" userId="017bd91f96aa8751" providerId="LiveId" clId="{5B2C3894-F97E-4CAB-8812-5BB4D83AAC6A}" dt="2026-08-31T02:17:57.323" v="483" actId="1076"/>
          <ac:picMkLst>
            <pc:docMk/>
            <pc:sldMk cId="2438115239" sldId="269"/>
            <ac:picMk id="97" creationId="{D1B98819-A8C7-B713-1751-AA3B7C69D06F}"/>
          </ac:picMkLst>
        </pc:picChg>
        <pc:picChg chg="add mod">
          <ac:chgData name="musukie52@gmail.com" userId="017bd91f96aa8751" providerId="LiveId" clId="{5B2C3894-F97E-4CAB-8812-5BB4D83AAC6A}" dt="2026-08-31T02:10:42.960" v="333" actId="14861"/>
          <ac:picMkLst>
            <pc:docMk/>
            <pc:sldMk cId="2438115239" sldId="269"/>
            <ac:picMk id="99" creationId="{3FBE203F-A859-3647-3414-9C4EA3E4723F}"/>
          </ac:picMkLst>
        </pc:picChg>
        <pc:picChg chg="add mod modCrop">
          <ac:chgData name="musukie52@gmail.com" userId="017bd91f96aa8751" providerId="LiveId" clId="{5B2C3894-F97E-4CAB-8812-5BB4D83AAC6A}" dt="2026-08-31T02:15:14.600" v="460" actId="1076"/>
          <ac:picMkLst>
            <pc:docMk/>
            <pc:sldMk cId="2438115239" sldId="269"/>
            <ac:picMk id="111" creationId="{DCB1B56C-9B88-1A0C-4FC4-B67280B909BD}"/>
          </ac:picMkLst>
        </pc:picChg>
        <pc:picChg chg="add mod modCrop">
          <ac:chgData name="musukie52@gmail.com" userId="017bd91f96aa8751" providerId="LiveId" clId="{5B2C3894-F97E-4CAB-8812-5BB4D83AAC6A}" dt="2026-08-31T02:17:19.518" v="478" actId="1076"/>
          <ac:picMkLst>
            <pc:docMk/>
            <pc:sldMk cId="2438115239" sldId="269"/>
            <ac:picMk id="113" creationId="{8DBCFDF1-6B33-F56C-A619-773ACE7EECDF}"/>
          </ac:picMkLst>
        </pc:picChg>
        <pc:picChg chg="add mod">
          <ac:chgData name="musukie52@gmail.com" userId="017bd91f96aa8751" providerId="LiveId" clId="{5B2C3894-F97E-4CAB-8812-5BB4D83AAC6A}" dt="2026-08-31T02:17:49.779" v="481" actId="1076"/>
          <ac:picMkLst>
            <pc:docMk/>
            <pc:sldMk cId="2438115239" sldId="269"/>
            <ac:picMk id="115" creationId="{76C945E6-15E6-65F1-66CC-808AD27C8AD9}"/>
          </ac:picMkLst>
        </pc:picChg>
        <pc:picChg chg="add del mod">
          <ac:chgData name="musukie52@gmail.com" userId="017bd91f96aa8751" providerId="LiveId" clId="{5B2C3894-F97E-4CAB-8812-5BB4D83AAC6A}" dt="2026-08-31T02:19:46.685" v="496" actId="21"/>
          <ac:picMkLst>
            <pc:docMk/>
            <pc:sldMk cId="2438115239" sldId="269"/>
            <ac:picMk id="117" creationId="{31CA14C7-0FAE-2E66-F938-8BC955EEA33D}"/>
          </ac:picMkLst>
        </pc:picChg>
        <pc:picChg chg="add mod ord">
          <ac:chgData name="musukie52@gmail.com" userId="017bd91f96aa8751" providerId="LiveId" clId="{5B2C3894-F97E-4CAB-8812-5BB4D83AAC6A}" dt="2026-08-31T02:22:16.356" v="541" actId="166"/>
          <ac:picMkLst>
            <pc:docMk/>
            <pc:sldMk cId="2438115239" sldId="269"/>
            <ac:picMk id="119" creationId="{2CAD8E8C-FD2C-8303-249D-A266E270FA60}"/>
          </ac:picMkLst>
        </pc:picChg>
        <pc:picChg chg="add mod">
          <ac:chgData name="musukie52@gmail.com" userId="017bd91f96aa8751" providerId="LiveId" clId="{5B2C3894-F97E-4CAB-8812-5BB4D83AAC6A}" dt="2026-08-31T02:20:54.409" v="513" actId="1076"/>
          <ac:picMkLst>
            <pc:docMk/>
            <pc:sldMk cId="2438115239" sldId="269"/>
            <ac:picMk id="121" creationId="{A94512CD-F949-5417-C70A-B68CE4E2DDD3}"/>
          </ac:picMkLst>
        </pc:picChg>
        <pc:picChg chg="add del mod">
          <ac:chgData name="musukie52@gmail.com" userId="017bd91f96aa8751" providerId="LiveId" clId="{5B2C3894-F97E-4CAB-8812-5BB4D83AAC6A}" dt="2026-08-31T02:22:28.882" v="546" actId="21"/>
          <ac:picMkLst>
            <pc:docMk/>
            <pc:sldMk cId="2438115239" sldId="269"/>
            <ac:picMk id="123" creationId="{FE44CA2C-8BAB-9DFE-AA5E-B2BA79E2864A}"/>
          </ac:picMkLst>
        </pc:picChg>
        <pc:picChg chg="add mod">
          <ac:chgData name="musukie52@gmail.com" userId="017bd91f96aa8751" providerId="LiveId" clId="{5B2C3894-F97E-4CAB-8812-5BB4D83AAC6A}" dt="2026-08-31T02:22:30.772" v="547" actId="1076"/>
          <ac:picMkLst>
            <pc:docMk/>
            <pc:sldMk cId="2438115239" sldId="269"/>
            <ac:picMk id="125" creationId="{A0F0E3D6-C902-1155-F345-7AFE434739A7}"/>
          </ac:picMkLst>
        </pc:picChg>
        <pc:picChg chg="add mod">
          <ac:chgData name="musukie52@gmail.com" userId="017bd91f96aa8751" providerId="LiveId" clId="{5B2C3894-F97E-4CAB-8812-5BB4D83AAC6A}" dt="2026-08-31T02:22:14.422" v="540" actId="1036"/>
          <ac:picMkLst>
            <pc:docMk/>
            <pc:sldMk cId="2438115239" sldId="269"/>
            <ac:picMk id="127" creationId="{C1A28BD4-2091-D231-6D57-15AF8BB078C0}"/>
          </ac:picMkLst>
        </pc:picChg>
        <pc:picChg chg="add mod">
          <ac:chgData name="musukie52@gmail.com" userId="017bd91f96aa8751" providerId="LiveId" clId="{5B2C3894-F97E-4CAB-8812-5BB4D83AAC6A}" dt="2026-08-31T02:22:37.800" v="549" actId="1076"/>
          <ac:picMkLst>
            <pc:docMk/>
            <pc:sldMk cId="2438115239" sldId="269"/>
            <ac:picMk id="129" creationId="{3E788CB1-1BF0-34FA-6498-361750C4BCE3}"/>
          </ac:picMkLst>
        </pc:picChg>
      </pc:sldChg>
      <pc:sldChg chg="addSp delSp modSp new mod">
        <pc:chgData name="musukie52@gmail.com" userId="017bd91f96aa8751" providerId="LiveId" clId="{5B2C3894-F97E-4CAB-8812-5BB4D83AAC6A}" dt="2026-08-31T02:21:54.915" v="528" actId="1076"/>
        <pc:sldMkLst>
          <pc:docMk/>
          <pc:sldMk cId="1579386595" sldId="279"/>
        </pc:sldMkLst>
        <pc:spChg chg="del">
          <ac:chgData name="musukie52@gmail.com" userId="017bd91f96aa8751" providerId="LiveId" clId="{5B2C3894-F97E-4CAB-8812-5BB4D83AAC6A}" dt="2026-08-31T02:19:48.687" v="497" actId="478"/>
          <ac:spMkLst>
            <pc:docMk/>
            <pc:sldMk cId="1579386595" sldId="279"/>
            <ac:spMk id="2" creationId="{A840C63E-FD65-74EB-CAD4-317C26CE47DB}"/>
          </ac:spMkLst>
        </pc:spChg>
        <pc:spChg chg="del">
          <ac:chgData name="musukie52@gmail.com" userId="017bd91f96aa8751" providerId="LiveId" clId="{5B2C3894-F97E-4CAB-8812-5BB4D83AAC6A}" dt="2026-08-31T02:19:48.687" v="497" actId="478"/>
          <ac:spMkLst>
            <pc:docMk/>
            <pc:sldMk cId="1579386595" sldId="279"/>
            <ac:spMk id="3" creationId="{9A27A86D-EC16-72F7-7F1B-DC5230336D7F}"/>
          </ac:spMkLst>
        </pc:spChg>
        <pc:picChg chg="add mod modCrop">
          <ac:chgData name="musukie52@gmail.com" userId="017bd91f96aa8751" providerId="LiveId" clId="{5B2C3894-F97E-4CAB-8812-5BB4D83AAC6A}" dt="2026-08-31T02:20:09.721" v="500" actId="732"/>
          <ac:picMkLst>
            <pc:docMk/>
            <pc:sldMk cId="1579386595" sldId="279"/>
            <ac:picMk id="5" creationId="{C90E5815-1417-66FF-E365-FE1CAB62BC95}"/>
          </ac:picMkLst>
        </pc:picChg>
        <pc:picChg chg="add mod modCrop">
          <ac:chgData name="musukie52@gmail.com" userId="017bd91f96aa8751" providerId="LiveId" clId="{5B2C3894-F97E-4CAB-8812-5BB4D83AAC6A}" dt="2026-08-31T02:20:35.367" v="508" actId="18131"/>
          <ac:picMkLst>
            <pc:docMk/>
            <pc:sldMk cId="1579386595" sldId="279"/>
            <ac:picMk id="7" creationId="{68E993CE-0056-15E2-E60A-D1236F5A45FD}"/>
          </ac:picMkLst>
        </pc:picChg>
        <pc:picChg chg="add mod modCrop">
          <ac:chgData name="musukie52@gmail.com" userId="017bd91f96aa8751" providerId="LiveId" clId="{5B2C3894-F97E-4CAB-8812-5BB4D83AAC6A}" dt="2026-08-31T02:21:12.743" v="517" actId="732"/>
          <ac:picMkLst>
            <pc:docMk/>
            <pc:sldMk cId="1579386595" sldId="279"/>
            <ac:picMk id="9" creationId="{B60D501B-1A89-7F20-BF18-03FD82D17079}"/>
          </ac:picMkLst>
        </pc:picChg>
        <pc:picChg chg="add mod modCrop">
          <ac:chgData name="musukie52@gmail.com" userId="017bd91f96aa8751" providerId="LiveId" clId="{5B2C3894-F97E-4CAB-8812-5BB4D83AAC6A}" dt="2026-08-31T02:21:54.915" v="528" actId="1076"/>
          <ac:picMkLst>
            <pc:docMk/>
            <pc:sldMk cId="1579386595" sldId="279"/>
            <ac:picMk id="11" creationId="{DBC30135-7769-0225-39D4-361D5695307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377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479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6054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5961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9808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5598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5155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23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29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218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536E4-8DA2-4030-95FB-DE280B8F9E33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000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536E4-8DA2-4030-95FB-DE280B8F9E33}" type="datetimeFigureOut">
              <a:rPr lang="ko-KR" altLang="en-US" smtClean="0"/>
              <a:t>2026-08-31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A5655-FEDF-463D-8E3A-E9436836915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486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8.png"/><Relationship Id="rId39" Type="http://schemas.microsoft.com/office/2007/relationships/hdphoto" Target="../media/hdphoto7.wdp"/><Relationship Id="rId21" Type="http://schemas.openxmlformats.org/officeDocument/2006/relationships/image" Target="../media/image34.png"/><Relationship Id="rId34" Type="http://schemas.openxmlformats.org/officeDocument/2006/relationships/image" Target="../media/image43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5" Type="http://schemas.microsoft.com/office/2007/relationships/hdphoto" Target="../media/hdphoto1.wdp"/><Relationship Id="rId33" Type="http://schemas.openxmlformats.org/officeDocument/2006/relationships/image" Target="../media/image42.png"/><Relationship Id="rId38" Type="http://schemas.openxmlformats.org/officeDocument/2006/relationships/image" Target="../media/image45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32" Type="http://schemas.microsoft.com/office/2007/relationships/hdphoto" Target="../media/hdphoto4.wdp"/><Relationship Id="rId37" Type="http://schemas.microsoft.com/office/2007/relationships/hdphoto" Target="../media/hdphoto6.wdp"/><Relationship Id="rId40" Type="http://schemas.openxmlformats.org/officeDocument/2006/relationships/image" Target="../media/image46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microsoft.com/office/2007/relationships/hdphoto" Target="../media/hdphoto2.wdp"/><Relationship Id="rId36" Type="http://schemas.openxmlformats.org/officeDocument/2006/relationships/image" Target="../media/image44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31" Type="http://schemas.openxmlformats.org/officeDocument/2006/relationships/image" Target="../media/image41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39.png"/><Relationship Id="rId30" Type="http://schemas.microsoft.com/office/2007/relationships/hdphoto" Target="../media/hdphoto3.wdp"/><Relationship Id="rId35" Type="http://schemas.microsoft.com/office/2007/relationships/hdphoto" Target="../media/hdphoto5.wdp"/><Relationship Id="rId8" Type="http://schemas.openxmlformats.org/officeDocument/2006/relationships/image" Target="../media/image21.jpeg"/><Relationship Id="rId3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도구 사용 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도구 숙련도가 낮다면</a:t>
            </a:r>
            <a:r>
              <a:rPr lang="en-US" altLang="ko-KR" dirty="0"/>
              <a:t>, </a:t>
            </a:r>
            <a:r>
              <a:rPr lang="ko-KR" altLang="en-US" dirty="0"/>
              <a:t>사용하지 않는 게 좋다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글자로 원하는 바를 다른 사람에게 전달하는 것보다</a:t>
            </a:r>
            <a:endParaRPr lang="en-US" altLang="ko-KR" dirty="0"/>
          </a:p>
          <a:p>
            <a:r>
              <a:rPr lang="ko-KR" altLang="en-US" b="1" u="sng" dirty="0"/>
              <a:t>러프 스케치</a:t>
            </a:r>
            <a:r>
              <a:rPr lang="ko-KR" altLang="en-US" dirty="0"/>
              <a:t>로라도 표현할 수 있으면 좋다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5901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플레이 유튜브 영상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 err="1"/>
              <a:t>데드</a:t>
            </a:r>
            <a:r>
              <a:rPr lang="ko-KR" altLang="en-US"/>
              <a:t> 바이 데이라이트</a:t>
            </a:r>
            <a:r>
              <a:rPr lang="en-US" altLang="ko-KR"/>
              <a:t>] : </a:t>
            </a:r>
            <a:r>
              <a:rPr lang="ko-KR" altLang="en-US"/>
              <a:t>단순한 스피드 싸움뿐만 아니라</a:t>
            </a:r>
            <a:r>
              <a:rPr lang="en-US" altLang="ko-KR"/>
              <a:t>, </a:t>
            </a:r>
            <a:r>
              <a:rPr lang="ko-KR" altLang="en-US"/>
              <a:t>스킬과 구조물을 활용한 플레이</a:t>
            </a:r>
            <a:endParaRPr lang="en-US" altLang="ko-KR"/>
          </a:p>
          <a:p>
            <a:r>
              <a:rPr lang="en-US" altLang="ko-KR"/>
              <a:t>[Within Skerry] : </a:t>
            </a:r>
            <a:r>
              <a:rPr lang="ko-KR" altLang="en-US"/>
              <a:t>무서운 존재가 나오기 전까지 너무 단순한 구조물들로 레벨이 설계돼있다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365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그래픽 </a:t>
            </a:r>
            <a:r>
              <a:rPr lang="en-US" altLang="ko-KR"/>
              <a:t>quality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그래픽 질이 떨어지면</a:t>
            </a:r>
            <a:r>
              <a:rPr lang="en-US" altLang="ko-KR"/>
              <a:t>, </a:t>
            </a:r>
            <a:r>
              <a:rPr lang="ko-KR" altLang="en-US"/>
              <a:t>어느 순간부터 몰입감이 ↓</a:t>
            </a:r>
            <a:endParaRPr lang="en-US" altLang="ko-KR"/>
          </a:p>
          <a:p>
            <a:r>
              <a:rPr lang="en-US" altLang="ko-KR"/>
              <a:t>But </a:t>
            </a:r>
            <a:r>
              <a:rPr lang="ko-KR" altLang="en-US"/>
              <a:t>공포게임은 시야가 차단되거나 불편해도 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어린이용 게임같은 밝은 분위기의 게임은</a:t>
            </a:r>
            <a:r>
              <a:rPr lang="en-US" altLang="ko-KR"/>
              <a:t>, </a:t>
            </a:r>
            <a:r>
              <a:rPr lang="ko-KR" altLang="en-US"/>
              <a:t>색채도 다양하고 빛도 밝게 표현한다</a:t>
            </a:r>
            <a:r>
              <a:rPr lang="en-US" altLang="ko-KR"/>
              <a:t>.</a:t>
            </a:r>
          </a:p>
          <a:p>
            <a:r>
              <a:rPr lang="ko-KR" altLang="en-US"/>
              <a:t>스릴러</a:t>
            </a:r>
            <a:r>
              <a:rPr lang="en-US" altLang="ko-KR"/>
              <a:t>, </a:t>
            </a:r>
            <a:r>
              <a:rPr lang="ko-KR" altLang="en-US"/>
              <a:t>공포 게임은 색채값이 없어도</a:t>
            </a:r>
            <a:r>
              <a:rPr lang="en-US" altLang="ko-KR"/>
              <a:t>, </a:t>
            </a:r>
            <a:r>
              <a:rPr lang="ko-KR" altLang="en-US"/>
              <a:t>어두워도 된다</a:t>
            </a:r>
            <a:r>
              <a:rPr lang="en-US" altLang="ko-KR"/>
              <a:t>.</a:t>
            </a:r>
          </a:p>
          <a:p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시각적인 정보의 시스템은 어떤 장르의 게임인지를 나타낼 수 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7299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24" y="298825"/>
            <a:ext cx="11254152" cy="626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986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기능 </a:t>
            </a:r>
            <a:r>
              <a:rPr lang="en-US" altLang="ko-KR"/>
              <a:t>=&gt; </a:t>
            </a:r>
            <a:r>
              <a:rPr lang="ko-KR" altLang="en-US"/>
              <a:t>약속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/>
              <a:t>데바데</a:t>
            </a:r>
            <a:r>
              <a:rPr lang="en-US" altLang="ko-KR"/>
              <a:t>] </a:t>
            </a:r>
          </a:p>
          <a:p>
            <a:r>
              <a:rPr lang="ko-KR" altLang="en-US"/>
              <a:t>플레이어가 갈고리에 걸리면</a:t>
            </a:r>
            <a:r>
              <a:rPr lang="en-US" altLang="ko-KR"/>
              <a:t>, </a:t>
            </a:r>
            <a:r>
              <a:rPr lang="ko-KR" altLang="en-US"/>
              <a:t>다른 플레이어의 도움 없으면 못 빠져나온다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기능 </a:t>
            </a:r>
            <a:r>
              <a:rPr lang="en-US" altLang="ko-KR"/>
              <a:t>&gt; </a:t>
            </a:r>
            <a:r>
              <a:rPr lang="ko-KR" altLang="en-US"/>
              <a:t>약속</a:t>
            </a:r>
            <a:endParaRPr lang="en-US" altLang="ko-KR"/>
          </a:p>
          <a:p>
            <a:pPr lvl="1"/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실제 악당이라면 갈고리를 모두 한군데에 모아놨을 것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But </a:t>
            </a:r>
            <a:r>
              <a:rPr lang="ko-KR" altLang="en-US"/>
              <a:t>게임의 기능이 더 중요하기 때문에</a:t>
            </a:r>
            <a:r>
              <a:rPr lang="en-US" altLang="ko-KR"/>
              <a:t>, </a:t>
            </a:r>
            <a:r>
              <a:rPr lang="ko-KR" altLang="en-US"/>
              <a:t>갈고리를 모두 흩어놓은 것</a:t>
            </a:r>
            <a:r>
              <a:rPr lang="en-US" altLang="ko-KR"/>
              <a:t>.</a:t>
            </a:r>
          </a:p>
          <a:p>
            <a:r>
              <a:rPr lang="ko-KR" altLang="en-US"/>
              <a:t>악당은 점프를 못한다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악당에게 상태이상</a:t>
            </a:r>
            <a:r>
              <a:rPr lang="en-US" altLang="ko-KR"/>
              <a:t>(</a:t>
            </a:r>
            <a:r>
              <a:rPr lang="ko-KR" altLang="en-US"/>
              <a:t>스턴</a:t>
            </a:r>
            <a:r>
              <a:rPr lang="en-US" altLang="ko-KR"/>
              <a:t>)</a:t>
            </a:r>
            <a:r>
              <a:rPr lang="ko-KR" altLang="en-US"/>
              <a:t>을 주기 위한 오브젝트를 활용하기 위해</a:t>
            </a:r>
            <a:r>
              <a:rPr lang="en-US" altLang="ko-KR"/>
              <a:t>.</a:t>
            </a:r>
          </a:p>
          <a:p>
            <a:pPr lvl="1"/>
            <a:endParaRPr lang="en-US" altLang="ko-KR"/>
          </a:p>
          <a:p>
            <a:r>
              <a:rPr lang="ko-KR" altLang="en-US"/>
              <a:t>게임의 장르에 따라 이런 약속들이 만들어져야 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241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23" y="44393"/>
            <a:ext cx="10034954" cy="676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70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[Hide &amp; Chick]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맵에 따라서 룰이 달라진다</a:t>
            </a:r>
            <a:r>
              <a:rPr lang="en-US" altLang="ko-KR"/>
              <a:t>.</a:t>
            </a:r>
          </a:p>
          <a:p>
            <a:r>
              <a:rPr lang="ko-KR" altLang="en-US"/>
              <a:t>마지막까지 깃발을 들고 있는 사람이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이긴다</a:t>
            </a:r>
            <a:r>
              <a:rPr lang="en-US" altLang="ko-KR"/>
              <a:t>.</a:t>
            </a:r>
          </a:p>
          <a:p>
            <a:r>
              <a:rPr lang="ko-KR" altLang="en-US"/>
              <a:t>인지 초기화 </a:t>
            </a:r>
            <a:r>
              <a:rPr lang="en-US" altLang="ko-KR"/>
              <a:t>: </a:t>
            </a:r>
            <a:r>
              <a:rPr lang="ko-KR" altLang="en-US"/>
              <a:t>내가 사람이라고 생각했던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닭이</a:t>
            </a:r>
            <a:r>
              <a:rPr lang="en-US" altLang="ko-KR"/>
              <a:t>, </a:t>
            </a:r>
            <a:r>
              <a:rPr lang="ko-KR" altLang="en-US"/>
              <a:t>오브젝트를 지나치면서</a:t>
            </a:r>
            <a:r>
              <a:rPr lang="en-US" altLang="ko-KR"/>
              <a:t>, AI</a:t>
            </a:r>
            <a:r>
              <a:rPr lang="ko-KR" altLang="en-US"/>
              <a:t>와</a:t>
            </a:r>
            <a:r>
              <a:rPr lang="en-US" altLang="ko-KR"/>
              <a:t> </a:t>
            </a:r>
            <a:r>
              <a:rPr lang="ko-KR" altLang="en-US"/>
              <a:t>자리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가 바꼈을 수도 있으므로</a:t>
            </a:r>
            <a:r>
              <a:rPr lang="en-US" altLang="ko-KR"/>
              <a:t>, </a:t>
            </a:r>
            <a:r>
              <a:rPr lang="ko-KR" altLang="en-US"/>
              <a:t>오브젝트 위치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하나만으로 이러한 설계를 할 수 있다</a:t>
            </a:r>
            <a:r>
              <a:rPr lang="en-US" altLang="ko-KR"/>
              <a:t>.</a:t>
            </a:r>
          </a:p>
          <a:p>
            <a:r>
              <a:rPr lang="ko-KR" altLang="en-US"/>
              <a:t>시스템적으로 아주 잘 만든 게임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309" y="2113888"/>
            <a:ext cx="4410691" cy="4744112"/>
          </a:xfrm>
          <a:prstGeom prst="rect">
            <a:avLst/>
          </a:prstGeom>
        </p:spPr>
      </p:pic>
      <p:sp>
        <p:nvSpPr>
          <p:cNvPr id="5" name="포인트가 5개인 별 4"/>
          <p:cNvSpPr/>
          <p:nvPr/>
        </p:nvSpPr>
        <p:spPr>
          <a:xfrm>
            <a:off x="9278815" y="3344801"/>
            <a:ext cx="656493" cy="656493"/>
          </a:xfrm>
          <a:prstGeom prst="star5">
            <a:avLst>
              <a:gd name="adj" fmla="val 27847"/>
              <a:gd name="hf" fmla="val 105146"/>
              <a:gd name="vf" fmla="val 110557"/>
            </a:avLst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3809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요소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메인 플레이에 적용할 수 있는 요소</a:t>
            </a:r>
            <a:endParaRPr lang="en-US" altLang="ko-KR"/>
          </a:p>
          <a:p>
            <a:r>
              <a:rPr lang="ko-KR" altLang="en-US"/>
              <a:t>서브 플레이에 보조적 도움을 받을 수 있는 요소</a:t>
            </a:r>
            <a:endParaRPr lang="en-US" altLang="ko-KR"/>
          </a:p>
          <a:p>
            <a:r>
              <a:rPr lang="ko-KR" altLang="en-US"/>
              <a:t>리마커블한 재미 요소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설계한 약속들에 따라서</a:t>
            </a:r>
            <a:r>
              <a:rPr lang="en-US" altLang="ko-KR"/>
              <a:t>, </a:t>
            </a:r>
            <a:r>
              <a:rPr lang="ko-KR" altLang="en-US"/>
              <a:t>어떤 플레이가 가능할 지가 정해진다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791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355" y="198244"/>
            <a:ext cx="9537290" cy="646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21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이 공간에서 플레이어가 어떻게 플레이해야 하는지</a:t>
            </a:r>
            <a:r>
              <a:rPr lang="en-US" altLang="ko-KR"/>
              <a:t>.</a:t>
            </a:r>
          </a:p>
          <a:p>
            <a:r>
              <a:rPr lang="ko-KR" altLang="en-US"/>
              <a:t>내가 만든 시스템을 시각화하자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768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시스템을 시각화하기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내쉬기 강화 </a:t>
            </a:r>
            <a:r>
              <a:rPr lang="en-US" altLang="ko-KR"/>
              <a:t>: </a:t>
            </a:r>
            <a:r>
              <a:rPr lang="ko-KR" altLang="en-US"/>
              <a:t>소리 뱉기</a:t>
            </a:r>
            <a:endParaRPr lang="en-US" altLang="ko-KR"/>
          </a:p>
          <a:p>
            <a:r>
              <a:rPr lang="ko-KR" altLang="en-US"/>
              <a:t>과흡입 </a:t>
            </a:r>
            <a:r>
              <a:rPr lang="en-US" altLang="ko-KR"/>
              <a:t>: </a:t>
            </a:r>
            <a:r>
              <a:rPr lang="ko-KR" altLang="en-US"/>
              <a:t>은신</a:t>
            </a:r>
            <a:endParaRPr lang="en-US" altLang="ko-KR"/>
          </a:p>
          <a:p>
            <a:r>
              <a:rPr lang="ko-KR" altLang="en-US"/>
              <a:t>강제 내뱉기</a:t>
            </a:r>
            <a:endParaRPr lang="en-US" altLang="ko-KR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3470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2" t="28889" r="33889" b="29444"/>
          <a:stretch/>
        </p:blipFill>
        <p:spPr>
          <a:xfrm>
            <a:off x="323850" y="304800"/>
            <a:ext cx="2667000" cy="28575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952500" y="4838700"/>
            <a:ext cx="1409700" cy="13716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9" t="12778" r="33333" b="24444"/>
          <a:stretch/>
        </p:blipFill>
        <p:spPr>
          <a:xfrm>
            <a:off x="5348302" y="2286000"/>
            <a:ext cx="1049099" cy="18669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2" t="11388" r="30000" b="12223"/>
          <a:stretch/>
        </p:blipFill>
        <p:spPr>
          <a:xfrm>
            <a:off x="6493799" y="4665792"/>
            <a:ext cx="964276" cy="18288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6111" r="27500" b="6111"/>
          <a:stretch/>
        </p:blipFill>
        <p:spPr>
          <a:xfrm>
            <a:off x="3876675" y="419100"/>
            <a:ext cx="1074275" cy="20955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" t="8611" r="13889" b="8611"/>
          <a:stretch/>
        </p:blipFill>
        <p:spPr>
          <a:xfrm>
            <a:off x="2152650" y="3357562"/>
            <a:ext cx="2114550" cy="212883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11" t="24424" r="21111" b="26648"/>
          <a:stretch/>
        </p:blipFill>
        <p:spPr>
          <a:xfrm>
            <a:off x="6259274" y="383946"/>
            <a:ext cx="2152650" cy="182290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9" t="2222" r="7500" b="2222"/>
          <a:stretch/>
        </p:blipFill>
        <p:spPr>
          <a:xfrm>
            <a:off x="7063011" y="2686050"/>
            <a:ext cx="2000250" cy="22860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8" b="12778"/>
          <a:stretch/>
        </p:blipFill>
        <p:spPr>
          <a:xfrm>
            <a:off x="9382125" y="4712758"/>
            <a:ext cx="2667000" cy="198543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15000"/>
          <a:stretch/>
        </p:blipFill>
        <p:spPr>
          <a:xfrm>
            <a:off x="9239250" y="2686050"/>
            <a:ext cx="2667000" cy="18669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304800"/>
            <a:ext cx="19812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393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05391"/>
            <a:ext cx="11811000" cy="664721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12" t="53056" r="13333" b="26944"/>
          <a:stretch/>
        </p:blipFill>
        <p:spPr>
          <a:xfrm>
            <a:off x="2278974" y="-802475"/>
            <a:ext cx="312547" cy="304101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11" t="24424" r="21111" b="26648"/>
          <a:stretch/>
        </p:blipFill>
        <p:spPr>
          <a:xfrm>
            <a:off x="3195033" y="-790578"/>
            <a:ext cx="200666" cy="169927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8" b="12778"/>
          <a:stretch/>
        </p:blipFill>
        <p:spPr>
          <a:xfrm>
            <a:off x="5256243" y="895305"/>
            <a:ext cx="1036621" cy="771706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864" y="1123052"/>
            <a:ext cx="477459" cy="477459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0CF015D9-5209-B49C-1979-05708C5F0F5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592" y="472218"/>
            <a:ext cx="1269878" cy="126987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89" t="12778" r="33333" b="24444"/>
          <a:stretch/>
        </p:blipFill>
        <p:spPr>
          <a:xfrm>
            <a:off x="3643824" y="3965079"/>
            <a:ext cx="396789" cy="706095"/>
          </a:xfrm>
          <a:prstGeom prst="rect">
            <a:avLst/>
          </a:prstGeom>
          <a:effectLst>
            <a:glow rad="38100">
              <a:srgbClr val="C00000">
                <a:alpha val="60000"/>
              </a:srgbClr>
            </a:glow>
          </a:effectLst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22" t="11388" r="30000" b="12223"/>
          <a:stretch/>
        </p:blipFill>
        <p:spPr>
          <a:xfrm>
            <a:off x="6777980" y="1700636"/>
            <a:ext cx="315114" cy="597632"/>
          </a:xfrm>
          <a:prstGeom prst="rect">
            <a:avLst/>
          </a:prstGeom>
          <a:effectLst>
            <a:glow rad="38100">
              <a:srgbClr val="C00000">
                <a:alpha val="60000"/>
              </a:srgbClr>
            </a:glow>
          </a:effectLst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8AAEEEAC-1C05-3B8E-A5AA-20B814336EE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" t="31362" r="-191" b="32880"/>
          <a:stretch>
            <a:fillRect/>
          </a:stretch>
        </p:blipFill>
        <p:spPr>
          <a:xfrm>
            <a:off x="4301083" y="2359411"/>
            <a:ext cx="3073040" cy="1098872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51D202EE-44BF-B5DA-4962-0D5F74517035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40" r="32940"/>
          <a:stretch/>
        </p:blipFill>
        <p:spPr>
          <a:xfrm>
            <a:off x="4206240" y="3981911"/>
            <a:ext cx="715558" cy="2097224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EA722640-6FDA-8020-0814-9C8D3AD23C8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251" y="1759512"/>
            <a:ext cx="2097224" cy="2097224"/>
          </a:xfrm>
          <a:prstGeom prst="rect">
            <a:avLst/>
          </a:prstGeom>
        </p:spPr>
      </p:pic>
      <p:pic>
        <p:nvPicPr>
          <p:cNvPr id="95" name="그림 94">
            <a:extLst>
              <a:ext uri="{FF2B5EF4-FFF2-40B4-BE49-F238E27FC236}">
                <a16:creationId xmlns:a16="http://schemas.microsoft.com/office/drawing/2014/main" id="{D1BB8891-F5D3-DA9C-47A7-D10FD3921237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02" b="33102"/>
          <a:stretch>
            <a:fillRect/>
          </a:stretch>
        </p:blipFill>
        <p:spPr>
          <a:xfrm>
            <a:off x="7172910" y="3288413"/>
            <a:ext cx="3073040" cy="1038582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89" t="2222" r="7500" b="2222"/>
          <a:stretch/>
        </p:blipFill>
        <p:spPr>
          <a:xfrm>
            <a:off x="9557224" y="2942736"/>
            <a:ext cx="451103" cy="515547"/>
          </a:xfrm>
          <a:prstGeom prst="rect">
            <a:avLst/>
          </a:prstGeom>
          <a:effectLst>
            <a:glow rad="38100">
              <a:srgbClr val="F3E203">
                <a:alpha val="60000"/>
              </a:srgbClr>
            </a:glow>
          </a:effectLst>
        </p:spPr>
      </p:pic>
      <p:pic>
        <p:nvPicPr>
          <p:cNvPr id="99" name="그림 98">
            <a:extLst>
              <a:ext uri="{FF2B5EF4-FFF2-40B4-BE49-F238E27FC236}">
                <a16:creationId xmlns:a16="http://schemas.microsoft.com/office/drawing/2014/main" id="{3FBE203F-A859-3647-3414-9C4EA3E4723F}"/>
              </a:ext>
            </a:extLst>
          </p:cNvPr>
          <p:cNvPicPr preferRelativeResize="0">
            <a:picLocks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39325" y="2048533"/>
            <a:ext cx="993600" cy="661324"/>
          </a:xfrm>
          <a:prstGeom prst="rect">
            <a:avLst/>
          </a:prstGeom>
          <a:effectLst>
            <a:glow rad="38100">
              <a:srgbClr val="C00000">
                <a:alpha val="60000"/>
              </a:srgbClr>
            </a:glow>
          </a:effectLst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DCB1B56C-9B88-1A0C-4FC4-B67280B909BD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61" b="33561"/>
          <a:stretch>
            <a:fillRect/>
          </a:stretch>
        </p:blipFill>
        <p:spPr>
          <a:xfrm>
            <a:off x="1777411" y="2361550"/>
            <a:ext cx="3073040" cy="1010376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8D1B6ACE-D051-0664-7C6B-906EDA74E2D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461" y="3145413"/>
            <a:ext cx="367278" cy="36727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9" t="8611" r="13889" b="8611"/>
          <a:stretch/>
        </p:blipFill>
        <p:spPr>
          <a:xfrm>
            <a:off x="2635386" y="3164788"/>
            <a:ext cx="229751" cy="231303"/>
          </a:xfrm>
          <a:prstGeom prst="rect">
            <a:avLst/>
          </a:prstGeom>
          <a:effectLst>
            <a:glow rad="38100">
              <a:srgbClr val="F3E203">
                <a:alpha val="60000"/>
              </a:srgbClr>
            </a:glow>
          </a:effectLst>
        </p:spPr>
      </p:pic>
      <p:pic>
        <p:nvPicPr>
          <p:cNvPr id="113" name="그림 112">
            <a:extLst>
              <a:ext uri="{FF2B5EF4-FFF2-40B4-BE49-F238E27FC236}">
                <a16:creationId xmlns:a16="http://schemas.microsoft.com/office/drawing/2014/main" id="{8DBCFDF1-6B33-F56C-A619-773ACE7EECD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454"/>
          <a:stretch>
            <a:fillRect/>
          </a:stretch>
        </p:blipFill>
        <p:spPr>
          <a:xfrm>
            <a:off x="8870950" y="4704488"/>
            <a:ext cx="2097224" cy="1374647"/>
          </a:xfrm>
          <a:prstGeom prst="rect">
            <a:avLst/>
          </a:prstGeom>
        </p:spPr>
      </p:pic>
      <p:pic>
        <p:nvPicPr>
          <p:cNvPr id="37" name="그림 36"/>
          <p:cNvPicPr>
            <a:picLocks noChangeAspect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00" t="6111" r="27500" b="6111"/>
          <a:stretch/>
        </p:blipFill>
        <p:spPr>
          <a:xfrm>
            <a:off x="3395699" y="1353598"/>
            <a:ext cx="398334" cy="776995"/>
          </a:xfrm>
          <a:prstGeom prst="rect">
            <a:avLst/>
          </a:prstGeom>
          <a:effectLst>
            <a:glow rad="38100">
              <a:srgbClr val="F3E203">
                <a:alpha val="60000"/>
              </a:srgbClr>
            </a:glow>
          </a:effectLst>
        </p:spPr>
      </p:pic>
      <p:pic>
        <p:nvPicPr>
          <p:cNvPr id="121" name="그림 120">
            <a:extLst>
              <a:ext uri="{FF2B5EF4-FFF2-40B4-BE49-F238E27FC236}">
                <a16:creationId xmlns:a16="http://schemas.microsoft.com/office/drawing/2014/main" id="{A94512CD-F949-5417-C70A-B68CE4E2DDD3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31" t="24184" r="19312" b="41213"/>
          <a:stretch>
            <a:fillRect/>
          </a:stretch>
        </p:blipFill>
        <p:spPr>
          <a:xfrm>
            <a:off x="4536729" y="4233733"/>
            <a:ext cx="418587" cy="701938"/>
          </a:xfrm>
          <a:prstGeom prst="rect">
            <a:avLst/>
          </a:prstGeom>
        </p:spPr>
      </p:pic>
      <p:pic>
        <p:nvPicPr>
          <p:cNvPr id="125" name="그림 124">
            <a:extLst>
              <a:ext uri="{FF2B5EF4-FFF2-40B4-BE49-F238E27FC236}">
                <a16:creationId xmlns:a16="http://schemas.microsoft.com/office/drawing/2014/main" id="{A0F0E3D6-C902-1155-F345-7AFE434739A7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23" t="57412" r="19613" b="21000"/>
          <a:stretch>
            <a:fillRect/>
          </a:stretch>
        </p:blipFill>
        <p:spPr>
          <a:xfrm>
            <a:off x="4587640" y="4690841"/>
            <a:ext cx="345285" cy="411919"/>
          </a:xfrm>
          <a:prstGeom prst="rect">
            <a:avLst/>
          </a:prstGeom>
        </p:spPr>
      </p:pic>
      <p:pic>
        <p:nvPicPr>
          <p:cNvPr id="127" name="그림 126">
            <a:extLst>
              <a:ext uri="{FF2B5EF4-FFF2-40B4-BE49-F238E27FC236}">
                <a16:creationId xmlns:a16="http://schemas.microsoft.com/office/drawing/2014/main" id="{C1A28BD4-2091-D231-6D57-15AF8BB078C0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23" t="57412" r="19613" b="21000"/>
          <a:stretch>
            <a:fillRect/>
          </a:stretch>
        </p:blipFill>
        <p:spPr>
          <a:xfrm>
            <a:off x="8854185" y="2388619"/>
            <a:ext cx="345285" cy="411919"/>
          </a:xfrm>
          <a:prstGeom prst="rect">
            <a:avLst/>
          </a:prstGeom>
        </p:spPr>
      </p:pic>
      <p:pic>
        <p:nvPicPr>
          <p:cNvPr id="119" name="그림 118">
            <a:extLst>
              <a:ext uri="{FF2B5EF4-FFF2-40B4-BE49-F238E27FC236}">
                <a16:creationId xmlns:a16="http://schemas.microsoft.com/office/drawing/2014/main" id="{2CAD8E8C-FD2C-8303-249D-A266E270FA60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0" t="24184" r="1393" b="41213"/>
          <a:stretch>
            <a:fillRect/>
          </a:stretch>
        </p:blipFill>
        <p:spPr>
          <a:xfrm>
            <a:off x="8911756" y="2632948"/>
            <a:ext cx="415107" cy="696104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 b="15000"/>
          <a:stretch/>
        </p:blipFill>
        <p:spPr>
          <a:xfrm>
            <a:off x="2773990" y="2798809"/>
            <a:ext cx="1266623" cy="886636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DDAB74B0-9CF9-410C-B131-0AFC9A5458BE}"/>
              </a:ext>
            </a:extLst>
          </p:cNvPr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3" t="7883" r="7883" b="7883"/>
          <a:stretch/>
        </p:blipFill>
        <p:spPr>
          <a:xfrm>
            <a:off x="5826680" y="4202949"/>
            <a:ext cx="802275" cy="802275"/>
          </a:xfrm>
          <a:prstGeom prst="rect">
            <a:avLst/>
          </a:pr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76C945E6-15E6-65F1-66CC-808AD27C8AD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02" b="33102"/>
          <a:stretch>
            <a:fillRect/>
          </a:stretch>
        </p:blipFill>
        <p:spPr>
          <a:xfrm>
            <a:off x="5741048" y="4260333"/>
            <a:ext cx="3073040" cy="1038582"/>
          </a:xfrm>
          <a:prstGeom prst="rect">
            <a:avLst/>
          </a:prstGeom>
        </p:spPr>
      </p:pic>
      <p:pic>
        <p:nvPicPr>
          <p:cNvPr id="97" name="그림 96">
            <a:extLst>
              <a:ext uri="{FF2B5EF4-FFF2-40B4-BE49-F238E27FC236}">
                <a16:creationId xmlns:a16="http://schemas.microsoft.com/office/drawing/2014/main" id="{D1B98819-A8C7-B713-1751-AA3B7C69D06F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409" y="4816427"/>
            <a:ext cx="969870" cy="969870"/>
          </a:xfrm>
          <a:prstGeom prst="rect">
            <a:avLst/>
          </a:prstGeom>
          <a:effectLst>
            <a:glow rad="38100">
              <a:srgbClr val="C00000">
                <a:alpha val="60000"/>
              </a:srgbClr>
            </a:glow>
          </a:effectLst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AC634261-D9BB-4085-AC54-755D4957B127}"/>
              </a:ext>
            </a:extLst>
          </p:cNvPr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3" t="7883" r="7883" b="7883"/>
          <a:stretch/>
        </p:blipFill>
        <p:spPr>
          <a:xfrm>
            <a:off x="5826679" y="3832595"/>
            <a:ext cx="802275" cy="80227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2CB94B19-B288-40D5-AD1B-0ADF1D6ABEB5}"/>
              </a:ext>
            </a:extLst>
          </p:cNvPr>
          <p:cNvPicPr>
            <a:picLocks noChangeAspect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7" t="7883" r="7883" b="7883"/>
          <a:stretch/>
        </p:blipFill>
        <p:spPr>
          <a:xfrm>
            <a:off x="5844678" y="3406731"/>
            <a:ext cx="603563" cy="802275"/>
          </a:xfrm>
          <a:prstGeom prst="rect">
            <a:avLst/>
          </a:prstGeom>
        </p:spPr>
      </p:pic>
      <p:pic>
        <p:nvPicPr>
          <p:cNvPr id="87" name="그림 86">
            <a:extLst>
              <a:ext uri="{FF2B5EF4-FFF2-40B4-BE49-F238E27FC236}">
                <a16:creationId xmlns:a16="http://schemas.microsoft.com/office/drawing/2014/main" id="{D063F59A-45BA-5368-C14F-EB91A7162E42}"/>
              </a:ext>
            </a:extLst>
          </p:cNvPr>
          <p:cNvPicPr>
            <a:picLocks noChangeAspect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81" r="27581"/>
          <a:stretch/>
        </p:blipFill>
        <p:spPr>
          <a:xfrm>
            <a:off x="5440074" y="2992096"/>
            <a:ext cx="940350" cy="2097224"/>
          </a:xfrm>
          <a:prstGeom prst="rect">
            <a:avLst/>
          </a:prstGeom>
        </p:spPr>
      </p:pic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8562537C-C7BA-450F-B52B-C1044BA15EB1}"/>
              </a:ext>
            </a:extLst>
          </p:cNvPr>
          <p:cNvSpPr/>
          <p:nvPr/>
        </p:nvSpPr>
        <p:spPr>
          <a:xfrm>
            <a:off x="6096000" y="3829050"/>
            <a:ext cx="266700" cy="295275"/>
          </a:xfrm>
          <a:custGeom>
            <a:avLst/>
            <a:gdLst>
              <a:gd name="connsiteX0" fmla="*/ 14288 w 266700"/>
              <a:gd name="connsiteY0" fmla="*/ 64294 h 295275"/>
              <a:gd name="connsiteX1" fmla="*/ 19050 w 266700"/>
              <a:gd name="connsiteY1" fmla="*/ 52388 h 295275"/>
              <a:gd name="connsiteX2" fmla="*/ 26194 w 266700"/>
              <a:gd name="connsiteY2" fmla="*/ 47625 h 295275"/>
              <a:gd name="connsiteX3" fmla="*/ 40481 w 266700"/>
              <a:gd name="connsiteY3" fmla="*/ 35719 h 295275"/>
              <a:gd name="connsiteX4" fmla="*/ 54769 w 266700"/>
              <a:gd name="connsiteY4" fmla="*/ 19050 h 295275"/>
              <a:gd name="connsiteX5" fmla="*/ 61913 w 266700"/>
              <a:gd name="connsiteY5" fmla="*/ 11906 h 295275"/>
              <a:gd name="connsiteX6" fmla="*/ 71438 w 266700"/>
              <a:gd name="connsiteY6" fmla="*/ 9525 h 295275"/>
              <a:gd name="connsiteX7" fmla="*/ 78581 w 266700"/>
              <a:gd name="connsiteY7" fmla="*/ 4763 h 295275"/>
              <a:gd name="connsiteX8" fmla="*/ 107156 w 266700"/>
              <a:gd name="connsiteY8" fmla="*/ 0 h 295275"/>
              <a:gd name="connsiteX9" fmla="*/ 161925 w 266700"/>
              <a:gd name="connsiteY9" fmla="*/ 11906 h 295275"/>
              <a:gd name="connsiteX10" fmla="*/ 195263 w 266700"/>
              <a:gd name="connsiteY10" fmla="*/ 30956 h 295275"/>
              <a:gd name="connsiteX11" fmla="*/ 200025 w 266700"/>
              <a:gd name="connsiteY11" fmla="*/ 38100 h 295275"/>
              <a:gd name="connsiteX12" fmla="*/ 207169 w 266700"/>
              <a:gd name="connsiteY12" fmla="*/ 45244 h 295275"/>
              <a:gd name="connsiteX13" fmla="*/ 211931 w 266700"/>
              <a:gd name="connsiteY13" fmla="*/ 54769 h 295275"/>
              <a:gd name="connsiteX14" fmla="*/ 221456 w 266700"/>
              <a:gd name="connsiteY14" fmla="*/ 64294 h 295275"/>
              <a:gd name="connsiteX15" fmla="*/ 233363 w 266700"/>
              <a:gd name="connsiteY15" fmla="*/ 83344 h 295275"/>
              <a:gd name="connsiteX16" fmla="*/ 235744 w 266700"/>
              <a:gd name="connsiteY16" fmla="*/ 92869 h 295275"/>
              <a:gd name="connsiteX17" fmla="*/ 240506 w 266700"/>
              <a:gd name="connsiteY17" fmla="*/ 104775 h 295275"/>
              <a:gd name="connsiteX18" fmla="*/ 257175 w 266700"/>
              <a:gd name="connsiteY18" fmla="*/ 147638 h 295275"/>
              <a:gd name="connsiteX19" fmla="*/ 264319 w 266700"/>
              <a:gd name="connsiteY19" fmla="*/ 164306 h 295275"/>
              <a:gd name="connsiteX20" fmla="*/ 266700 w 266700"/>
              <a:gd name="connsiteY20" fmla="*/ 173831 h 295275"/>
              <a:gd name="connsiteX21" fmla="*/ 264319 w 266700"/>
              <a:gd name="connsiteY21" fmla="*/ 195263 h 295275"/>
              <a:gd name="connsiteX22" fmla="*/ 254794 w 266700"/>
              <a:gd name="connsiteY22" fmla="*/ 209550 h 295275"/>
              <a:gd name="connsiteX23" fmla="*/ 250031 w 266700"/>
              <a:gd name="connsiteY23" fmla="*/ 216694 h 295275"/>
              <a:gd name="connsiteX24" fmla="*/ 235744 w 266700"/>
              <a:gd name="connsiteY24" fmla="*/ 233363 h 295275"/>
              <a:gd name="connsiteX25" fmla="*/ 219075 w 266700"/>
              <a:gd name="connsiteY25" fmla="*/ 238125 h 295275"/>
              <a:gd name="connsiteX26" fmla="*/ 204788 w 266700"/>
              <a:gd name="connsiteY26" fmla="*/ 245269 h 295275"/>
              <a:gd name="connsiteX27" fmla="*/ 192881 w 266700"/>
              <a:gd name="connsiteY27" fmla="*/ 252413 h 295275"/>
              <a:gd name="connsiteX28" fmla="*/ 173831 w 266700"/>
              <a:gd name="connsiteY28" fmla="*/ 261938 h 295275"/>
              <a:gd name="connsiteX29" fmla="*/ 166688 w 266700"/>
              <a:gd name="connsiteY29" fmla="*/ 264319 h 295275"/>
              <a:gd name="connsiteX30" fmla="*/ 159544 w 266700"/>
              <a:gd name="connsiteY30" fmla="*/ 269081 h 295275"/>
              <a:gd name="connsiteX31" fmla="*/ 135731 w 266700"/>
              <a:gd name="connsiteY31" fmla="*/ 280988 h 295275"/>
              <a:gd name="connsiteX32" fmla="*/ 114300 w 266700"/>
              <a:gd name="connsiteY32" fmla="*/ 288131 h 295275"/>
              <a:gd name="connsiteX33" fmla="*/ 107156 w 266700"/>
              <a:gd name="connsiteY33" fmla="*/ 290513 h 295275"/>
              <a:gd name="connsiteX34" fmla="*/ 76200 w 266700"/>
              <a:gd name="connsiteY34" fmla="*/ 295275 h 295275"/>
              <a:gd name="connsiteX35" fmla="*/ 45244 w 266700"/>
              <a:gd name="connsiteY35" fmla="*/ 290513 h 295275"/>
              <a:gd name="connsiteX36" fmla="*/ 40481 w 266700"/>
              <a:gd name="connsiteY36" fmla="*/ 283369 h 295275"/>
              <a:gd name="connsiteX37" fmla="*/ 33338 w 266700"/>
              <a:gd name="connsiteY37" fmla="*/ 264319 h 295275"/>
              <a:gd name="connsiteX38" fmla="*/ 40481 w 266700"/>
              <a:gd name="connsiteY38" fmla="*/ 202406 h 295275"/>
              <a:gd name="connsiteX39" fmla="*/ 45244 w 266700"/>
              <a:gd name="connsiteY39" fmla="*/ 195263 h 295275"/>
              <a:gd name="connsiteX40" fmla="*/ 33338 w 266700"/>
              <a:gd name="connsiteY40" fmla="*/ 159544 h 295275"/>
              <a:gd name="connsiteX41" fmla="*/ 23813 w 266700"/>
              <a:gd name="connsiteY41" fmla="*/ 157163 h 295275"/>
              <a:gd name="connsiteX42" fmla="*/ 11906 w 266700"/>
              <a:gd name="connsiteY42" fmla="*/ 154781 h 295275"/>
              <a:gd name="connsiteX43" fmla="*/ 9525 w 266700"/>
              <a:gd name="connsiteY43" fmla="*/ 147638 h 295275"/>
              <a:gd name="connsiteX44" fmla="*/ 14288 w 266700"/>
              <a:gd name="connsiteY44" fmla="*/ 138113 h 295275"/>
              <a:gd name="connsiteX45" fmla="*/ 28575 w 266700"/>
              <a:gd name="connsiteY45" fmla="*/ 123825 h 295275"/>
              <a:gd name="connsiteX46" fmla="*/ 23813 w 266700"/>
              <a:gd name="connsiteY46" fmla="*/ 107156 h 295275"/>
              <a:gd name="connsiteX47" fmla="*/ 16669 w 266700"/>
              <a:gd name="connsiteY47" fmla="*/ 104775 h 295275"/>
              <a:gd name="connsiteX48" fmla="*/ 0 w 266700"/>
              <a:gd name="connsiteY48" fmla="*/ 102394 h 295275"/>
              <a:gd name="connsiteX49" fmla="*/ 14288 w 266700"/>
              <a:gd name="connsiteY49" fmla="*/ 50006 h 295275"/>
              <a:gd name="connsiteX50" fmla="*/ 23813 w 266700"/>
              <a:gd name="connsiteY50" fmla="*/ 47625 h 295275"/>
              <a:gd name="connsiteX51" fmla="*/ 30956 w 266700"/>
              <a:gd name="connsiteY51" fmla="*/ 40481 h 295275"/>
              <a:gd name="connsiteX52" fmla="*/ 47625 w 266700"/>
              <a:gd name="connsiteY52" fmla="*/ 33338 h 295275"/>
              <a:gd name="connsiteX53" fmla="*/ 66675 w 266700"/>
              <a:gd name="connsiteY53" fmla="*/ 14288 h 295275"/>
              <a:gd name="connsiteX54" fmla="*/ 78581 w 266700"/>
              <a:gd name="connsiteY54" fmla="*/ 7144 h 295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266700" h="295275">
                <a:moveTo>
                  <a:pt x="14288" y="64294"/>
                </a:moveTo>
                <a:cubicBezTo>
                  <a:pt x="15875" y="60325"/>
                  <a:pt x="16566" y="55866"/>
                  <a:pt x="19050" y="52388"/>
                </a:cubicBezTo>
                <a:cubicBezTo>
                  <a:pt x="20714" y="50059"/>
                  <a:pt x="23935" y="49382"/>
                  <a:pt x="26194" y="47625"/>
                </a:cubicBezTo>
                <a:cubicBezTo>
                  <a:pt x="31087" y="43819"/>
                  <a:pt x="35848" y="39838"/>
                  <a:pt x="40481" y="35719"/>
                </a:cubicBezTo>
                <a:cubicBezTo>
                  <a:pt x="51117" y="26265"/>
                  <a:pt x="44796" y="30685"/>
                  <a:pt x="54769" y="19050"/>
                </a:cubicBezTo>
                <a:cubicBezTo>
                  <a:pt x="56961" y="16493"/>
                  <a:pt x="58989" y="13577"/>
                  <a:pt x="61913" y="11906"/>
                </a:cubicBezTo>
                <a:cubicBezTo>
                  <a:pt x="64755" y="10282"/>
                  <a:pt x="68263" y="10319"/>
                  <a:pt x="71438" y="9525"/>
                </a:cubicBezTo>
                <a:cubicBezTo>
                  <a:pt x="73819" y="7938"/>
                  <a:pt x="75902" y="5768"/>
                  <a:pt x="78581" y="4763"/>
                </a:cubicBezTo>
                <a:cubicBezTo>
                  <a:pt x="82871" y="3154"/>
                  <a:pt x="104674" y="355"/>
                  <a:pt x="107156" y="0"/>
                </a:cubicBezTo>
                <a:cubicBezTo>
                  <a:pt x="132612" y="1958"/>
                  <a:pt x="140089" y="-572"/>
                  <a:pt x="161925" y="11906"/>
                </a:cubicBezTo>
                <a:lnTo>
                  <a:pt x="195263" y="30956"/>
                </a:lnTo>
                <a:cubicBezTo>
                  <a:pt x="196850" y="33337"/>
                  <a:pt x="198193" y="35901"/>
                  <a:pt x="200025" y="38100"/>
                </a:cubicBezTo>
                <a:cubicBezTo>
                  <a:pt x="202181" y="40687"/>
                  <a:pt x="205212" y="42504"/>
                  <a:pt x="207169" y="45244"/>
                </a:cubicBezTo>
                <a:cubicBezTo>
                  <a:pt x="209232" y="48133"/>
                  <a:pt x="209801" y="51929"/>
                  <a:pt x="211931" y="54769"/>
                </a:cubicBezTo>
                <a:cubicBezTo>
                  <a:pt x="214625" y="58361"/>
                  <a:pt x="218762" y="60702"/>
                  <a:pt x="221456" y="64294"/>
                </a:cubicBezTo>
                <a:cubicBezTo>
                  <a:pt x="225949" y="70285"/>
                  <a:pt x="229394" y="76994"/>
                  <a:pt x="233363" y="83344"/>
                </a:cubicBezTo>
                <a:cubicBezTo>
                  <a:pt x="234157" y="86519"/>
                  <a:pt x="234709" y="89764"/>
                  <a:pt x="235744" y="92869"/>
                </a:cubicBezTo>
                <a:cubicBezTo>
                  <a:pt x="237096" y="96924"/>
                  <a:pt x="239300" y="100674"/>
                  <a:pt x="240506" y="104775"/>
                </a:cubicBezTo>
                <a:cubicBezTo>
                  <a:pt x="251732" y="142944"/>
                  <a:pt x="240634" y="122825"/>
                  <a:pt x="257175" y="147638"/>
                </a:cubicBezTo>
                <a:cubicBezTo>
                  <a:pt x="264011" y="174984"/>
                  <a:pt x="254452" y="141284"/>
                  <a:pt x="264319" y="164306"/>
                </a:cubicBezTo>
                <a:cubicBezTo>
                  <a:pt x="265608" y="167314"/>
                  <a:pt x="265906" y="170656"/>
                  <a:pt x="266700" y="173831"/>
                </a:cubicBezTo>
                <a:cubicBezTo>
                  <a:pt x="265906" y="180975"/>
                  <a:pt x="266592" y="188444"/>
                  <a:pt x="264319" y="195263"/>
                </a:cubicBezTo>
                <a:cubicBezTo>
                  <a:pt x="262509" y="200693"/>
                  <a:pt x="257969" y="204788"/>
                  <a:pt x="254794" y="209550"/>
                </a:cubicBezTo>
                <a:lnTo>
                  <a:pt x="250031" y="216694"/>
                </a:lnTo>
                <a:cubicBezTo>
                  <a:pt x="245454" y="223560"/>
                  <a:pt x="243095" y="228112"/>
                  <a:pt x="235744" y="233363"/>
                </a:cubicBezTo>
                <a:cubicBezTo>
                  <a:pt x="233905" y="234677"/>
                  <a:pt x="220071" y="237876"/>
                  <a:pt x="219075" y="238125"/>
                </a:cubicBezTo>
                <a:cubicBezTo>
                  <a:pt x="198604" y="251773"/>
                  <a:pt x="224502" y="235412"/>
                  <a:pt x="204788" y="245269"/>
                </a:cubicBezTo>
                <a:cubicBezTo>
                  <a:pt x="200648" y="247339"/>
                  <a:pt x="196956" y="250219"/>
                  <a:pt x="192881" y="252413"/>
                </a:cubicBezTo>
                <a:cubicBezTo>
                  <a:pt x="186630" y="255779"/>
                  <a:pt x="180566" y="259693"/>
                  <a:pt x="173831" y="261938"/>
                </a:cubicBezTo>
                <a:cubicBezTo>
                  <a:pt x="171450" y="262732"/>
                  <a:pt x="168933" y="263197"/>
                  <a:pt x="166688" y="264319"/>
                </a:cubicBezTo>
                <a:cubicBezTo>
                  <a:pt x="164128" y="265599"/>
                  <a:pt x="162064" y="267724"/>
                  <a:pt x="159544" y="269081"/>
                </a:cubicBezTo>
                <a:cubicBezTo>
                  <a:pt x="151730" y="273288"/>
                  <a:pt x="143971" y="277692"/>
                  <a:pt x="135731" y="280988"/>
                </a:cubicBezTo>
                <a:cubicBezTo>
                  <a:pt x="115195" y="289202"/>
                  <a:pt x="132253" y="283001"/>
                  <a:pt x="114300" y="288131"/>
                </a:cubicBezTo>
                <a:cubicBezTo>
                  <a:pt x="111886" y="288821"/>
                  <a:pt x="109591" y="289904"/>
                  <a:pt x="107156" y="290513"/>
                </a:cubicBezTo>
                <a:cubicBezTo>
                  <a:pt x="96251" y="293239"/>
                  <a:pt x="87761" y="293830"/>
                  <a:pt x="76200" y="295275"/>
                </a:cubicBezTo>
                <a:cubicBezTo>
                  <a:pt x="65881" y="293688"/>
                  <a:pt x="55148" y="293814"/>
                  <a:pt x="45244" y="290513"/>
                </a:cubicBezTo>
                <a:cubicBezTo>
                  <a:pt x="42529" y="289608"/>
                  <a:pt x="41901" y="285854"/>
                  <a:pt x="40481" y="283369"/>
                </a:cubicBezTo>
                <a:cubicBezTo>
                  <a:pt x="34948" y="273685"/>
                  <a:pt x="35942" y="274735"/>
                  <a:pt x="33338" y="264319"/>
                </a:cubicBezTo>
                <a:cubicBezTo>
                  <a:pt x="35719" y="243681"/>
                  <a:pt x="36951" y="222879"/>
                  <a:pt x="40481" y="202406"/>
                </a:cubicBezTo>
                <a:cubicBezTo>
                  <a:pt x="40967" y="199586"/>
                  <a:pt x="45024" y="198116"/>
                  <a:pt x="45244" y="195263"/>
                </a:cubicBezTo>
                <a:cubicBezTo>
                  <a:pt x="46358" y="180780"/>
                  <a:pt x="45297" y="168513"/>
                  <a:pt x="33338" y="159544"/>
                </a:cubicBezTo>
                <a:cubicBezTo>
                  <a:pt x="30720" y="157580"/>
                  <a:pt x="27008" y="157873"/>
                  <a:pt x="23813" y="157163"/>
                </a:cubicBezTo>
                <a:cubicBezTo>
                  <a:pt x="19862" y="156285"/>
                  <a:pt x="15875" y="155575"/>
                  <a:pt x="11906" y="154781"/>
                </a:cubicBezTo>
                <a:cubicBezTo>
                  <a:pt x="11112" y="152400"/>
                  <a:pt x="9170" y="150123"/>
                  <a:pt x="9525" y="147638"/>
                </a:cubicBezTo>
                <a:cubicBezTo>
                  <a:pt x="10027" y="144124"/>
                  <a:pt x="12527" y="141195"/>
                  <a:pt x="14288" y="138113"/>
                </a:cubicBezTo>
                <a:cubicBezTo>
                  <a:pt x="19512" y="128971"/>
                  <a:pt x="19173" y="130877"/>
                  <a:pt x="28575" y="123825"/>
                </a:cubicBezTo>
                <a:cubicBezTo>
                  <a:pt x="26988" y="118269"/>
                  <a:pt x="26876" y="112056"/>
                  <a:pt x="23813" y="107156"/>
                </a:cubicBezTo>
                <a:cubicBezTo>
                  <a:pt x="22483" y="105027"/>
                  <a:pt x="19130" y="105267"/>
                  <a:pt x="16669" y="104775"/>
                </a:cubicBezTo>
                <a:cubicBezTo>
                  <a:pt x="11165" y="103674"/>
                  <a:pt x="5556" y="103188"/>
                  <a:pt x="0" y="102394"/>
                </a:cubicBezTo>
                <a:cubicBezTo>
                  <a:pt x="1626" y="76372"/>
                  <a:pt x="-5209" y="65170"/>
                  <a:pt x="14288" y="50006"/>
                </a:cubicBezTo>
                <a:cubicBezTo>
                  <a:pt x="16871" y="47997"/>
                  <a:pt x="20638" y="48419"/>
                  <a:pt x="23813" y="47625"/>
                </a:cubicBezTo>
                <a:cubicBezTo>
                  <a:pt x="26194" y="45244"/>
                  <a:pt x="28216" y="42438"/>
                  <a:pt x="30956" y="40481"/>
                </a:cubicBezTo>
                <a:cubicBezTo>
                  <a:pt x="36104" y="36803"/>
                  <a:pt x="41796" y="35281"/>
                  <a:pt x="47625" y="33338"/>
                </a:cubicBezTo>
                <a:cubicBezTo>
                  <a:pt x="53975" y="26988"/>
                  <a:pt x="58975" y="18908"/>
                  <a:pt x="66675" y="14288"/>
                </a:cubicBezTo>
                <a:lnTo>
                  <a:pt x="78581" y="7144"/>
                </a:lnTo>
              </a:path>
            </a:pathLst>
          </a:custGeom>
          <a:noFill/>
          <a:ln w="3175">
            <a:solidFill>
              <a:srgbClr val="040404"/>
            </a:solidFill>
          </a:ln>
          <a:effectLst>
            <a:glow rad="25400">
              <a:srgbClr val="F3E203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37D3C776-DC3C-48C9-B897-91C1CFC3DB3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7" cstate="print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28427"/>
          <a:stretch/>
        </p:blipFill>
        <p:spPr>
          <a:xfrm flipH="1">
            <a:off x="10054032" y="5217748"/>
            <a:ext cx="554400" cy="586218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2E074892-ED2F-4E6D-98B7-99289A379350}"/>
              </a:ext>
            </a:extLst>
          </p:cNvPr>
          <p:cNvPicPr>
            <a:picLocks noChangeAspect="1"/>
          </p:cNvPicPr>
          <p:nvPr/>
        </p:nvPicPr>
        <p:blipFill rotWithShape="1">
          <a:blip r:embed="rId29" cstate="print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28427"/>
          <a:stretch/>
        </p:blipFill>
        <p:spPr>
          <a:xfrm rot="21202450">
            <a:off x="10458768" y="5487615"/>
            <a:ext cx="552954" cy="58621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573F166-C6C7-49FD-BACD-FF65624CC36E}"/>
              </a:ext>
            </a:extLst>
          </p:cNvPr>
          <p:cNvPicPr>
            <a:picLocks noChangeAspect="1"/>
          </p:cNvPicPr>
          <p:nvPr/>
        </p:nvPicPr>
        <p:blipFill rotWithShape="1">
          <a:blip r:embed="rId29" cstate="print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38909"/>
          <a:stretch/>
        </p:blipFill>
        <p:spPr>
          <a:xfrm>
            <a:off x="9974747" y="5635194"/>
            <a:ext cx="552954" cy="44379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7D980244-B931-438B-8ECC-4DD9FEF83F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01" t="89687" r="13807" b="6455"/>
          <a:stretch/>
        </p:blipFill>
        <p:spPr>
          <a:xfrm>
            <a:off x="9596898" y="6059942"/>
            <a:ext cx="778577" cy="256405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BFB7CBBD-0C89-4430-8D29-DE48A3522D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40" t="87366" r="7892" b="10074"/>
          <a:stretch/>
        </p:blipFill>
        <p:spPr>
          <a:xfrm>
            <a:off x="10147533" y="5905610"/>
            <a:ext cx="929410" cy="170138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2EC98413-AE53-4109-BA93-ECDFE19DAFE7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backgroundRemoval t="82997" b="89692" l="89414" r="92045">
                        <a14:foregroundMark x1="91746" y1="85122" x2="89773" y2="88523"/>
                        <a14:foregroundMark x1="91507" y1="84060" x2="89414" y2="87779"/>
                        <a14:foregroundMark x1="92045" y1="86291" x2="89414" y2="896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9383" t="82284" r="7892" b="10073"/>
          <a:stretch/>
        </p:blipFill>
        <p:spPr>
          <a:xfrm>
            <a:off x="10765040" y="5567861"/>
            <a:ext cx="321950" cy="507928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E5C4772D-9522-4550-BE81-E60A80D05A7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7" cstate="print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28427"/>
          <a:stretch/>
        </p:blipFill>
        <p:spPr>
          <a:xfrm flipH="1">
            <a:off x="1606877" y="3884401"/>
            <a:ext cx="554400" cy="586218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BD42CAE9-A2BF-45CD-B8CE-E854B6E3EE8D}"/>
              </a:ext>
            </a:extLst>
          </p:cNvPr>
          <p:cNvPicPr>
            <a:picLocks noChangeAspect="1"/>
          </p:cNvPicPr>
          <p:nvPr/>
        </p:nvPicPr>
        <p:blipFill rotWithShape="1">
          <a:blip r:embed="rId29" cstate="print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28427"/>
          <a:stretch/>
        </p:blipFill>
        <p:spPr>
          <a:xfrm rot="21202450">
            <a:off x="2011613" y="4154268"/>
            <a:ext cx="552954" cy="586218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393E889A-6308-4A73-9BA2-52A77F70DBD7}"/>
              </a:ext>
            </a:extLst>
          </p:cNvPr>
          <p:cNvPicPr>
            <a:picLocks noChangeAspect="1"/>
          </p:cNvPicPr>
          <p:nvPr/>
        </p:nvPicPr>
        <p:blipFill rotWithShape="1">
          <a:blip r:embed="rId29" cstate="print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38909"/>
          <a:stretch/>
        </p:blipFill>
        <p:spPr>
          <a:xfrm>
            <a:off x="1527592" y="4301847"/>
            <a:ext cx="552954" cy="443797"/>
          </a:xfrm>
          <a:prstGeom prst="rect">
            <a:avLst/>
          </a:prstGeom>
        </p:spPr>
      </p:pic>
      <p:pic>
        <p:nvPicPr>
          <p:cNvPr id="74" name="그림 73">
            <a:extLst>
              <a:ext uri="{FF2B5EF4-FFF2-40B4-BE49-F238E27FC236}">
                <a16:creationId xmlns:a16="http://schemas.microsoft.com/office/drawing/2014/main" id="{0BECF681-B7E1-D6F9-3C48-261ECBE5B39E}"/>
              </a:ext>
            </a:extLst>
          </p:cNvPr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017" y="3685445"/>
            <a:ext cx="2069914" cy="2069914"/>
          </a:xfrm>
          <a:prstGeom prst="rect">
            <a:avLst/>
          </a:prstGeom>
        </p:spPr>
      </p:pic>
      <p:pic>
        <p:nvPicPr>
          <p:cNvPr id="72" name="그림 71">
            <a:extLst>
              <a:ext uri="{FF2B5EF4-FFF2-40B4-BE49-F238E27FC236}">
                <a16:creationId xmlns:a16="http://schemas.microsoft.com/office/drawing/2014/main" id="{F274305C-CE3B-06CB-7D74-2A1CE1014E5A}"/>
              </a:ext>
            </a:extLst>
          </p:cNvPr>
          <p:cNvPicPr>
            <a:picLocks noChangeAspect="1"/>
          </p:cNvPicPr>
          <p:nvPr/>
        </p:nvPicPr>
        <p:blipFill>
          <a:blip r:embed="rId34" cstate="print">
            <a:extLst>
              <a:ext uri="{BEBA8EAE-BF5A-486C-A8C5-ECC9F3942E4B}">
                <a14:imgProps xmlns:a14="http://schemas.microsoft.com/office/drawing/2010/main">
                  <a14:imgLayer r:embed="rId35">
                    <a14:imgEffect>
                      <a14:backgroundRemoval t="6459" b="92903" l="9809" r="89793">
                        <a14:foregroundMark x1="63078" y1="7895" x2="55502" y2="13397"/>
                        <a14:foregroundMark x1="55502" y1="13397" x2="50399" y2="22887"/>
                        <a14:foregroundMark x1="50399" y1="22887" x2="48485" y2="30941"/>
                        <a14:foregroundMark x1="48485" y1="30941" x2="32137" y2="50797"/>
                        <a14:foregroundMark x1="54147" y1="13955" x2="63078" y2="6539"/>
                        <a14:foregroundMark x1="63078" y1="6539" x2="81738" y2="16587"/>
                        <a14:foregroundMark x1="81738" y1="16587" x2="76156" y2="37879"/>
                        <a14:foregroundMark x1="76156" y1="37879" x2="69458" y2="39952"/>
                        <a14:foregroundMark x1="60766" y1="8054" x2="54705" y2="9888"/>
                        <a14:foregroundMark x1="62998" y1="7735" x2="78868" y2="13557"/>
                        <a14:foregroundMark x1="78868" y1="13557" x2="79187" y2="13716"/>
                        <a14:foregroundMark x1="66108" y1="7576" x2="75997" y2="12121"/>
                        <a14:foregroundMark x1="81260" y1="18421" x2="82775" y2="25359"/>
                        <a14:foregroundMark x1="82775" y1="25359" x2="81180" y2="34609"/>
                        <a14:foregroundMark x1="80941" y1="18182" x2="82616" y2="27671"/>
                        <a14:foregroundMark x1="81340" y1="18740" x2="83094" y2="24083"/>
                        <a14:foregroundMark x1="83174" y1="20255" x2="83174" y2="20255"/>
                        <a14:foregroundMark x1="82456" y1="20175" x2="82456" y2="20175"/>
                        <a14:foregroundMark x1="82137" y1="22408" x2="82137" y2="22408"/>
                        <a14:foregroundMark x1="82935" y1="22010" x2="82935" y2="22010"/>
                        <a14:foregroundMark x1="83254" y1="22010" x2="83254" y2="22010"/>
                        <a14:foregroundMark x1="83812" y1="21212" x2="83812" y2="21212"/>
                        <a14:foregroundMark x1="72169" y1="43381" x2="71770" y2="43062"/>
                        <a14:foregroundMark x1="71770" y1="41228" x2="71770" y2="41228"/>
                        <a14:foregroundMark x1="17863" y1="88437" x2="23525" y2="92743"/>
                        <a14:foregroundMark x1="23525" y1="92743" x2="23923" y2="92903"/>
                        <a14:foregroundMark x1="50399" y1="75199" x2="55901" y2="81100"/>
                        <a14:foregroundMark x1="55901" y1="81100" x2="64514" y2="82297"/>
                        <a14:foregroundMark x1="64514" y1="82297" x2="67703" y2="76475"/>
                        <a14:foregroundMark x1="49841" y1="76715" x2="50159" y2="79665"/>
                        <a14:foregroundMark x1="53509" y1="80383" x2="53509" y2="80383"/>
                        <a14:foregroundMark x1="67863" y1="79585" x2="67863" y2="79585"/>
                        <a14:foregroundMark x1="72408" y1="10207" x2="72408" y2="1020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014" y="4655861"/>
            <a:ext cx="658941" cy="658941"/>
          </a:xfrm>
          <a:prstGeom prst="rect">
            <a:avLst/>
          </a:prstGeom>
          <a:effectLst>
            <a:glow rad="381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09AD0223-BB1D-45C4-BF40-1A156EF116DF}"/>
              </a:ext>
            </a:extLst>
          </p:cNvPr>
          <p:cNvPicPr>
            <a:picLocks noChangeAspect="1"/>
          </p:cNvPicPr>
          <p:nvPr/>
        </p:nvPicPr>
        <p:blipFill rotWithShape="1">
          <a:blip r:embed="rId29" cstate="print">
            <a:extLst>
              <a:ext uri="{BEBA8EAE-BF5A-486C-A8C5-ECC9F3942E4B}">
                <a14:imgProps xmlns:a14="http://schemas.microsoft.com/office/drawing/2010/main">
                  <a14:imgLayer r:embed="rId30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28427"/>
          <a:stretch/>
        </p:blipFill>
        <p:spPr>
          <a:xfrm rot="21202450">
            <a:off x="2177736" y="956204"/>
            <a:ext cx="552954" cy="586218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FEA1D41C-C6C2-47B9-BB1C-70F7F53940D9}"/>
              </a:ext>
            </a:extLst>
          </p:cNvPr>
          <p:cNvPicPr>
            <a:picLocks noChangeAspect="1"/>
          </p:cNvPicPr>
          <p:nvPr/>
        </p:nvPicPr>
        <p:blipFill rotWithShape="1">
          <a:blip r:embed="rId36" cstate="print">
            <a:extLst>
              <a:ext uri="{BEBA8EAE-BF5A-486C-A8C5-ECC9F3942E4B}">
                <a14:imgProps xmlns:a14="http://schemas.microsoft.com/office/drawing/2010/main">
                  <a14:imgLayer r:embed="rId3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28427"/>
          <a:stretch/>
        </p:blipFill>
        <p:spPr>
          <a:xfrm rot="21202450">
            <a:off x="2645293" y="1153277"/>
            <a:ext cx="367962" cy="39009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5B4873C4-6C19-4460-8587-6B1F7167B40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8" cstate="print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177" t="28427" r="32125" b="28427"/>
          <a:stretch/>
        </p:blipFill>
        <p:spPr>
          <a:xfrm flipH="1">
            <a:off x="2655720" y="956529"/>
            <a:ext cx="353412" cy="373695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0EA8D506-4215-4402-B86B-AE365F0B2C8F}"/>
              </a:ext>
            </a:extLst>
          </p:cNvPr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865" y="862799"/>
            <a:ext cx="1108017" cy="1108017"/>
          </a:xfrm>
          <a:prstGeom prst="rect">
            <a:avLst/>
          </a:prstGeom>
        </p:spPr>
      </p:pic>
      <p:sp>
        <p:nvSpPr>
          <p:cNvPr id="52" name="사각형: 둥근 모서리 131">
            <a:extLst>
              <a:ext uri="{FF2B5EF4-FFF2-40B4-BE49-F238E27FC236}">
                <a16:creationId xmlns:a16="http://schemas.microsoft.com/office/drawing/2014/main" id="{B74D533E-8A99-733A-9FD6-A1E16A77A05D}"/>
              </a:ext>
            </a:extLst>
          </p:cNvPr>
          <p:cNvSpPr/>
          <p:nvPr/>
        </p:nvSpPr>
        <p:spPr>
          <a:xfrm>
            <a:off x="2041488" y="3465794"/>
            <a:ext cx="1455457" cy="944885"/>
          </a:xfrm>
          <a:prstGeom prst="roundRect">
            <a:avLst>
              <a:gd name="adj" fmla="val 9314"/>
            </a:avLst>
          </a:prstGeom>
          <a:solidFill>
            <a:srgbClr val="EDE4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소음 감지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ysClr val="windowText" lastClr="000000"/>
                </a:solidFill>
              </a:rPr>
              <a:t>발생 위치 기록</a:t>
            </a:r>
          </a:p>
        </p:txBody>
      </p:sp>
      <p:sp>
        <p:nvSpPr>
          <p:cNvPr id="55" name="사각형: 둥근 모서리 137">
            <a:extLst>
              <a:ext uri="{FF2B5EF4-FFF2-40B4-BE49-F238E27FC236}">
                <a16:creationId xmlns:a16="http://schemas.microsoft.com/office/drawing/2014/main" id="{904E3BEE-932F-8A2F-B4F5-7AE1F7967B28}"/>
              </a:ext>
            </a:extLst>
          </p:cNvPr>
          <p:cNvSpPr/>
          <p:nvPr/>
        </p:nvSpPr>
        <p:spPr>
          <a:xfrm>
            <a:off x="1085757" y="4628281"/>
            <a:ext cx="1455457" cy="944885"/>
          </a:xfrm>
          <a:prstGeom prst="roundRect">
            <a:avLst>
              <a:gd name="adj" fmla="val 9314"/>
            </a:avLst>
          </a:prstGeom>
          <a:solidFill>
            <a:srgbClr val="DDE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위치 조사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ysClr val="windowText" lastClr="000000"/>
                </a:solidFill>
              </a:rPr>
              <a:t>소리 위치 확인</a:t>
            </a:r>
          </a:p>
        </p:txBody>
      </p:sp>
      <p:sp>
        <p:nvSpPr>
          <p:cNvPr id="56" name="사각형: 둥근 모서리 133">
            <a:extLst>
              <a:ext uri="{FF2B5EF4-FFF2-40B4-BE49-F238E27FC236}">
                <a16:creationId xmlns:a16="http://schemas.microsoft.com/office/drawing/2014/main" id="{C73C3A9B-E5B9-5DC6-25F8-162463F90C95}"/>
              </a:ext>
            </a:extLst>
          </p:cNvPr>
          <p:cNvSpPr/>
          <p:nvPr/>
        </p:nvSpPr>
        <p:spPr>
          <a:xfrm>
            <a:off x="1219041" y="3465862"/>
            <a:ext cx="1455457" cy="944885"/>
          </a:xfrm>
          <a:prstGeom prst="roundRect">
            <a:avLst>
              <a:gd name="adj" fmla="val 9314"/>
            </a:avLst>
          </a:prstGeom>
          <a:solidFill>
            <a:srgbClr val="D9F5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 err="1">
                <a:solidFill>
                  <a:sysClr val="windowText" lastClr="000000"/>
                </a:solidFill>
              </a:rPr>
              <a:t>미탐지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ysClr val="windowText" lastClr="000000"/>
                </a:solidFill>
              </a:rPr>
              <a:t>평상시 순찰</a:t>
            </a:r>
          </a:p>
        </p:txBody>
      </p:sp>
      <p:sp>
        <p:nvSpPr>
          <p:cNvPr id="57" name="사각형: 둥근 모서리 139">
            <a:extLst>
              <a:ext uri="{FF2B5EF4-FFF2-40B4-BE49-F238E27FC236}">
                <a16:creationId xmlns:a16="http://schemas.microsoft.com/office/drawing/2014/main" id="{C5D9DC01-CFCF-5986-FFF7-5D855112EDE7}"/>
              </a:ext>
            </a:extLst>
          </p:cNvPr>
          <p:cNvSpPr/>
          <p:nvPr/>
        </p:nvSpPr>
        <p:spPr>
          <a:xfrm>
            <a:off x="638587" y="3465930"/>
            <a:ext cx="1455457" cy="944885"/>
          </a:xfrm>
          <a:prstGeom prst="roundRect">
            <a:avLst>
              <a:gd name="adj" fmla="val 9314"/>
            </a:avLst>
          </a:prstGeom>
          <a:solidFill>
            <a:srgbClr val="FFE3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발견 </a:t>
            </a:r>
            <a:r>
              <a:rPr lang="en-US" altLang="ko-KR" sz="1000" b="1" dirty="0">
                <a:solidFill>
                  <a:sysClr val="windowText" lastClr="000000"/>
                </a:solidFill>
              </a:rPr>
              <a:t>/ </a:t>
            </a:r>
            <a:r>
              <a:rPr lang="ko-KR" altLang="en-US" sz="1000" b="1" dirty="0">
                <a:solidFill>
                  <a:sysClr val="windowText" lastClr="000000"/>
                </a:solidFill>
              </a:rPr>
              <a:t>추격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ysClr val="windowText" lastClr="000000"/>
                </a:solidFill>
              </a:rPr>
              <a:t>시야 확보 시 공격</a:t>
            </a:r>
          </a:p>
        </p:txBody>
      </p:sp>
      <p:sp>
        <p:nvSpPr>
          <p:cNvPr id="58" name="사각형: 둥근 모서리 141">
            <a:extLst>
              <a:ext uri="{FF2B5EF4-FFF2-40B4-BE49-F238E27FC236}">
                <a16:creationId xmlns:a16="http://schemas.microsoft.com/office/drawing/2014/main" id="{E1B017D1-D89B-7D51-2951-C37F840D7016}"/>
              </a:ext>
            </a:extLst>
          </p:cNvPr>
          <p:cNvSpPr/>
          <p:nvPr/>
        </p:nvSpPr>
        <p:spPr>
          <a:xfrm>
            <a:off x="2973534" y="3462563"/>
            <a:ext cx="1455457" cy="944885"/>
          </a:xfrm>
          <a:prstGeom prst="roundRect">
            <a:avLst>
              <a:gd name="adj" fmla="val 9314"/>
            </a:avLst>
          </a:prstGeom>
          <a:solidFill>
            <a:srgbClr val="FFF2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 b="1" dirty="0">
                <a:solidFill>
                  <a:sysClr val="windowText" lastClr="000000"/>
                </a:solidFill>
              </a:rPr>
              <a:t>의심</a:t>
            </a:r>
            <a:endParaRPr lang="en-US" altLang="ko-KR" sz="1000" b="1" dirty="0">
              <a:solidFill>
                <a:sysClr val="windowText" lastClr="00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000" dirty="0">
                <a:solidFill>
                  <a:sysClr val="windowText" lastClr="000000"/>
                </a:solidFill>
              </a:rPr>
              <a:t>낮은 의심</a:t>
            </a:r>
          </a:p>
        </p:txBody>
      </p:sp>
    </p:spTree>
    <p:extLst>
      <p:ext uri="{BB962C8B-B14F-4D97-AF65-F5344CB8AC3E}">
        <p14:creationId xmlns:p14="http://schemas.microsoft.com/office/powerpoint/2010/main" val="2438115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90E5815-1417-66FF-E365-FE1CAB62B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50" t="24184" r="1393" b="41213"/>
          <a:stretch>
            <a:fillRect/>
          </a:stretch>
        </p:blipFill>
        <p:spPr>
          <a:xfrm>
            <a:off x="9681029" y="1625600"/>
            <a:ext cx="1415142" cy="23730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8E993CE-0056-15E2-E60A-D1236F5A4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31" t="24184" r="19312" b="41213"/>
          <a:stretch>
            <a:fillRect/>
          </a:stretch>
        </p:blipFill>
        <p:spPr>
          <a:xfrm>
            <a:off x="5783943" y="1444171"/>
            <a:ext cx="1415142" cy="23730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60D501B-1A89-7F20-BF18-03FD82D17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71" t="-790" r="18465" b="75816"/>
          <a:stretch>
            <a:fillRect/>
          </a:stretch>
        </p:blipFill>
        <p:spPr>
          <a:xfrm>
            <a:off x="3541486" y="2104571"/>
            <a:ext cx="1240970" cy="171268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BC30135-7769-0225-39D4-361D56953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23" t="57412" r="19613" b="21000"/>
          <a:stretch>
            <a:fillRect/>
          </a:stretch>
        </p:blipFill>
        <p:spPr>
          <a:xfrm>
            <a:off x="475344" y="3258457"/>
            <a:ext cx="1240970" cy="148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865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선생님께서 사용하시는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/>
              <a:t>미드저니</a:t>
            </a:r>
            <a:r>
              <a:rPr lang="en-US" altLang="ko-KR"/>
              <a:t>]</a:t>
            </a:r>
          </a:p>
          <a:p>
            <a:r>
              <a:rPr lang="ko-KR" altLang="en-US" b="1"/>
              <a:t>창작 작업</a:t>
            </a:r>
            <a:r>
              <a:rPr lang="ko-KR" altLang="en-US"/>
              <a:t>을 할 때 주로 사용</a:t>
            </a:r>
            <a:endParaRPr lang="en-US" altLang="ko-KR"/>
          </a:p>
          <a:p>
            <a:r>
              <a:rPr lang="ko-KR" altLang="en-US"/>
              <a:t>미드저니는 해당 이미지에서 수정이 안 되고</a:t>
            </a:r>
            <a:r>
              <a:rPr lang="en-US" altLang="ko-KR"/>
              <a:t>, </a:t>
            </a:r>
            <a:r>
              <a:rPr lang="ko-KR" altLang="en-US"/>
              <a:t>모든 이미지를 다 새로 처음부터 생성한다</a:t>
            </a:r>
            <a:r>
              <a:rPr lang="en-US" altLang="ko-KR"/>
              <a:t>. </a:t>
            </a:r>
            <a:r>
              <a:rPr lang="ko-KR" altLang="en-US"/>
              <a:t>따라서 창작 작업을 할 때 좋은 것</a:t>
            </a:r>
            <a:r>
              <a:rPr lang="en-US" altLang="ko-KR"/>
              <a:t>.</a:t>
            </a:r>
          </a:p>
          <a:p>
            <a:r>
              <a:rPr lang="en-US" altLang="ko-KR"/>
              <a:t>‘</a:t>
            </a:r>
            <a:r>
              <a:rPr lang="ko-KR" altLang="en-US"/>
              <a:t>호수</a:t>
            </a:r>
            <a:r>
              <a:rPr lang="en-US" altLang="ko-KR"/>
              <a:t>, </a:t>
            </a:r>
            <a:r>
              <a:rPr lang="ko-KR" altLang="en-US"/>
              <a:t>태양</a:t>
            </a:r>
            <a:r>
              <a:rPr lang="en-US" altLang="ko-KR"/>
              <a:t>, </a:t>
            </a:r>
            <a:r>
              <a:rPr lang="ko-KR" altLang="en-US"/>
              <a:t>중국</a:t>
            </a:r>
            <a:r>
              <a:rPr lang="en-US" altLang="ko-KR"/>
              <a:t>, </a:t>
            </a:r>
            <a:r>
              <a:rPr lang="ko-KR" altLang="en-US"/>
              <a:t>깃발</a:t>
            </a:r>
            <a:r>
              <a:rPr lang="en-US" altLang="ko-KR"/>
              <a:t>‘ </a:t>
            </a:r>
            <a:r>
              <a:rPr lang="ko-KR" altLang="en-US"/>
              <a:t>이라고만 적었을 때 </a:t>
            </a:r>
            <a:endParaRPr lang="en-US" altLang="ko-KR"/>
          </a:p>
          <a:p>
            <a:r>
              <a:rPr lang="ko-KR" altLang="en-US"/>
              <a:t>미리 </a:t>
            </a:r>
            <a:r>
              <a:rPr lang="en-US" altLang="ko-KR"/>
              <a:t>AI</a:t>
            </a:r>
            <a:r>
              <a:rPr lang="ko-KR" altLang="en-US"/>
              <a:t>에게 학습시킨 내용을 포함해서 아래처럼 이미지 생성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133734"/>
            <a:ext cx="7640116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950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선생님께서 사용하시는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/>
              <a:t>미드저니</a:t>
            </a:r>
            <a:r>
              <a:rPr lang="en-US" altLang="ko-KR"/>
              <a:t>]</a:t>
            </a:r>
          </a:p>
          <a:p>
            <a:r>
              <a:rPr lang="ko-KR" altLang="en-US"/>
              <a:t>미드저니는 이런 식으로 참조 이미지를 주고 그 이미지를 참조해서 생성해달라고 하면</a:t>
            </a:r>
            <a:r>
              <a:rPr lang="en-US" altLang="ko-KR"/>
              <a:t>, </a:t>
            </a:r>
            <a:r>
              <a:rPr lang="ko-KR" altLang="en-US"/>
              <a:t>그록보다 성능이 덜 좋다</a:t>
            </a:r>
            <a:r>
              <a:rPr lang="en-US" altLang="ko-KR"/>
              <a:t>.</a:t>
            </a:r>
          </a:p>
          <a:p>
            <a:r>
              <a:rPr lang="ko-KR" altLang="en-US"/>
              <a:t>미드저니도 영상 만들긴 하지만</a:t>
            </a:r>
            <a:r>
              <a:rPr lang="en-US" altLang="ko-KR"/>
              <a:t>, </a:t>
            </a:r>
            <a:r>
              <a:rPr lang="ko-KR" altLang="en-US"/>
              <a:t>랜덤성이 너무 강하다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96674"/>
            <a:ext cx="4194375" cy="60923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1785" y="4405424"/>
            <a:ext cx="7420215" cy="245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98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선생님께서 사용하시는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/>
              <a:t>그록</a:t>
            </a:r>
            <a:r>
              <a:rPr lang="en-US" altLang="ko-KR"/>
              <a:t>]</a:t>
            </a:r>
          </a:p>
          <a:p>
            <a:r>
              <a:rPr lang="ko-KR" altLang="en-US"/>
              <a:t>그록은 매우 결과물을 빨리 준다</a:t>
            </a:r>
            <a:r>
              <a:rPr lang="en-US" altLang="ko-KR"/>
              <a:t>.</a:t>
            </a:r>
          </a:p>
          <a:p>
            <a:r>
              <a:rPr lang="ko-KR" altLang="en-US"/>
              <a:t>그록에 아까 미드저니와 같은 명령을 내리면 아래와 같은 결과물을 생성해준다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164" y="3804660"/>
            <a:ext cx="7527384" cy="305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65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선생님께서 사용하시는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/>
              <a:t>그록</a:t>
            </a:r>
            <a:r>
              <a:rPr lang="en-US" altLang="ko-KR"/>
              <a:t>]</a:t>
            </a:r>
          </a:p>
          <a:p>
            <a:r>
              <a:rPr lang="ko-KR" altLang="en-US"/>
              <a:t>그러나 원하는 느낌의 이미지를 핀터레스트에서 찾아서</a:t>
            </a:r>
            <a:endParaRPr lang="en-US" altLang="ko-KR"/>
          </a:p>
          <a:p>
            <a:r>
              <a:rPr lang="ko-KR" altLang="en-US"/>
              <a:t>그 그림을 참조해서 이미지를 생성해달라고 하면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퀄리티 좋은 그림을 생성할 수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그리고 레이어를 나눌 수도 있다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en-US" altLang="ko-KR"/>
          </a:p>
          <a:p>
            <a:r>
              <a:rPr lang="en-US" altLang="ko-KR"/>
              <a:t>2D</a:t>
            </a:r>
            <a:r>
              <a:rPr lang="ko-KR" altLang="en-US"/>
              <a:t>뿐만 아니라</a:t>
            </a:r>
            <a:r>
              <a:rPr lang="en-US" altLang="ko-KR"/>
              <a:t>, </a:t>
            </a:r>
            <a:r>
              <a:rPr lang="ko-KR" altLang="en-US"/>
              <a:t>영상 작업물도</a:t>
            </a:r>
            <a:r>
              <a:rPr lang="en-US" altLang="ko-KR"/>
              <a:t/>
            </a:r>
            <a:br>
              <a:rPr lang="en-US" altLang="ko-KR"/>
            </a:br>
            <a:r>
              <a:rPr lang="ko-KR" altLang="en-US"/>
              <a:t>좋다</a:t>
            </a:r>
            <a:r>
              <a:rPr lang="en-US" altLang="ko-KR"/>
              <a:t>. </a:t>
            </a:r>
            <a:r>
              <a:rPr lang="ko-KR" altLang="en-US"/>
              <a:t>그록이 영상은 제일 잘함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3262" y="3451192"/>
            <a:ext cx="2278738" cy="306629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3609" y="0"/>
            <a:ext cx="1678391" cy="294363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097" y="4490397"/>
            <a:ext cx="3324077" cy="217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182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공짜로 쓸 수 있는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스테이블 디퓨전</a:t>
            </a:r>
            <a:r>
              <a:rPr lang="en-US" altLang="ko-KR"/>
              <a:t>]</a:t>
            </a:r>
            <a:r>
              <a:rPr lang="ko-KR" altLang="en-US"/>
              <a:t>을 타고 들어가면</a:t>
            </a:r>
            <a:r>
              <a:rPr lang="en-US" altLang="ko-KR"/>
              <a:t>, </a:t>
            </a:r>
            <a:r>
              <a:rPr lang="ko-KR" altLang="en-US"/>
              <a:t>음지쪽으로 많이 발전한 </a:t>
            </a:r>
            <a:r>
              <a:rPr lang="en-US" altLang="ko-KR"/>
              <a:t>AI </a:t>
            </a:r>
            <a:r>
              <a:rPr lang="ko-KR" altLang="en-US"/>
              <a:t>사이트들을 발견할 수 있다</a:t>
            </a:r>
            <a:r>
              <a:rPr lang="en-US" altLang="ko-KR"/>
              <a:t>.</a:t>
            </a:r>
          </a:p>
          <a:p>
            <a:r>
              <a:rPr lang="en-US" altLang="ko-KR"/>
              <a:t>Civitai, PixVerse, seaart..ai</a:t>
            </a:r>
          </a:p>
          <a:p>
            <a:endParaRPr lang="en-US" altLang="ko-KR"/>
          </a:p>
          <a:p>
            <a:r>
              <a:rPr lang="en-US" altLang="ko-KR"/>
              <a:t>‘</a:t>
            </a:r>
            <a:r>
              <a:rPr lang="ko-KR" altLang="en-US"/>
              <a:t>핀터레스트</a:t>
            </a:r>
            <a:r>
              <a:rPr lang="en-US" altLang="ko-KR"/>
              <a:t>, </a:t>
            </a:r>
            <a:r>
              <a:rPr lang="ko-KR" altLang="en-US"/>
              <a:t>아트 스테이션</a:t>
            </a:r>
            <a:r>
              <a:rPr lang="en-US" altLang="ko-KR"/>
              <a:t>’</a:t>
            </a:r>
            <a:r>
              <a:rPr lang="ko-KR" altLang="en-US"/>
              <a:t>에서 원하는 이미지를 </a:t>
            </a:r>
            <a:r>
              <a:rPr lang="en-US" altLang="ko-KR"/>
              <a:t>‘</a:t>
            </a:r>
            <a:r>
              <a:rPr lang="ko-KR" altLang="en-US"/>
              <a:t>플로우</a:t>
            </a:r>
            <a:r>
              <a:rPr lang="en-US" altLang="ko-KR"/>
              <a:t>‘ </a:t>
            </a:r>
            <a:r>
              <a:rPr lang="ko-KR" altLang="en-US"/>
              <a:t>가져가서 변형해서 쓰면 좋다</a:t>
            </a:r>
            <a:r>
              <a:rPr lang="en-US" altLang="ko-KR"/>
              <a:t>. Chatgpt</a:t>
            </a:r>
            <a:r>
              <a:rPr lang="ko-KR" altLang="en-US"/>
              <a:t>는 저작권에 위배될 가능성이 있는 경우에는 제작해주진 않는다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674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3D </a:t>
            </a:r>
            <a:r>
              <a:rPr lang="ko-KR" altLang="en-US"/>
              <a:t>모델링 </a:t>
            </a:r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배경이나 배경 구조물 </a:t>
            </a:r>
            <a:r>
              <a:rPr lang="en-US" altLang="ko-KR"/>
              <a:t>: </a:t>
            </a:r>
            <a:r>
              <a:rPr lang="en-US" altLang="ko-KR" b="1"/>
              <a:t>TRIPO</a:t>
            </a:r>
          </a:p>
          <a:p>
            <a:r>
              <a:rPr lang="ko-KR" altLang="en-US"/>
              <a:t>캐릭터 </a:t>
            </a:r>
            <a:r>
              <a:rPr lang="en-US" altLang="ko-KR"/>
              <a:t>: </a:t>
            </a:r>
            <a:r>
              <a:rPr lang="en-US" altLang="ko-KR" b="1"/>
              <a:t>Meshy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2190777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일레븐랩스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성우 대사나 효과음을 만들기 좋다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882" y="2521385"/>
            <a:ext cx="5707118" cy="433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55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434</Words>
  <Application>Microsoft Office PowerPoint</Application>
  <PresentationFormat>와이드스크린</PresentationFormat>
  <Paragraphs>83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맑은 고딕</vt:lpstr>
      <vt:lpstr>Arial</vt:lpstr>
      <vt:lpstr>Office 테마</vt:lpstr>
      <vt:lpstr>도구 사용 시</vt:lpstr>
      <vt:lpstr>게임 플레이 유튜브 영상</vt:lpstr>
      <vt:lpstr>그래픽 quality</vt:lpstr>
      <vt:lpstr>PowerPoint 프레젠테이션</vt:lpstr>
      <vt:lpstr>기능 =&gt; 약속</vt:lpstr>
      <vt:lpstr>PowerPoint 프레젠테이션</vt:lpstr>
      <vt:lpstr>[Hide &amp; Chick]</vt:lpstr>
      <vt:lpstr>요소</vt:lpstr>
      <vt:lpstr>PowerPoint 프레젠테이션</vt:lpstr>
      <vt:lpstr>공간</vt:lpstr>
      <vt:lpstr>시스템을 시각화하기 </vt:lpstr>
      <vt:lpstr>PowerPoint 프레젠테이션</vt:lpstr>
      <vt:lpstr>PowerPoint 프레젠테이션</vt:lpstr>
      <vt:lpstr>PowerPoint 프레젠테이션</vt:lpstr>
      <vt:lpstr>선생님께서 사용하시는 AI</vt:lpstr>
      <vt:lpstr>선생님께서 사용하시는 AI</vt:lpstr>
      <vt:lpstr>선생님께서 사용하시는 AI</vt:lpstr>
      <vt:lpstr>선생님께서 사용하시는 AI</vt:lpstr>
      <vt:lpstr>공짜로 쓸 수 있는 AI</vt:lpstr>
      <vt:lpstr>3D 모델링 AI</vt:lpstr>
      <vt:lpstr>일레븐랩스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도구 사용 시</dc:title>
  <dc:creator>FullName</dc:creator>
  <cp:lastModifiedBy>FullName</cp:lastModifiedBy>
  <cp:revision>15</cp:revision>
  <dcterms:created xsi:type="dcterms:W3CDTF">2026-08-28T04:57:49Z</dcterms:created>
  <dcterms:modified xsi:type="dcterms:W3CDTF">2026-08-31T06:05:37Z</dcterms:modified>
</cp:coreProperties>
</file>