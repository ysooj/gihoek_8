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modSld">
      <pc:chgData name="musukie52@gmail.com" userId="017bd91f96aa8751" providerId="LiveId" clId="{5B2C3894-F97E-4CAB-8812-5BB4D83AAC6A}" dt="2026-08-27T02:31:35.646" v="0"/>
      <pc:docMkLst>
        <pc:docMk/>
      </pc:docMkLst>
      <pc:sldChg chg="add">
        <pc:chgData name="musukie52@gmail.com" userId="017bd91f96aa8751" providerId="LiveId" clId="{5B2C3894-F97E-4CAB-8812-5BB4D83AAC6A}" dt="2026-08-27T02:31:35.646" v="0"/>
        <pc:sldMkLst>
          <pc:docMk/>
          <pc:sldMk cId="1661260248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52D7F-8686-1691-0292-DEF0E6C8B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12DA31-908A-7F8A-23A9-EC3741E20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6E35C-B6B2-F833-7FC9-137C30AC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005FC-99A9-309B-FD70-C76FBF80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504AFF-0402-50EA-A58C-C301B4D3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696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8373C-5B21-0A5E-B470-8E54D49B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65510-8527-F94E-7EC9-12719289A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330C9E-AFCD-51FB-3177-C8C21DB9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228141-9DBA-3373-417E-7593BAFA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B6E68C-E71B-1E05-A763-D72C8A92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32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F3A17-42EF-E383-EBB0-670D120A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8EE856-7BE6-2C37-958F-583315B1D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E26DD2-6F5F-4ABC-68BA-8C9D474A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A7A20F-5ED1-BB83-C211-F08728D9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129D3-4CC2-270F-44BA-79ADB310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28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72E47-82F1-F98C-6089-6B43E61A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3999DA-FA3E-F8FA-3C69-FE7D07569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7D8CE-9D7E-01C4-F0F8-FB661203A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3220F5-FE06-3AF6-0372-F33B04C1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37CE1E-D140-34B5-1EA8-CC9AE6D9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F5453E-B3E6-D8F8-2F6E-EA40CABE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68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9E3AA-E460-473C-1AD5-6AEFB77A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08B64B-3E18-7803-A320-3D316923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69EB17-EC58-5E3E-AADF-803C1EE11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35D97A-3236-69F4-D312-5640D3F05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6F964C-0BCA-8767-D36C-5FB35868C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D8B044-52BF-6136-F139-D31A8280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57FEA9-4001-39A1-F327-B54744C7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28E46D-5CC0-BEEA-8222-98C8B6CD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04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3AEC1-FD43-2BEC-A1D0-03F1454F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1C5D12-7B48-C17B-E247-E684DDDD7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DBDD08-6FAA-3F49-F14C-F58EB100A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6BF2BB-6A8A-39F7-5D66-BC09BF9D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47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B9EF2D-7B0C-7672-C0FD-BF46AD43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8C0A8F-5822-E004-804B-D9FE3423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063098-4311-0469-70DF-BDEE2730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89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E92B5-CD76-8A33-269A-9C04FCF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7BD03-8821-4777-CC1B-FA875D8CC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B1B976-7E62-B4BC-5B72-DCFDE5985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BD1315-9049-D351-19CB-8C1A2AAA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1CD5B6-4EC7-6DBD-9112-1A2E8E83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74DD6B-1913-0598-0738-BF5E1125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299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A5C6E-0757-2E00-2209-0CFD03E3E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80F4EC-62BE-F4B2-0103-925ED5DDD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1A2CE5-BF71-A1B6-ED1C-95E25D0A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92F323-EC26-146B-21E0-A8AA4C60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5143C7-004F-CE8C-62C2-59E868AE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C4FC6E-C519-49DC-CF10-73EB6295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76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D3DBF-18B8-6A83-CB01-9562042A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CB713F-AE49-14E9-6428-E2DDB5C77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BC34B3-2D58-A02A-86BF-ACBDE130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267B3-3B48-6D2E-6F4E-92B00680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0F744-7064-FE72-0BE4-1B46181E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46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1E03EB-505C-D645-CB92-FE7ED353B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2BD1E9-6251-7C69-BEF5-2F5C88B4A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52E36B-B456-EE55-C071-69E173E1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A4FAE8-1A06-4C88-90C4-272B6A9F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1D08BF-7584-393D-00A4-AFF7104E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82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41317E-60D6-AB20-4EFB-707F311A5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3D8D86-585C-5320-D55B-DAFED0214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F44A79-7DFC-61FD-624A-A288C5B85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63027-E63D-4F50-AA42-5E25A66030F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9E0262-B07C-9835-11ED-1F6C122B9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DA4892-29FF-057C-0F0F-594DE5E0E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5B5F9-3326-4F24-8016-8F513A8D3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0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" r="24607"/>
          <a:stretch/>
        </p:blipFill>
        <p:spPr>
          <a:xfrm>
            <a:off x="352699" y="1562647"/>
            <a:ext cx="2857227" cy="215047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3B3953F-9AFC-5ADE-5855-4B4CFDB04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889"/>
          <a:stretch>
            <a:fillRect/>
          </a:stretch>
        </p:blipFill>
        <p:spPr>
          <a:xfrm>
            <a:off x="6123656" y="4324315"/>
            <a:ext cx="2857226" cy="21621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D6C25D-C055-B970-FC7C-E7689F36D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" t="2632" r="2632" b="2632"/>
          <a:stretch>
            <a:fillRect/>
          </a:stretch>
        </p:blipFill>
        <p:spPr>
          <a:xfrm>
            <a:off x="3237854" y="1558551"/>
            <a:ext cx="2857226" cy="2146375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43821" y="1558551"/>
          <a:ext cx="5761704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852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B2BCC082-C44E-B541-3E55-B8A53427AA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889"/>
          <a:stretch>
            <a:fillRect/>
          </a:stretch>
        </p:blipFill>
        <p:spPr>
          <a:xfrm>
            <a:off x="3238500" y="4324315"/>
            <a:ext cx="2857227" cy="21621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40A4DB7-8A65-3C77-43C3-E9041CE5FC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98" y="4333839"/>
            <a:ext cx="2854927" cy="2141195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195BB11-A714-0CE0-CADF-2F0DBA958017}"/>
              </a:ext>
            </a:extLst>
          </p:cNvPr>
          <p:cNvGraphicFramePr>
            <a:graphicFrameLocks noGrp="1"/>
          </p:cNvGraphicFramePr>
          <p:nvPr/>
        </p:nvGraphicFramePr>
        <p:xfrm>
          <a:off x="343821" y="4324382"/>
          <a:ext cx="8657307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5769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5769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  <a:gridCol w="2885769">
                  <a:extLst>
                    <a:ext uri="{9D8B030D-6E8A-4147-A177-3AD203B41FA5}">
                      <a16:colId xmlns:a16="http://schemas.microsoft.com/office/drawing/2014/main" val="3697240744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D8DFC5-1C70-AD55-9E47-469A3B895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7F4075-DBE3-2A46-0EE7-D0547E9B74A3}"/>
              </a:ext>
            </a:extLst>
          </p:cNvPr>
          <p:cNvSpPr>
            <a:spLocks noGrp="1"/>
          </p:cNvSpPr>
          <p:nvPr/>
        </p:nvSpPr>
        <p:spPr>
          <a:xfrm>
            <a:off x="457200" y="371477"/>
            <a:ext cx="3644464" cy="466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０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스토리보드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117C29A-8012-1D80-C2F3-C98BC02F8E31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DDA432E-73C8-24D7-77E4-4A7BC81C2928}"/>
              </a:ext>
            </a:extLst>
          </p:cNvPr>
          <p:cNvSpPr>
            <a:spLocks noGrp="1"/>
          </p:cNvSpPr>
          <p:nvPr/>
        </p:nvSpPr>
        <p:spPr>
          <a:xfrm>
            <a:off x="352699" y="1195228"/>
            <a:ext cx="761079" cy="230917"/>
          </a:xfrm>
          <a:prstGeom prst="roundRect">
            <a:avLst>
              <a:gd name="adj" fmla="val 13043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55126AE-BEA7-00BE-794F-E562F241A884}"/>
              </a:ext>
            </a:extLst>
          </p:cNvPr>
          <p:cNvSpPr>
            <a:spLocks noGrp="1"/>
          </p:cNvSpPr>
          <p:nvPr/>
        </p:nvSpPr>
        <p:spPr>
          <a:xfrm>
            <a:off x="342440" y="3960047"/>
            <a:ext cx="761079" cy="230917"/>
          </a:xfrm>
          <a:prstGeom prst="roundRect">
            <a:avLst>
              <a:gd name="adj" fmla="val 13043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소리 흡수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7E0CBC-8EAA-0F04-4D0C-7E317C63A2DF}"/>
              </a:ext>
            </a:extLst>
          </p:cNvPr>
          <p:cNvSpPr>
            <a:spLocks noGrp="1"/>
          </p:cNvSpPr>
          <p:nvPr/>
        </p:nvSpPr>
        <p:spPr>
          <a:xfrm>
            <a:off x="6220746" y="1195228"/>
            <a:ext cx="761079" cy="230917"/>
          </a:xfrm>
          <a:prstGeom prst="roundRect">
            <a:avLst>
              <a:gd name="adj" fmla="val 13043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공중 부유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CA99E82-80B8-CFB8-91C1-0E553A28EC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271" y="1575240"/>
            <a:ext cx="2857226" cy="21333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5BE64B3-C970-9832-A77A-A1B0B83623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732" y="1563730"/>
            <a:ext cx="2859533" cy="2141196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25D1B2A-13FB-9EF8-57B9-53924FEFA0CC}"/>
              </a:ext>
            </a:extLst>
          </p:cNvPr>
          <p:cNvGraphicFramePr>
            <a:graphicFrameLocks noGrp="1"/>
          </p:cNvGraphicFramePr>
          <p:nvPr/>
        </p:nvGraphicFramePr>
        <p:xfrm>
          <a:off x="6220746" y="1558551"/>
          <a:ext cx="5761704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852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260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2026-08-27T02:31:33Z</dcterms:created>
  <dcterms:modified xsi:type="dcterms:W3CDTF">2026-08-27T02:31:36Z</dcterms:modified>
</cp:coreProperties>
</file>