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25" d="100"/>
          <a:sy n="25" d="100"/>
        </p:scale>
        <p:origin x="912" y="37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234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606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435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4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98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503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42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647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39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43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50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7053C-4DD6-43B5-A8CD-804DE59EBE35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D3334-6FCA-4F88-93E6-EDD20F9E6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70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1060"/>
            <a:ext cx="9448800" cy="659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098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어제 배운 내용 내걸로 만들기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8</a:t>
            </a:r>
            <a:r>
              <a:rPr lang="ko-KR" altLang="en-US" smtClean="0"/>
              <a:t>가지 표현법을 내껄로 만들자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지금 내 기획서에 </a:t>
            </a:r>
            <a:r>
              <a:rPr lang="en-US" altLang="ko-KR" smtClean="0"/>
              <a:t>8</a:t>
            </a:r>
            <a:r>
              <a:rPr lang="ko-KR" altLang="en-US" smtClean="0"/>
              <a:t>가지 표현법이 다 들어갔는지 점검</a:t>
            </a:r>
            <a:endParaRPr lang="en-US" altLang="ko-KR" smtClean="0"/>
          </a:p>
          <a:p>
            <a:pPr lvl="1"/>
            <a:r>
              <a:rPr lang="ko-KR" altLang="en-US" smtClean="0"/>
              <a:t>다 들어가있다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내용을 좀 더 전문적으로 수정해볼 필요가 있다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49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66256"/>
            <a:ext cx="11353800" cy="632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52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02" y="0"/>
            <a:ext cx="110063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13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따라하기 </a:t>
            </a:r>
            <a:r>
              <a:rPr lang="en-US" altLang="ko-KR" smtClean="0"/>
              <a:t>2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왼쪽은 인포그래픽</a:t>
            </a:r>
            <a:endParaRPr lang="en-US" altLang="ko-KR" smtClean="0"/>
          </a:p>
          <a:p>
            <a:r>
              <a:rPr lang="ko-KR" altLang="en-US" smtClean="0"/>
              <a:t>오른쪽은 플레이 플로우</a:t>
            </a:r>
            <a:r>
              <a:rPr lang="en-US" altLang="ko-KR" smtClean="0"/>
              <a:t>, </a:t>
            </a:r>
            <a:r>
              <a:rPr lang="ko-KR" altLang="en-US" smtClean="0"/>
              <a:t>도식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참고 자료를 보고</a:t>
            </a:r>
            <a:r>
              <a:rPr lang="en-US" altLang="ko-KR" smtClean="0"/>
              <a:t>, </a:t>
            </a:r>
            <a:r>
              <a:rPr lang="ko-KR" altLang="en-US" smtClean="0"/>
              <a:t>만들어놓은 문서를 점검해보자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참고 자료에 비해 내용이 너무 구구절절이다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내용을 좀 더 간결하게 표현할 필요가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무분별한 색감 사용</a:t>
            </a:r>
            <a:r>
              <a:rPr lang="en-US" altLang="ko-KR" smtClean="0"/>
              <a:t>. =&gt; </a:t>
            </a:r>
            <a:r>
              <a:rPr lang="ko-KR" altLang="en-US" smtClean="0"/>
              <a:t>좀 더 간결하게 디자인을 수정할 필요가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시스템의 가장 중요한 규칙에 대해서 먼저 소개할 필요가 있다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729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55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어제 배운 내용 내걸로 만들기</vt:lpstr>
      <vt:lpstr>PowerPoint 프레젠테이션</vt:lpstr>
      <vt:lpstr>PowerPoint 프레젠테이션</vt:lpstr>
      <vt:lpstr>따라하기 2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5</cp:revision>
  <dcterms:created xsi:type="dcterms:W3CDTF">2026-09-01T05:00:50Z</dcterms:created>
  <dcterms:modified xsi:type="dcterms:W3CDTF">2026-09-01T06:53:16Z</dcterms:modified>
</cp:coreProperties>
</file>