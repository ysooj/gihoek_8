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91" r:id="rId2"/>
    <p:sldId id="26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8-21T01:58:25.969" v="7" actId="47"/>
      <pc:docMkLst>
        <pc:docMk/>
      </pc:docMkLst>
      <pc:sldChg chg="add setBg">
        <pc:chgData name="musukie52@gmail.com" userId="017bd91f96aa8751" providerId="LiveId" clId="{5B2C3894-F97E-4CAB-8812-5BB4D83AAC6A}" dt="2026-08-21T00:59:22.678" v="0"/>
        <pc:sldMkLst>
          <pc:docMk/>
          <pc:sldMk cId="0" sldId="260"/>
        </pc:sldMkLst>
      </pc:sldChg>
      <pc:sldChg chg="add">
        <pc:chgData name="musukie52@gmail.com" userId="017bd91f96aa8751" providerId="LiveId" clId="{5B2C3894-F97E-4CAB-8812-5BB4D83AAC6A}" dt="2026-08-21T00:59:22.678" v="0"/>
        <pc:sldMkLst>
          <pc:docMk/>
          <pc:sldMk cId="0" sldId="291"/>
        </pc:sldMkLst>
      </pc:sldChg>
      <pc:sldChg chg="addSp delSp modSp new del mod">
        <pc:chgData name="musukie52@gmail.com" userId="017bd91f96aa8751" providerId="LiveId" clId="{5B2C3894-F97E-4CAB-8812-5BB4D83AAC6A}" dt="2026-08-21T01:58:25.969" v="7" actId="47"/>
        <pc:sldMkLst>
          <pc:docMk/>
          <pc:sldMk cId="3475717658" sldId="292"/>
        </pc:sldMkLst>
        <pc:picChg chg="add del mod">
          <ac:chgData name="musukie52@gmail.com" userId="017bd91f96aa8751" providerId="LiveId" clId="{5B2C3894-F97E-4CAB-8812-5BB4D83AAC6A}" dt="2026-08-21T01:58:21.261" v="6" actId="478"/>
          <ac:picMkLst>
            <pc:docMk/>
            <pc:sldMk cId="3475717658" sldId="292"/>
            <ac:picMk id="3" creationId="{ECC0927C-07C3-BAC5-A178-5E03AA0F3DB8}"/>
          </ac:picMkLst>
        </pc:picChg>
        <pc:picChg chg="add del">
          <ac:chgData name="musukie52@gmail.com" userId="017bd91f96aa8751" providerId="LiveId" clId="{5B2C3894-F97E-4CAB-8812-5BB4D83AAC6A}" dt="2026-08-21T01:52:10.451" v="5" actId="22"/>
          <ac:picMkLst>
            <pc:docMk/>
            <pc:sldMk cId="3475717658" sldId="292"/>
            <ac:picMk id="5" creationId="{2B3FC42A-9C75-4116-3222-BE87BD17611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E2C8A-5526-4CEA-A342-5E468A6C8BD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9419F-6E66-4C78-933C-705D65011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53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1D591-42DC-9216-C82B-78EEE6E79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5E84D0-948F-2A6B-E825-68B0862F7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2F7B41-7ABA-1F4C-14DE-4D4A4E611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AA0E70-504F-0A2B-D11F-AF45965D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5F07C9-1B8A-61F6-A893-2E896A48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517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3519C-C128-C382-CCAD-EB70D1CC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93239B-059A-DBFB-B0A0-84015C75E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38942F-02C3-F9B8-CB0B-DDEC90E6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776CC8-2F52-F617-A120-F0B12270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FC14-5728-3116-FBBC-507ADD17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9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0DCA1-D4CB-AF2D-2150-F098B5E28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6A2FBD-CF9A-8B6B-3810-0FA0A611E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B916D3-39E8-1B66-EB50-EA2561C7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C15ABE-B952-0EB6-F414-16771B129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6356C5-0CAC-9979-5B6C-EB2094423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98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CD58A-980D-49E3-9758-29E9C2A7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BC79BD-8E81-4294-0D8B-4F5A990A2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6FBD63-8006-E14B-BA73-C5B093E8A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B9A75D-8D9E-2EA4-A865-AB2093CC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52B7D6-52C0-7C2C-1E50-7D0EFB44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F80B09-7370-1AB6-D7F7-828EF9C9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443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6D8C6-9483-4FA0-2FC7-776DDEAF2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5FC048-3FFE-3BAD-AEF1-3F04D407F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D7D870-48EE-375E-346D-647C02022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DFC526-657E-0998-39F1-523FC5DA6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8EE4EA-7177-716B-31AF-AADA8EC2E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F9FA75-7F7B-9E40-7F9C-9222DDF1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8B3E4E-D41A-FBC0-6367-F7C22496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483D4-F3C6-F66F-3175-CC44E68B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34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898BC-189E-C5D6-6D39-2533BFD4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B361FF-4578-C2BA-3B7D-677AAC41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0ECABA-AC1F-BB85-F0D0-F224BE78F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7EBEAD-2293-0353-EB06-925A7C8A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5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D29449-3B05-382A-D48E-71A15928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38E552-76B2-CAE0-2B40-C6981F86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E5C94-89FD-F8B4-C607-26F09FB9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1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4DE0A-4322-0BE3-737D-53FE468C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D981F9-5280-CEEB-CF9E-B7D049965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52128C-15AB-D6D1-4DC6-5C392FCA6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AA496A-957F-1CA2-7E35-39E84D932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19FBE9-80E0-B75E-A2F1-F6335F5A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92B7C6-83AA-FC0A-9126-5469855E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35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67536-141F-1199-5957-EC298B46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69B0A6-890D-A019-4657-308D0D131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504C9B-ACEF-9362-E29E-2CBE29679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3B872E-7D26-E293-FAEA-79278BC9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7AB37D-0E79-4F7E-518B-085AA46F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039B41-44F5-BA0E-CE01-55DADE3A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765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96E30-3320-41E2-47C5-E0BC10A2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AF34A4-52B6-2448-CE52-CF15B53D9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016B07-48C9-DF7C-B351-335A7A030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F6E3BE-4161-6062-4E6C-41865A7CA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7CAE72-D6E5-ABC2-1F1F-34AD16C8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681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6C445E-E1D0-04E0-9C56-0A354E194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81AD58-F5D3-BFF8-C78D-451B0DC75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84BE2-5EB4-51AD-7674-0BECE17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40FC77-FBF5-4DAE-5C2A-187358565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98E34-DF09-2FD0-2FEC-6A68B469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240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21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2DC038-E4C4-E6F8-0377-8FA68CF1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8B0D0-74A3-A87D-BDAC-1F6315412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3155F3-97F7-B5C4-AC57-4E49A4C7F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04A49-4617-41EF-99B1-BC79ABC4110D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4A9BB-690A-DAF5-DDD5-76DCDC46C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38C030-A69D-539F-13C0-ACA282834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EBBC1-73E2-4BEA-AB7C-ECF29083F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75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8127916" y="3111881"/>
            <a:ext cx="1444752" cy="1444752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32" name="Oval 31"/>
          <p:cNvSpPr/>
          <p:nvPr/>
        </p:nvSpPr>
        <p:spPr>
          <a:xfrm>
            <a:off x="7467262" y="1471376"/>
            <a:ext cx="1444752" cy="1444752"/>
          </a:xfrm>
          <a:prstGeom prst="ellipse">
            <a:avLst/>
          </a:prstGeom>
          <a:solidFill>
            <a:srgbClr val="E8F2FF"/>
          </a:solidFill>
          <a:ln w="254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21252B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여유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140364" y="4154297"/>
            <a:ext cx="987552" cy="987552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호흡 부채</a:t>
            </a:r>
          </a:p>
        </p:txBody>
      </p:sp>
      <p:sp>
        <p:nvSpPr>
          <p:cNvPr id="34" name="Oval 33"/>
          <p:cNvSpPr/>
          <p:nvPr/>
        </p:nvSpPr>
        <p:spPr>
          <a:xfrm>
            <a:off x="9081178" y="2124329"/>
            <a:ext cx="987552" cy="987552"/>
          </a:xfrm>
          <a:prstGeom prst="ellipse">
            <a:avLst/>
          </a:prstGeom>
          <a:solidFill>
            <a:srgbClr val="EAF8F0"/>
          </a:solidFill>
          <a:ln w="17145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</a:p>
        </p:txBody>
      </p:sp>
      <p:sp>
        <p:nvSpPr>
          <p:cNvPr id="35" name="Oval 34"/>
          <p:cNvSpPr/>
          <p:nvPr/>
        </p:nvSpPr>
        <p:spPr>
          <a:xfrm>
            <a:off x="6853746" y="2970992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36" name="Oval 35"/>
          <p:cNvSpPr/>
          <p:nvPr/>
        </p:nvSpPr>
        <p:spPr>
          <a:xfrm>
            <a:off x="5983648" y="3847130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</a:p>
        </p:txBody>
      </p:sp>
      <p:sp>
        <p:nvSpPr>
          <p:cNvPr id="37" name="Oval 36"/>
          <p:cNvSpPr/>
          <p:nvPr/>
        </p:nvSpPr>
        <p:spPr>
          <a:xfrm>
            <a:off x="6177090" y="4980986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</a:p>
        </p:txBody>
      </p:sp>
      <p:sp>
        <p:nvSpPr>
          <p:cNvPr id="38" name="Oval 37"/>
          <p:cNvSpPr/>
          <p:nvPr/>
        </p:nvSpPr>
        <p:spPr>
          <a:xfrm>
            <a:off x="6670866" y="2243201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적 AI</a:t>
            </a:r>
          </a:p>
        </p:txBody>
      </p:sp>
      <p:sp>
        <p:nvSpPr>
          <p:cNvPr id="39" name="Oval 38"/>
          <p:cNvSpPr/>
          <p:nvPr/>
        </p:nvSpPr>
        <p:spPr>
          <a:xfrm>
            <a:off x="5874470" y="1855424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환경음</a:t>
            </a:r>
          </a:p>
        </p:txBody>
      </p:sp>
      <p:sp>
        <p:nvSpPr>
          <p:cNvPr id="40" name="Oval 39"/>
          <p:cNvSpPr/>
          <p:nvPr/>
        </p:nvSpPr>
        <p:spPr>
          <a:xfrm>
            <a:off x="5306992" y="5273328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이동 방식</a:t>
            </a:r>
          </a:p>
        </p:txBody>
      </p:sp>
      <p:sp>
        <p:nvSpPr>
          <p:cNvPr id="41" name="Oval 40"/>
          <p:cNvSpPr/>
          <p:nvPr/>
        </p:nvSpPr>
        <p:spPr>
          <a:xfrm>
            <a:off x="7128934" y="862457"/>
            <a:ext cx="676656" cy="67665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573686" y="862457"/>
            <a:ext cx="676656" cy="67665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재채기</a:t>
            </a:r>
          </a:p>
        </p:txBody>
      </p:sp>
      <p:sp>
        <p:nvSpPr>
          <p:cNvPr id="43" name="Oval 42"/>
          <p:cNvSpPr/>
          <p:nvPr/>
        </p:nvSpPr>
        <p:spPr>
          <a:xfrm>
            <a:off x="9828150" y="1471376"/>
            <a:ext cx="676656" cy="67665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장비</a:t>
            </a:r>
          </a:p>
        </p:txBody>
      </p:sp>
      <p:sp>
        <p:nvSpPr>
          <p:cNvPr id="44" name="Oval 43"/>
          <p:cNvSpPr/>
          <p:nvPr/>
        </p:nvSpPr>
        <p:spPr>
          <a:xfrm>
            <a:off x="10200277" y="2310359"/>
            <a:ext cx="676656" cy="67665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레벨 디자인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676" y="3270516"/>
            <a:ext cx="3776472" cy="4944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볼륨</a:t>
            </a:r>
            <a:r>
              <a:rPr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맵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 시스템 볼륨 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0" y="2926080"/>
            <a:ext cx="749808" cy="749808"/>
          </a:xfrm>
          <a:prstGeom prst="ellipse">
            <a:avLst/>
          </a:prstGeom>
          <a:solidFill>
            <a:srgbClr val="073B5A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1078992"/>
            <a:ext cx="530352" cy="530352"/>
          </a:xfrm>
          <a:prstGeom prst="ellipse">
            <a:avLst/>
          </a:prstGeom>
          <a:solidFill>
            <a:srgbClr val="EAF7EE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23560" y="960120"/>
            <a:ext cx="530352" cy="530352"/>
          </a:xfrm>
          <a:prstGeom prst="ellipse">
            <a:avLst/>
          </a:prstGeom>
          <a:solidFill>
            <a:srgbClr val="F2EDFF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1078992"/>
            <a:ext cx="530352" cy="530352"/>
          </a:xfrm>
          <a:prstGeom prst="ellipse">
            <a:avLst/>
          </a:prstGeom>
          <a:solidFill>
            <a:srgbClr val="FFF6D8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14569" y="2683764"/>
            <a:ext cx="566928" cy="566928"/>
          </a:xfrm>
          <a:prstGeom prst="ellipse">
            <a:avLst/>
          </a:prstGeom>
          <a:solidFill>
            <a:srgbClr val="EAF3FF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82112" y="4041648"/>
            <a:ext cx="566928" cy="566928"/>
          </a:xfrm>
          <a:prstGeom prst="ellipse">
            <a:avLst/>
          </a:prstGeom>
          <a:solidFill>
            <a:srgbClr val="FFF0E6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50992" y="4892040"/>
            <a:ext cx="512064" cy="512064"/>
          </a:xfrm>
          <a:prstGeom prst="ellipse">
            <a:avLst/>
          </a:prstGeom>
          <a:solidFill>
            <a:srgbClr val="FDECEC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084832"/>
            <a:ext cx="502920" cy="502920"/>
          </a:xfrm>
          <a:prstGeom prst="ellipse">
            <a:avLst/>
          </a:prstGeom>
          <a:solidFill>
            <a:srgbClr val="F4F7FA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3246120"/>
            <a:ext cx="502920" cy="502920"/>
          </a:xfrm>
          <a:prstGeom prst="ellipse">
            <a:avLst/>
          </a:prstGeom>
          <a:solidFill>
            <a:srgbClr val="F4F7FA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407408"/>
            <a:ext cx="502920" cy="502920"/>
          </a:xfrm>
          <a:prstGeom prst="ellipse">
            <a:avLst/>
          </a:prstGeom>
          <a:solidFill>
            <a:srgbClr val="F4F7FA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52544" y="5623560"/>
            <a:ext cx="548640" cy="548640"/>
          </a:xfrm>
          <a:prstGeom prst="ellipse">
            <a:avLst/>
          </a:prstGeom>
          <a:solidFill>
            <a:srgbClr val="E7FAF8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소음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58200" y="1078992"/>
            <a:ext cx="548640" cy="548640"/>
          </a:xfrm>
          <a:prstGeom prst="ellipse">
            <a:avLst/>
          </a:prstGeom>
          <a:solidFill>
            <a:srgbClr val="E7FAF8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38944" y="2240280"/>
            <a:ext cx="502920" cy="502920"/>
          </a:xfrm>
          <a:prstGeom prst="ellipse">
            <a:avLst/>
          </a:prstGeom>
          <a:solidFill>
            <a:srgbClr val="FDECEC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38944" y="3685032"/>
            <a:ext cx="502920" cy="502920"/>
          </a:xfrm>
          <a:prstGeom prst="ellipse">
            <a:avLst/>
          </a:prstGeom>
          <a:solidFill>
            <a:srgbClr val="EAF7EE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58200" y="5230368"/>
            <a:ext cx="548640" cy="548640"/>
          </a:xfrm>
          <a:prstGeom prst="ellipse">
            <a:avLst/>
          </a:prstGeom>
          <a:solidFill>
            <a:srgbClr val="F2EDFF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 능력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6236208"/>
            <a:ext cx="10835640" cy="201168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호흡 → 소음 → 적 AI처럼 단선으로 끝나지 않고, 이동·환경·능력이 다시 호흡 조건을 바꾼다.</a:t>
            </a:r>
            <a:endParaRPr lang="en-US" sz="1000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37208B78-4806-2DB1-BD1F-62E1856D38FE}"/>
              </a:ext>
            </a:extLst>
          </p:cNvPr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75</Words>
  <Application>Microsoft Office PowerPoint</Application>
  <PresentationFormat>와이드스크린</PresentationFormat>
  <Paragraphs>33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2026-08-21T00:59:17Z</dcterms:created>
  <dcterms:modified xsi:type="dcterms:W3CDTF">2026-08-21T01:58:28Z</dcterms:modified>
</cp:coreProperties>
</file>