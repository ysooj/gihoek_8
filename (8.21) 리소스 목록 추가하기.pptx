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44" d="100"/>
          <a:sy n="44" d="100"/>
        </p:scale>
        <p:origin x="21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7CC9-287E-4B64-8B66-913DEF6EADCA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5235B-40AA-4F89-ABEC-98F9F9103F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407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7CC9-287E-4B64-8B66-913DEF6EADCA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5235B-40AA-4F89-ABEC-98F9F9103F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876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7CC9-287E-4B64-8B66-913DEF6EADCA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5235B-40AA-4F89-ABEC-98F9F9103F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805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7CC9-287E-4B64-8B66-913DEF6EADCA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5235B-40AA-4F89-ABEC-98F9F9103F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510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7CC9-287E-4B64-8B66-913DEF6EADCA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5235B-40AA-4F89-ABEC-98F9F9103F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192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7CC9-287E-4B64-8B66-913DEF6EADCA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5235B-40AA-4F89-ABEC-98F9F9103F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519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7CC9-287E-4B64-8B66-913DEF6EADCA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5235B-40AA-4F89-ABEC-98F9F9103F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88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7CC9-287E-4B64-8B66-913DEF6EADCA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5235B-40AA-4F89-ABEC-98F9F9103F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822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7CC9-287E-4B64-8B66-913DEF6EADCA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5235B-40AA-4F89-ABEC-98F9F9103F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515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7CC9-287E-4B64-8B66-913DEF6EADCA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5235B-40AA-4F89-ABEC-98F9F9103F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016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7CC9-287E-4B64-8B66-913DEF6EADCA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5235B-40AA-4F89-ABEC-98F9F9103F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507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C7CC9-287E-4B64-8B66-913DEF6EADCA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55235B-40AA-4F89-ABEC-98F9F9103F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1587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UI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UI</a:t>
            </a:r>
            <a:r>
              <a:rPr lang="ko-KR" altLang="en-US" smtClean="0"/>
              <a:t>의 특정 부분이 어떻게 사용되는 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5366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072" y="279282"/>
            <a:ext cx="4345856" cy="6299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835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리소스 목록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ko-KR" altLang="en-US" smtClean="0"/>
              <a:t>콘텐츠에 사용될 리소스의 목록을 정리하자</a:t>
            </a:r>
            <a:r>
              <a:rPr lang="en-US" altLang="ko-KR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mtClean="0"/>
              <a:t>표를 만들어서 각각의 리소스에 대해 설명하자</a:t>
            </a:r>
            <a:r>
              <a:rPr lang="en-US" altLang="ko-KR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mtClean="0"/>
              <a:t>글자 설명만 넣기보다는</a:t>
            </a:r>
            <a:r>
              <a:rPr lang="en-US" altLang="ko-KR" smtClean="0"/>
              <a:t>, </a:t>
            </a:r>
            <a:r>
              <a:rPr lang="ko-KR" altLang="en-US" smtClean="0"/>
              <a:t>시각적인 이미지도 만들어서 완성도를 높이자</a:t>
            </a:r>
            <a:r>
              <a:rPr lang="en-US" altLang="ko-KR" smtClean="0"/>
              <a:t>.</a:t>
            </a:r>
          </a:p>
          <a:p>
            <a:pPr>
              <a:lnSpc>
                <a:spcPct val="150000"/>
              </a:lnSpc>
            </a:pPr>
            <a:endParaRPr lang="en-US" altLang="ko-KR"/>
          </a:p>
          <a:p>
            <a:pPr>
              <a:lnSpc>
                <a:spcPct val="150000"/>
              </a:lnSpc>
            </a:pPr>
            <a:r>
              <a:rPr lang="ko-KR" altLang="en-US"/>
              <a:t>문서 마지막에 </a:t>
            </a:r>
            <a:r>
              <a:rPr lang="ko-KR" altLang="en-US"/>
              <a:t>진짜 </a:t>
            </a:r>
            <a:r>
              <a:rPr lang="ko-KR" altLang="en-US" smtClean="0"/>
              <a:t>리소스 정리하는 것과는 다르다</a:t>
            </a:r>
            <a:r>
              <a:rPr lang="en-US" altLang="ko-KR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mtClean="0"/>
              <a:t>캐릭터의 행동마다의 모션을 각각 이미지로 만들고</a:t>
            </a:r>
            <a:r>
              <a:rPr lang="en-US" altLang="ko-KR" smtClean="0"/>
              <a:t>, </a:t>
            </a:r>
            <a:r>
              <a:rPr lang="ko-KR" altLang="en-US" smtClean="0"/>
              <a:t>모션에 대한 설명을 하는 것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0867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137450"/>
            <a:ext cx="4572000" cy="65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212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53</Words>
  <Application>Microsoft Office PowerPoint</Application>
  <PresentationFormat>와이드스크린</PresentationFormat>
  <Paragraphs>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UI</vt:lpstr>
      <vt:lpstr>PowerPoint 프레젠테이션</vt:lpstr>
      <vt:lpstr>리소스 목록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5</cp:revision>
  <dcterms:created xsi:type="dcterms:W3CDTF">2026-08-21T04:15:57Z</dcterms:created>
  <dcterms:modified xsi:type="dcterms:W3CDTF">2026-08-21T06:49:16Z</dcterms:modified>
</cp:coreProperties>
</file>