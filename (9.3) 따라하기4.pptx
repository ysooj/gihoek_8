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25" d="100"/>
          <a:sy n="25" d="100"/>
        </p:scale>
        <p:origin x="912" y="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9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3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535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9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97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46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16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02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7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29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08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083D0-07ED-40CF-945B-56A24F45D26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39239-AF87-4F90-8DCB-B0405626D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1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아트</a:t>
            </a:r>
            <a:r>
              <a:rPr lang="en-US" altLang="ko-KR" smtClean="0"/>
              <a:t>(</a:t>
            </a:r>
            <a:r>
              <a:rPr lang="ko-KR" altLang="en-US" smtClean="0"/>
              <a:t>북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아트스테이션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artstation.com</a:t>
            </a:r>
          </a:p>
        </p:txBody>
      </p:sp>
    </p:spTree>
    <p:extLst>
      <p:ext uri="{BB962C8B-B14F-4D97-AF65-F5344CB8AC3E}">
        <p14:creationId xmlns:p14="http://schemas.microsoft.com/office/powerpoint/2010/main" val="273315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표현법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순서도 전체를 보여주고 그에 대한 세부 설명 적기</a:t>
            </a:r>
            <a:endParaRPr lang="en-US" altLang="ko-KR" smtClean="0"/>
          </a:p>
          <a:p>
            <a:r>
              <a:rPr lang="en-US" altLang="ko-KR" smtClean="0"/>
              <a:t>Like </a:t>
            </a:r>
            <a:r>
              <a:rPr lang="ko-KR" altLang="en-US" smtClean="0"/>
              <a:t>숲과 나무</a:t>
            </a:r>
            <a:endParaRPr lang="en-US" altLang="ko-KR" smtClean="0"/>
          </a:p>
          <a:p>
            <a:r>
              <a:rPr lang="ko-KR" altLang="en-US" smtClean="0"/>
              <a:t>순서도에 논리적인 흐름이 맞는지 확인하기</a:t>
            </a:r>
            <a:endParaRPr lang="en-US" altLang="ko-KR" smtClean="0"/>
          </a:p>
          <a:p>
            <a:pPr lvl="1"/>
            <a:r>
              <a:rPr lang="ko-KR" altLang="en-US" smtClean="0"/>
              <a:t>직접 말하면서 따라가면</a:t>
            </a:r>
            <a:r>
              <a:rPr lang="en-US" altLang="ko-KR" smtClean="0"/>
              <a:t>, </a:t>
            </a:r>
            <a:r>
              <a:rPr lang="ko-KR" altLang="en-US" smtClean="0"/>
              <a:t>훨씬 찾기 쉽다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9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99" y="511256"/>
            <a:ext cx="9829802" cy="583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8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65545"/>
            <a:ext cx="11277598" cy="652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6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30</Words>
  <Application>Microsoft Office PowerPoint</Application>
  <PresentationFormat>와이드스크린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아트(북)</vt:lpstr>
      <vt:lpstr>표현법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아트(북)</dc:title>
  <dc:creator>FullName</dc:creator>
  <cp:lastModifiedBy>FullName</cp:lastModifiedBy>
  <cp:revision>4</cp:revision>
  <dcterms:created xsi:type="dcterms:W3CDTF">2026-09-03T04:59:26Z</dcterms:created>
  <dcterms:modified xsi:type="dcterms:W3CDTF">2026-09-03T06:51:18Z</dcterms:modified>
</cp:coreProperties>
</file>