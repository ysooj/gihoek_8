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6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delSld">
      <pc:chgData name="musukie52@gmail.com" userId="017bd91f96aa8751" providerId="LiveId" clId="{5B2C3894-F97E-4CAB-8812-5BB4D83AAC6A}" dt="2026-08-17T15:00:27.543" v="0" actId="2696"/>
      <pc:docMkLst>
        <pc:docMk/>
      </pc:docMkLst>
      <pc:sldChg chg="del">
        <pc:chgData name="musukie52@gmail.com" userId="017bd91f96aa8751" providerId="LiveId" clId="{5B2C3894-F97E-4CAB-8812-5BB4D83AAC6A}" dt="2026-08-17T15:00:27.543" v="0" actId="2696"/>
        <pc:sldMkLst>
          <pc:docMk/>
          <pc:sldMk cId="331190075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986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32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9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04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43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540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703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3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35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9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60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D9184-6D94-492A-AD74-7E2F1866C490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9D3EF-F829-4DB6-9FEB-706C4E044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46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역기획서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포트폴리오로 역기획서를 만들어내는 것보다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우리가 직접 만든 우리의 시스템에 대한 포트폴리오를 만드는 게 좋다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31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389965"/>
            <a:ext cx="8610600" cy="607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7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1115625" y="316878"/>
            <a:ext cx="8838000" cy="622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8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슬로건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시스템의 개발 방향성을 보여주는 것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00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23</Words>
  <Application>Microsoft Office PowerPoint</Application>
  <PresentationFormat>와이드스크린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역기획서</vt:lpstr>
      <vt:lpstr>PowerPoint 프레젠테이션</vt:lpstr>
      <vt:lpstr>PowerPoint 프레젠테이션</vt:lpstr>
      <vt:lpstr>슬로건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</dc:title>
  <dc:creator>FullName</dc:creator>
  <cp:lastModifiedBy>FullName</cp:lastModifiedBy>
  <cp:revision>5</cp:revision>
  <dcterms:created xsi:type="dcterms:W3CDTF">2026-08-14T05:05:20Z</dcterms:created>
  <dcterms:modified xsi:type="dcterms:W3CDTF">2026-08-18T05:47:00Z</dcterms:modified>
</cp:coreProperties>
</file>