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1" d="100"/>
          <a:sy n="41" d="100"/>
        </p:scale>
        <p:origin x="3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77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41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41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32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42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65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55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69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441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49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46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54D50-0D38-43D5-BD32-0112B38547FB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05E4F-F2F1-487F-B2C5-A0123C619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13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59CA51-30F0-4CDB-835E-86705CEBA3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D8CB2A6A-2D46-469D-9FC6-FF6C20B90C76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2B5F65-1279-47FF-8B0A-7AF40FD8897B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5105400" cy="438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en-US" sz="2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r>
              <a:rPr sz="2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 및 시스템 차별화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457200" y="1262343"/>
            <a:ext cx="8471647" cy="275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5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&lt;Subnautica&gt;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와의 비교도 만들어보자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  <a:endParaRPr sz="15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944933" y="2031744"/>
            <a:ext cx="2892280" cy="1924209"/>
          </a:xfrm>
          <a:prstGeom prst="roundRect">
            <a:avLst>
              <a:gd name="adj" fmla="val 11328"/>
            </a:avLst>
          </a:pr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1000"/>
            </a:stretch>
          </a:blipFill>
          <a:ln w="38100"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08802" y="4132028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① 호흡 자원의 지속 관리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4494679" y="4132005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② 환경에 따른 자원 제약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180556" y="4132005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③ 자원과 이동</a:t>
            </a:r>
            <a:r>
              <a:rPr lang="en-US" altLang="ko-KR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/</a:t>
            </a: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탐색의 연결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사각형: 둥근 모서리 131">
            <a:extLst>
              <a:ext uri="{FF2B5EF4-FFF2-40B4-BE49-F238E27FC236}">
                <a16:creationId xmlns:a16="http://schemas.microsoft.com/office/drawing/2014/main" id="{B74D533E-8A99-733A-9FD6-A1E16A77A05D}"/>
              </a:ext>
            </a:extLst>
          </p:cNvPr>
          <p:cNvSpPr/>
          <p:nvPr/>
        </p:nvSpPr>
        <p:spPr>
          <a:xfrm>
            <a:off x="4634624" y="5720733"/>
            <a:ext cx="2892280" cy="406660"/>
          </a:xfrm>
          <a:prstGeom prst="roundRect">
            <a:avLst>
              <a:gd name="adj" fmla="val 9314"/>
            </a:avLst>
          </a:prstGeom>
          <a:solidFill>
            <a:srgbClr val="EDE4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생존 자원 → </a:t>
            </a: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자원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33">
            <a:extLst>
              <a:ext uri="{FF2B5EF4-FFF2-40B4-BE49-F238E27FC236}">
                <a16:creationId xmlns:a16="http://schemas.microsoft.com/office/drawing/2014/main" id="{C73C3A9B-E5B9-5DC6-25F8-162463F90C95}"/>
              </a:ext>
            </a:extLst>
          </p:cNvPr>
          <p:cNvSpPr/>
          <p:nvPr/>
        </p:nvSpPr>
        <p:spPr>
          <a:xfrm>
            <a:off x="944933" y="5720733"/>
            <a:ext cx="2892280" cy="406660"/>
          </a:xfrm>
          <a:prstGeom prst="roundRect">
            <a:avLst>
              <a:gd name="adj" fmla="val 9314"/>
            </a:avLst>
          </a:prstGeom>
          <a:solidFill>
            <a:srgbClr val="D9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소비 → </a:t>
            </a: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능동적 호흡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41">
            <a:extLst>
              <a:ext uri="{FF2B5EF4-FFF2-40B4-BE49-F238E27FC236}">
                <a16:creationId xmlns:a16="http://schemas.microsoft.com/office/drawing/2014/main" id="{E1B017D1-D89B-7D51-2951-C37F840D7016}"/>
              </a:ext>
            </a:extLst>
          </p:cNvPr>
          <p:cNvSpPr/>
          <p:nvPr/>
        </p:nvSpPr>
        <p:spPr>
          <a:xfrm>
            <a:off x="8305963" y="5723908"/>
            <a:ext cx="2892280" cy="406660"/>
          </a:xfrm>
          <a:prstGeom prst="roundRect">
            <a:avLst>
              <a:gd name="adj" fmla="val 9314"/>
            </a:avLst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아래쪽 화살표 16"/>
          <p:cNvSpPr/>
          <p:nvPr/>
        </p:nvSpPr>
        <p:spPr>
          <a:xfrm>
            <a:off x="2298397" y="5241291"/>
            <a:ext cx="185351" cy="305525"/>
          </a:xfrm>
          <a:prstGeom prst="downArrow">
            <a:avLst/>
          </a:prstGeom>
          <a:solidFill>
            <a:srgbClr val="FFE3D4"/>
          </a:solidFill>
          <a:ln>
            <a:solidFill>
              <a:srgbClr val="FF9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08802" y="4481850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행동에 따라 자원이 변화하고</a:t>
            </a:r>
            <a:endParaRPr lang="en-US" altLang="ko-KR"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상태가 행동 성능에 영향을 미침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4494679" y="4484008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지형과 상황에 따라</a:t>
            </a:r>
            <a:endParaRPr lang="en-US" altLang="ko-KR"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소모와 위험도가 달라짐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169832" y="4484008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참기를 통해 위험 지역에서</a:t>
            </a:r>
            <a:endParaRPr lang="en-US" altLang="ko-KR"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탐지 가능성을 낮춤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아래쪽 화살표 20"/>
          <p:cNvSpPr/>
          <p:nvPr/>
        </p:nvSpPr>
        <p:spPr>
          <a:xfrm>
            <a:off x="5984274" y="5246102"/>
            <a:ext cx="185351" cy="305525"/>
          </a:xfrm>
          <a:prstGeom prst="downArrow">
            <a:avLst/>
          </a:prstGeom>
          <a:solidFill>
            <a:srgbClr val="FFE3D4"/>
          </a:solidFill>
          <a:ln>
            <a:solidFill>
              <a:srgbClr val="FF9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아래쪽 화살표 21"/>
          <p:cNvSpPr/>
          <p:nvPr/>
        </p:nvSpPr>
        <p:spPr>
          <a:xfrm>
            <a:off x="9659427" y="5246102"/>
            <a:ext cx="185351" cy="305525"/>
          </a:xfrm>
          <a:prstGeom prst="downArrow">
            <a:avLst/>
          </a:prstGeom>
          <a:solidFill>
            <a:srgbClr val="FFE3D4"/>
          </a:solidFill>
          <a:ln>
            <a:solidFill>
              <a:srgbClr val="FF9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4630809" y="2027219"/>
            <a:ext cx="2892280" cy="1924209"/>
          </a:xfrm>
          <a:prstGeom prst="roundRect">
            <a:avLst>
              <a:gd name="adj" fmla="val 11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B38E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8316687" y="2030774"/>
            <a:ext cx="2892280" cy="1924209"/>
          </a:xfrm>
          <a:prstGeom prst="roundRect">
            <a:avLst>
              <a:gd name="adj" fmla="val 1132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FDC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5562600" y="360937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④ 핵심 자원과 성장 연결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5562599" y="870152"/>
            <a:ext cx="3366247" cy="258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⑤ 하나의 자원이 플레이 흐름을 지배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9559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와이드스크린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</cp:revision>
  <dcterms:created xsi:type="dcterms:W3CDTF">2026-08-28T04:47:45Z</dcterms:created>
  <dcterms:modified xsi:type="dcterms:W3CDTF">2026-08-28T04:47:48Z</dcterms:modified>
</cp:coreProperties>
</file>