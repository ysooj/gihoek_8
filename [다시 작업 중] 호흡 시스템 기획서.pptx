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7" r:id="rId2"/>
    <p:sldId id="258" r:id="rId3"/>
    <p:sldId id="279" r:id="rId4"/>
    <p:sldId id="280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3B5C"/>
    <a:srgbClr val="D8E3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7445DDB-0258-4D79-A2EC-4DA765757A9B}" v="108" dt="2026-09-04T02:07:57.3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816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redo custSel addSld delSld modSld">
      <pc:chgData name="musukie52@gmail.com" userId="017bd91f96aa8751" providerId="LiveId" clId="{5B2C3894-F97E-4CAB-8812-5BB4D83AAC6A}" dt="2026-09-04T02:19:56.831" v="1372" actId="1076"/>
      <pc:docMkLst>
        <pc:docMk/>
      </pc:docMkLst>
      <pc:sldChg chg="new del">
        <pc:chgData name="musukie52@gmail.com" userId="017bd91f96aa8751" providerId="LiveId" clId="{5B2C3894-F97E-4CAB-8812-5BB4D83AAC6A}" dt="2026-09-04T01:09:35.297" v="1" actId="47"/>
        <pc:sldMkLst>
          <pc:docMk/>
          <pc:sldMk cId="579473188" sldId="256"/>
        </pc:sldMkLst>
      </pc:sldChg>
      <pc:sldChg chg="delSp new del mod">
        <pc:chgData name="musukie52@gmail.com" userId="017bd91f96aa8751" providerId="LiveId" clId="{5B2C3894-F97E-4CAB-8812-5BB4D83AAC6A}" dt="2026-09-04T01:30:32.872" v="8" actId="47"/>
        <pc:sldMkLst>
          <pc:docMk/>
          <pc:sldMk cId="4025814209" sldId="256"/>
        </pc:sldMkLst>
        <pc:spChg chg="del">
          <ac:chgData name="musukie52@gmail.com" userId="017bd91f96aa8751" providerId="LiveId" clId="{5B2C3894-F97E-4CAB-8812-5BB4D83AAC6A}" dt="2026-09-04T01:21:42.774" v="3" actId="478"/>
          <ac:spMkLst>
            <pc:docMk/>
            <pc:sldMk cId="4025814209" sldId="256"/>
            <ac:spMk id="2" creationId="{0D031663-5070-CAF6-06D0-C9E2946396FA}"/>
          </ac:spMkLst>
        </pc:spChg>
        <pc:spChg chg="del">
          <ac:chgData name="musukie52@gmail.com" userId="017bd91f96aa8751" providerId="LiveId" clId="{5B2C3894-F97E-4CAB-8812-5BB4D83AAC6A}" dt="2026-09-04T01:21:42.774" v="3" actId="478"/>
          <ac:spMkLst>
            <pc:docMk/>
            <pc:sldMk cId="4025814209" sldId="256"/>
            <ac:spMk id="3" creationId="{AD61BB27-37F3-FB43-4AA3-856646081853}"/>
          </ac:spMkLst>
        </pc:spChg>
      </pc:sldChg>
      <pc:sldChg chg="addSp modSp add mod setBg">
        <pc:chgData name="musukie52@gmail.com" userId="017bd91f96aa8751" providerId="LiveId" clId="{5B2C3894-F97E-4CAB-8812-5BB4D83AAC6A}" dt="2026-09-04T01:37:18.934" v="335" actId="1076"/>
        <pc:sldMkLst>
          <pc:docMk/>
          <pc:sldMk cId="1635155223" sldId="257"/>
        </pc:sldMkLst>
        <pc:spChg chg="mod">
          <ac:chgData name="musukie52@gmail.com" userId="017bd91f96aa8751" providerId="LiveId" clId="{5B2C3894-F97E-4CAB-8812-5BB4D83AAC6A}" dt="2026-09-04T01:31:22.184" v="16" actId="2085"/>
          <ac:spMkLst>
            <pc:docMk/>
            <pc:sldMk cId="1635155223" sldId="257"/>
            <ac:spMk id="5" creationId="{143C8938-04FC-4CB8-8D97-E5DFA00EA410}"/>
          </ac:spMkLst>
        </pc:spChg>
        <pc:spChg chg="mod">
          <ac:chgData name="musukie52@gmail.com" userId="017bd91f96aa8751" providerId="LiveId" clId="{5B2C3894-F97E-4CAB-8812-5BB4D83AAC6A}" dt="2026-09-04T01:37:18.934" v="335" actId="1076"/>
          <ac:spMkLst>
            <pc:docMk/>
            <pc:sldMk cId="1635155223" sldId="257"/>
            <ac:spMk id="6" creationId="{EC0FBAFE-EEB4-EC97-F9AD-130BF4AD5E17}"/>
          </ac:spMkLst>
        </pc:spChg>
        <pc:spChg chg="add mod">
          <ac:chgData name="musukie52@gmail.com" userId="017bd91f96aa8751" providerId="LiveId" clId="{5B2C3894-F97E-4CAB-8812-5BB4D83AAC6A}" dt="2026-09-04T01:35:32.588" v="190" actId="207"/>
          <ac:spMkLst>
            <pc:docMk/>
            <pc:sldMk cId="1635155223" sldId="257"/>
            <ac:spMk id="7" creationId="{1FB5A897-C728-D648-3CEC-46370691959D}"/>
          </ac:spMkLst>
        </pc:spChg>
        <pc:spChg chg="mod">
          <ac:chgData name="musukie52@gmail.com" userId="017bd91f96aa8751" providerId="LiveId" clId="{5B2C3894-F97E-4CAB-8812-5BB4D83AAC6A}" dt="2026-09-04T01:37:18.934" v="335" actId="1076"/>
          <ac:spMkLst>
            <pc:docMk/>
            <pc:sldMk cId="1635155223" sldId="257"/>
            <ac:spMk id="10" creationId="{AE32F7F7-7D35-4512-841E-FB1683574C35}"/>
          </ac:spMkLst>
        </pc:spChg>
        <pc:spChg chg="add mod">
          <ac:chgData name="musukie52@gmail.com" userId="017bd91f96aa8751" providerId="LiveId" clId="{5B2C3894-F97E-4CAB-8812-5BB4D83AAC6A}" dt="2026-09-04T01:37:18.934" v="335" actId="1076"/>
          <ac:spMkLst>
            <pc:docMk/>
            <pc:sldMk cId="1635155223" sldId="257"/>
            <ac:spMk id="11" creationId="{A37E6F68-398C-1F87-0377-90E6F7D6879A}"/>
          </ac:spMkLst>
        </pc:spChg>
        <pc:spChg chg="mod">
          <ac:chgData name="musukie52@gmail.com" userId="017bd91f96aa8751" providerId="LiveId" clId="{5B2C3894-F97E-4CAB-8812-5BB4D83AAC6A}" dt="2026-09-04T01:35:32.588" v="190" actId="207"/>
          <ac:spMkLst>
            <pc:docMk/>
            <pc:sldMk cId="1635155223" sldId="257"/>
            <ac:spMk id="12" creationId="{697A96F3-F878-432B-8D5F-AD731093354A}"/>
          </ac:spMkLst>
        </pc:spChg>
        <pc:spChg chg="mod">
          <ac:chgData name="musukie52@gmail.com" userId="017bd91f96aa8751" providerId="LiveId" clId="{5B2C3894-F97E-4CAB-8812-5BB4D83AAC6A}" dt="2026-09-04T01:34:30.494" v="182" actId="14100"/>
          <ac:spMkLst>
            <pc:docMk/>
            <pc:sldMk cId="1635155223" sldId="257"/>
            <ac:spMk id="14" creationId="{B92D9DFD-4FBB-4DC9-9530-8FCB23675D0D}"/>
          </ac:spMkLst>
        </pc:spChg>
        <pc:spChg chg="mod">
          <ac:chgData name="musukie52@gmail.com" userId="017bd91f96aa8751" providerId="LiveId" clId="{5B2C3894-F97E-4CAB-8812-5BB4D83AAC6A}" dt="2026-09-04T01:37:03.604" v="334" actId="1076"/>
          <ac:spMkLst>
            <pc:docMk/>
            <pc:sldMk cId="1635155223" sldId="257"/>
            <ac:spMk id="15" creationId="{790BB670-ED79-5CE3-93E5-C5EFF87B995A}"/>
          </ac:spMkLst>
        </pc:spChg>
        <pc:spChg chg="mod">
          <ac:chgData name="musukie52@gmail.com" userId="017bd91f96aa8751" providerId="LiveId" clId="{5B2C3894-F97E-4CAB-8812-5BB4D83AAC6A}" dt="2026-09-04T01:35:32.588" v="190" actId="207"/>
          <ac:spMkLst>
            <pc:docMk/>
            <pc:sldMk cId="1635155223" sldId="257"/>
            <ac:spMk id="16" creationId="{A3DAB228-973F-4C3A-8518-09AEBB6947BE}"/>
          </ac:spMkLst>
        </pc:spChg>
        <pc:spChg chg="mod">
          <ac:chgData name="musukie52@gmail.com" userId="017bd91f96aa8751" providerId="LiveId" clId="{5B2C3894-F97E-4CAB-8812-5BB4D83AAC6A}" dt="2026-09-04T01:35:42.778" v="194" actId="1076"/>
          <ac:spMkLst>
            <pc:docMk/>
            <pc:sldMk cId="1635155223" sldId="257"/>
            <ac:spMk id="17" creationId="{740FDC81-25BB-4EF8-A268-A3D338ECB19F}"/>
          </ac:spMkLst>
        </pc:spChg>
        <pc:spChg chg="mod">
          <ac:chgData name="musukie52@gmail.com" userId="017bd91f96aa8751" providerId="LiveId" clId="{5B2C3894-F97E-4CAB-8812-5BB4D83AAC6A}" dt="2026-09-04T01:37:18.934" v="335" actId="1076"/>
          <ac:spMkLst>
            <pc:docMk/>
            <pc:sldMk cId="1635155223" sldId="257"/>
            <ac:spMk id="18" creationId="{CEF95B12-99CD-43B8-9092-2ED1C70D6344}"/>
          </ac:spMkLst>
        </pc:spChg>
        <pc:spChg chg="mod">
          <ac:chgData name="musukie52@gmail.com" userId="017bd91f96aa8751" providerId="LiveId" clId="{5B2C3894-F97E-4CAB-8812-5BB4D83AAC6A}" dt="2026-09-04T01:35:32.588" v="190" actId="207"/>
          <ac:spMkLst>
            <pc:docMk/>
            <pc:sldMk cId="1635155223" sldId="257"/>
            <ac:spMk id="19" creationId="{3EAED878-32CD-4C6C-91F7-10989830DB62}"/>
          </ac:spMkLst>
        </pc:spChg>
        <pc:spChg chg="mod">
          <ac:chgData name="musukie52@gmail.com" userId="017bd91f96aa8751" providerId="LiveId" clId="{5B2C3894-F97E-4CAB-8812-5BB4D83AAC6A}" dt="2026-09-04T01:34:52.662" v="184" actId="1076"/>
          <ac:spMkLst>
            <pc:docMk/>
            <pc:sldMk cId="1635155223" sldId="257"/>
            <ac:spMk id="20" creationId="{E404C84D-8F7E-4CD9-B097-C6A65811C65B}"/>
          </ac:spMkLst>
        </pc:spChg>
        <pc:spChg chg="mod">
          <ac:chgData name="musukie52@gmail.com" userId="017bd91f96aa8751" providerId="LiveId" clId="{5B2C3894-F97E-4CAB-8812-5BB4D83AAC6A}" dt="2026-09-04T01:34:52.662" v="184" actId="1076"/>
          <ac:spMkLst>
            <pc:docMk/>
            <pc:sldMk cId="1635155223" sldId="257"/>
            <ac:spMk id="21" creationId="{0DF22705-D450-43F2-A6E0-5167828672D3}"/>
          </ac:spMkLst>
        </pc:spChg>
        <pc:spChg chg="mod">
          <ac:chgData name="musukie52@gmail.com" userId="017bd91f96aa8751" providerId="LiveId" clId="{5B2C3894-F97E-4CAB-8812-5BB4D83AAC6A}" dt="2026-09-04T01:37:18.934" v="335" actId="1076"/>
          <ac:spMkLst>
            <pc:docMk/>
            <pc:sldMk cId="1635155223" sldId="257"/>
            <ac:spMk id="24" creationId="{7E8B9F0A-9486-7D87-B1ED-57BAFE4B3E0C}"/>
          </ac:spMkLst>
        </pc:spChg>
        <pc:spChg chg="add mod">
          <ac:chgData name="musukie52@gmail.com" userId="017bd91f96aa8751" providerId="LiveId" clId="{5B2C3894-F97E-4CAB-8812-5BB4D83AAC6A}" dt="2026-09-04T01:36:14.468" v="254" actId="20577"/>
          <ac:spMkLst>
            <pc:docMk/>
            <pc:sldMk cId="1635155223" sldId="257"/>
            <ac:spMk id="25" creationId="{93C5AD5B-B331-3390-8990-AF25B1027504}"/>
          </ac:spMkLst>
        </pc:spChg>
        <pc:spChg chg="mod">
          <ac:chgData name="musukie52@gmail.com" userId="017bd91f96aa8751" providerId="LiveId" clId="{5B2C3894-F97E-4CAB-8812-5BB4D83AAC6A}" dt="2026-09-04T01:37:18.934" v="335" actId="1076"/>
          <ac:spMkLst>
            <pc:docMk/>
            <pc:sldMk cId="1635155223" sldId="257"/>
            <ac:spMk id="26" creationId="{1292A8F3-AB5C-7863-3B7B-A7808C1B4367}"/>
          </ac:spMkLst>
        </pc:spChg>
        <pc:spChg chg="add mod">
          <ac:chgData name="musukie52@gmail.com" userId="017bd91f96aa8751" providerId="LiveId" clId="{5B2C3894-F97E-4CAB-8812-5BB4D83AAC6A}" dt="2026-09-04T01:37:18.934" v="335" actId="1076"/>
          <ac:spMkLst>
            <pc:docMk/>
            <pc:sldMk cId="1635155223" sldId="257"/>
            <ac:spMk id="28" creationId="{70105D2F-EA56-6460-0F27-AD1C8F0B0713}"/>
          </ac:spMkLst>
        </pc:spChg>
        <pc:spChg chg="mod">
          <ac:chgData name="musukie52@gmail.com" userId="017bd91f96aa8751" providerId="LiveId" clId="{5B2C3894-F97E-4CAB-8812-5BB4D83AAC6A}" dt="2026-09-04T01:37:18.934" v="335" actId="1076"/>
          <ac:spMkLst>
            <pc:docMk/>
            <pc:sldMk cId="1635155223" sldId="257"/>
            <ac:spMk id="30" creationId="{EB0AF01D-DD3E-4EB9-BF09-F5254E2374AF}"/>
          </ac:spMkLst>
        </pc:spChg>
        <pc:spChg chg="add mod">
          <ac:chgData name="musukie52@gmail.com" userId="017bd91f96aa8751" providerId="LiveId" clId="{5B2C3894-F97E-4CAB-8812-5BB4D83AAC6A}" dt="2026-09-04T01:36:37.680" v="271"/>
          <ac:spMkLst>
            <pc:docMk/>
            <pc:sldMk cId="1635155223" sldId="257"/>
            <ac:spMk id="31" creationId="{6179EE16-836B-A97F-DE8D-625CD601CCEC}"/>
          </ac:spMkLst>
        </pc:spChg>
        <pc:spChg chg="mod">
          <ac:chgData name="musukie52@gmail.com" userId="017bd91f96aa8751" providerId="LiveId" clId="{5B2C3894-F97E-4CAB-8812-5BB4D83AAC6A}" dt="2026-09-04T01:37:03.604" v="334" actId="1076"/>
          <ac:spMkLst>
            <pc:docMk/>
            <pc:sldMk cId="1635155223" sldId="257"/>
            <ac:spMk id="32" creationId="{669C7472-35CC-014F-EA44-B3AAA5E11B57}"/>
          </ac:spMkLst>
        </pc:spChg>
        <pc:spChg chg="mod">
          <ac:chgData name="musukie52@gmail.com" userId="017bd91f96aa8751" providerId="LiveId" clId="{5B2C3894-F97E-4CAB-8812-5BB4D83AAC6A}" dt="2026-09-04T01:37:03.604" v="334" actId="1076"/>
          <ac:spMkLst>
            <pc:docMk/>
            <pc:sldMk cId="1635155223" sldId="257"/>
            <ac:spMk id="34" creationId="{C23F74EC-D85A-5587-3EA4-D02F1C2268D7}"/>
          </ac:spMkLst>
        </pc:spChg>
        <pc:spChg chg="add mod">
          <ac:chgData name="musukie52@gmail.com" userId="017bd91f96aa8751" providerId="LiveId" clId="{5B2C3894-F97E-4CAB-8812-5BB4D83AAC6A}" dt="2026-09-04T01:37:03.604" v="334" actId="1076"/>
          <ac:spMkLst>
            <pc:docMk/>
            <pc:sldMk cId="1635155223" sldId="257"/>
            <ac:spMk id="35" creationId="{9D02B862-E221-6C6D-F640-392D635B9E69}"/>
          </ac:spMkLst>
        </pc:spChg>
        <pc:spChg chg="mod">
          <ac:chgData name="musukie52@gmail.com" userId="017bd91f96aa8751" providerId="LiveId" clId="{5B2C3894-F97E-4CAB-8812-5BB4D83AAC6A}" dt="2026-09-04T01:37:18.934" v="335" actId="1076"/>
          <ac:spMkLst>
            <pc:docMk/>
            <pc:sldMk cId="1635155223" sldId="257"/>
            <ac:spMk id="36" creationId="{75C7709F-C3C1-1EBE-CCD8-B28527ECE1E1}"/>
          </ac:spMkLst>
        </pc:spChg>
        <pc:spChg chg="mod">
          <ac:chgData name="musukie52@gmail.com" userId="017bd91f96aa8751" providerId="LiveId" clId="{5B2C3894-F97E-4CAB-8812-5BB4D83AAC6A}" dt="2026-09-04T01:36:35.360" v="269"/>
          <ac:spMkLst>
            <pc:docMk/>
            <pc:sldMk cId="1635155223" sldId="257"/>
            <ac:spMk id="38" creationId="{0CA14A03-9879-FF89-79F5-A52E095FB3CD}"/>
          </ac:spMkLst>
        </pc:spChg>
        <pc:spChg chg="mod">
          <ac:chgData name="musukie52@gmail.com" userId="017bd91f96aa8751" providerId="LiveId" clId="{5B2C3894-F97E-4CAB-8812-5BB4D83AAC6A}" dt="2026-09-04T01:37:18.934" v="335" actId="1076"/>
          <ac:spMkLst>
            <pc:docMk/>
            <pc:sldMk cId="1635155223" sldId="257"/>
            <ac:spMk id="40" creationId="{BF316233-627D-57E8-04DC-5F4A9B7C16E8}"/>
          </ac:spMkLst>
        </pc:spChg>
      </pc:sldChg>
      <pc:sldChg chg="addSp delSp modSp add mod setBg">
        <pc:chgData name="musukie52@gmail.com" userId="017bd91f96aa8751" providerId="LiveId" clId="{5B2C3894-F97E-4CAB-8812-5BB4D83AAC6A}" dt="2026-09-04T02:19:56.831" v="1372" actId="1076"/>
        <pc:sldMkLst>
          <pc:docMk/>
          <pc:sldMk cId="2068370415" sldId="258"/>
        </pc:sldMkLst>
        <pc:spChg chg="del">
          <ac:chgData name="musukie52@gmail.com" userId="017bd91f96aa8751" providerId="LiveId" clId="{5B2C3894-F97E-4CAB-8812-5BB4D83AAC6A}" dt="2026-09-04T01:37:43.103" v="336" actId="478"/>
          <ac:spMkLst>
            <pc:docMk/>
            <pc:sldMk cId="2068370415" sldId="258"/>
            <ac:spMk id="2" creationId="{EDF34D66-170F-4B19-A015-0BEF4103D84C}"/>
          </ac:spMkLst>
        </pc:spChg>
        <pc:spChg chg="mod">
          <ac:chgData name="musukie52@gmail.com" userId="017bd91f96aa8751" providerId="LiveId" clId="{5B2C3894-F97E-4CAB-8812-5BB4D83AAC6A}" dt="2026-09-04T01:37:51.841" v="337" actId="1076"/>
          <ac:spMkLst>
            <pc:docMk/>
            <pc:sldMk cId="2068370415" sldId="258"/>
            <ac:spMk id="3" creationId="{740ABD68-21A3-4937-8D1B-BEE4E507701F}"/>
          </ac:spMkLst>
        </pc:spChg>
        <pc:spChg chg="mod">
          <ac:chgData name="musukie52@gmail.com" userId="017bd91f96aa8751" providerId="LiveId" clId="{5B2C3894-F97E-4CAB-8812-5BB4D83AAC6A}" dt="2026-09-04T02:15:14.436" v="1301" actId="692"/>
          <ac:spMkLst>
            <pc:docMk/>
            <pc:sldMk cId="2068370415" sldId="258"/>
            <ac:spMk id="4" creationId="{FF3A480F-EFF0-4A75-BE7A-417D165F0847}"/>
          </ac:spMkLst>
        </pc:spChg>
        <pc:spChg chg="add mod">
          <ac:chgData name="musukie52@gmail.com" userId="017bd91f96aa8751" providerId="LiveId" clId="{5B2C3894-F97E-4CAB-8812-5BB4D83AAC6A}" dt="2026-09-04T01:42:02.030" v="501" actId="20577"/>
          <ac:spMkLst>
            <pc:docMk/>
            <pc:sldMk cId="2068370415" sldId="258"/>
            <ac:spMk id="8" creationId="{71E2F24D-21E0-ABAE-FD3E-B5D443C8908F}"/>
          </ac:spMkLst>
        </pc:spChg>
        <pc:spChg chg="add mod">
          <ac:chgData name="musukie52@gmail.com" userId="017bd91f96aa8751" providerId="LiveId" clId="{5B2C3894-F97E-4CAB-8812-5BB4D83AAC6A}" dt="2026-09-04T01:49:07.961" v="813" actId="1076"/>
          <ac:spMkLst>
            <pc:docMk/>
            <pc:sldMk cId="2068370415" sldId="258"/>
            <ac:spMk id="11" creationId="{B7DD9ACD-C6DA-7A48-A797-0D4DBAFBB442}"/>
          </ac:spMkLst>
        </pc:spChg>
        <pc:spChg chg="add del mod">
          <ac:chgData name="musukie52@gmail.com" userId="017bd91f96aa8751" providerId="LiveId" clId="{5B2C3894-F97E-4CAB-8812-5BB4D83AAC6A}" dt="2026-09-04T01:46:51.914" v="727" actId="478"/>
          <ac:spMkLst>
            <pc:docMk/>
            <pc:sldMk cId="2068370415" sldId="258"/>
            <ac:spMk id="14" creationId="{BA05D248-1FF8-CEA5-6CC2-9902D77D023C}"/>
          </ac:spMkLst>
        </pc:spChg>
        <pc:spChg chg="add del mod">
          <ac:chgData name="musukie52@gmail.com" userId="017bd91f96aa8751" providerId="LiveId" clId="{5B2C3894-F97E-4CAB-8812-5BB4D83AAC6A}" dt="2026-09-04T01:49:39.848" v="816" actId="21"/>
          <ac:spMkLst>
            <pc:docMk/>
            <pc:sldMk cId="2068370415" sldId="258"/>
            <ac:spMk id="16" creationId="{83323385-BC16-7392-6674-AD0EAA6A1067}"/>
          </ac:spMkLst>
        </pc:spChg>
        <pc:spChg chg="add del mod">
          <ac:chgData name="musukie52@gmail.com" userId="017bd91f96aa8751" providerId="LiveId" clId="{5B2C3894-F97E-4CAB-8812-5BB4D83AAC6A}" dt="2026-09-04T01:49:39.848" v="816" actId="21"/>
          <ac:spMkLst>
            <pc:docMk/>
            <pc:sldMk cId="2068370415" sldId="258"/>
            <ac:spMk id="19" creationId="{782A5A7E-1685-B435-B53A-2A6A8C1DE3B7}"/>
          </ac:spMkLst>
        </pc:spChg>
        <pc:spChg chg="mod">
          <ac:chgData name="musukie52@gmail.com" userId="017bd91f96aa8751" providerId="LiveId" clId="{5B2C3894-F97E-4CAB-8812-5BB4D83AAC6A}" dt="2026-09-04T01:48:32.279" v="809" actId="1076"/>
          <ac:spMkLst>
            <pc:docMk/>
            <pc:sldMk cId="2068370415" sldId="258"/>
            <ac:spMk id="21" creationId="{1B564F5B-F309-4E9D-BDF7-3FFEA4860222}"/>
          </ac:spMkLst>
        </pc:spChg>
        <pc:spChg chg="mod">
          <ac:chgData name="musukie52@gmail.com" userId="017bd91f96aa8751" providerId="LiveId" clId="{5B2C3894-F97E-4CAB-8812-5BB4D83AAC6A}" dt="2026-09-04T01:49:07.961" v="813" actId="1076"/>
          <ac:spMkLst>
            <pc:docMk/>
            <pc:sldMk cId="2068370415" sldId="258"/>
            <ac:spMk id="22" creationId="{78B2674A-0914-4652-AB53-3B96ECADC228}"/>
          </ac:spMkLst>
        </pc:spChg>
        <pc:spChg chg="mod">
          <ac:chgData name="musukie52@gmail.com" userId="017bd91f96aa8751" providerId="LiveId" clId="{5B2C3894-F97E-4CAB-8812-5BB4D83AAC6A}" dt="2026-09-04T01:46:34.827" v="709" actId="14100"/>
          <ac:spMkLst>
            <pc:docMk/>
            <pc:sldMk cId="2068370415" sldId="258"/>
            <ac:spMk id="23" creationId="{92413D7A-564A-4B42-98C6-1BF39FA068D4}"/>
          </ac:spMkLst>
        </pc:spChg>
        <pc:spChg chg="mod">
          <ac:chgData name="musukie52@gmail.com" userId="017bd91f96aa8751" providerId="LiveId" clId="{5B2C3894-F97E-4CAB-8812-5BB4D83AAC6A}" dt="2026-09-04T01:38:45.727" v="355"/>
          <ac:spMkLst>
            <pc:docMk/>
            <pc:sldMk cId="2068370415" sldId="258"/>
            <ac:spMk id="25" creationId="{FB732F31-3411-55FB-D1F0-BD8170D8B019}"/>
          </ac:spMkLst>
        </pc:spChg>
        <pc:spChg chg="mod">
          <ac:chgData name="musukie52@gmail.com" userId="017bd91f96aa8751" providerId="LiveId" clId="{5B2C3894-F97E-4CAB-8812-5BB4D83AAC6A}" dt="2026-09-04T01:39:36.429" v="424"/>
          <ac:spMkLst>
            <pc:docMk/>
            <pc:sldMk cId="2068370415" sldId="258"/>
            <ac:spMk id="27" creationId="{F34F1B24-073D-31D6-DA90-243E4CED12F5}"/>
          </ac:spMkLst>
        </pc:spChg>
        <pc:spChg chg="mod">
          <ac:chgData name="musukie52@gmail.com" userId="017bd91f96aa8751" providerId="LiveId" clId="{5B2C3894-F97E-4CAB-8812-5BB4D83AAC6A}" dt="2026-09-04T01:39:32.970" v="415"/>
          <ac:spMkLst>
            <pc:docMk/>
            <pc:sldMk cId="2068370415" sldId="258"/>
            <ac:spMk id="29" creationId="{61420030-5E4A-C3E1-190D-D6DCC4CC5078}"/>
          </ac:spMkLst>
        </pc:spChg>
        <pc:spChg chg="mod">
          <ac:chgData name="musukie52@gmail.com" userId="017bd91f96aa8751" providerId="LiveId" clId="{5B2C3894-F97E-4CAB-8812-5BB4D83AAC6A}" dt="2026-09-04T01:48:51.929" v="812" actId="1076"/>
          <ac:spMkLst>
            <pc:docMk/>
            <pc:sldMk cId="2068370415" sldId="258"/>
            <ac:spMk id="32" creationId="{14EB8204-6724-A0B5-67B2-3D7B932B9E19}"/>
          </ac:spMkLst>
        </pc:spChg>
        <pc:spChg chg="mod">
          <ac:chgData name="musukie52@gmail.com" userId="017bd91f96aa8751" providerId="LiveId" clId="{5B2C3894-F97E-4CAB-8812-5BB4D83AAC6A}" dt="2026-09-04T01:48:51.929" v="812" actId="1076"/>
          <ac:spMkLst>
            <pc:docMk/>
            <pc:sldMk cId="2068370415" sldId="258"/>
            <ac:spMk id="34" creationId="{5E2CBDB6-EC3E-8E7F-7CFB-3C519EF24A16}"/>
          </ac:spMkLst>
        </pc:spChg>
        <pc:spChg chg="mod">
          <ac:chgData name="musukie52@gmail.com" userId="017bd91f96aa8751" providerId="LiveId" clId="{5B2C3894-F97E-4CAB-8812-5BB4D83AAC6A}" dt="2026-09-04T01:49:07.961" v="813" actId="1076"/>
          <ac:spMkLst>
            <pc:docMk/>
            <pc:sldMk cId="2068370415" sldId="258"/>
            <ac:spMk id="41" creationId="{FD50A9B5-E26F-C913-C61C-69F1F9F09016}"/>
          </ac:spMkLst>
        </pc:spChg>
        <pc:spChg chg="mod">
          <ac:chgData name="musukie52@gmail.com" userId="017bd91f96aa8751" providerId="LiveId" clId="{5B2C3894-F97E-4CAB-8812-5BB4D83AAC6A}" dt="2026-09-04T01:49:07.961" v="813" actId="1076"/>
          <ac:spMkLst>
            <pc:docMk/>
            <pc:sldMk cId="2068370415" sldId="258"/>
            <ac:spMk id="43" creationId="{F4FF3A14-D9E6-D110-7A37-72BE54F2C4D2}"/>
          </ac:spMkLst>
        </pc:spChg>
        <pc:spChg chg="add del mod">
          <ac:chgData name="musukie52@gmail.com" userId="017bd91f96aa8751" providerId="LiveId" clId="{5B2C3894-F97E-4CAB-8812-5BB4D83AAC6A}" dt="2026-09-04T01:48:32.279" v="809" actId="1076"/>
          <ac:spMkLst>
            <pc:docMk/>
            <pc:sldMk cId="2068370415" sldId="258"/>
            <ac:spMk id="45" creationId="{44EF31B1-2EFA-4639-9E86-E163795435BF}"/>
          </ac:spMkLst>
        </pc:spChg>
        <pc:spChg chg="add del mod">
          <ac:chgData name="musukie52@gmail.com" userId="017bd91f96aa8751" providerId="LiveId" clId="{5B2C3894-F97E-4CAB-8812-5BB4D83AAC6A}" dt="2026-09-04T02:19:22.246" v="1361" actId="1076"/>
          <ac:spMkLst>
            <pc:docMk/>
            <pc:sldMk cId="2068370415" sldId="258"/>
            <ac:spMk id="46" creationId="{F3DCA54E-87F6-499D-B63D-EBB269C3EC57}"/>
          </ac:spMkLst>
        </pc:spChg>
        <pc:spChg chg="add del mod">
          <ac:chgData name="musukie52@gmail.com" userId="017bd91f96aa8751" providerId="LiveId" clId="{5B2C3894-F97E-4CAB-8812-5BB4D83AAC6A}" dt="2026-09-04T01:49:07.961" v="813" actId="1076"/>
          <ac:spMkLst>
            <pc:docMk/>
            <pc:sldMk cId="2068370415" sldId="258"/>
            <ac:spMk id="47" creationId="{7994448B-8FB5-48A4-961D-E7C1DCFA5440}"/>
          </ac:spMkLst>
        </pc:spChg>
        <pc:spChg chg="del">
          <ac:chgData name="musukie52@gmail.com" userId="017bd91f96aa8751" providerId="LiveId" clId="{5B2C3894-F97E-4CAB-8812-5BB4D83AAC6A}" dt="2026-09-04T01:47:24.566" v="737" actId="478"/>
          <ac:spMkLst>
            <pc:docMk/>
            <pc:sldMk cId="2068370415" sldId="258"/>
            <ac:spMk id="48" creationId="{8CE10E80-7652-4B02-A00E-2E846E4048C7}"/>
          </ac:spMkLst>
        </pc:spChg>
        <pc:spChg chg="del">
          <ac:chgData name="musukie52@gmail.com" userId="017bd91f96aa8751" providerId="LiveId" clId="{5B2C3894-F97E-4CAB-8812-5BB4D83AAC6A}" dt="2026-09-04T01:47:24.566" v="737" actId="478"/>
          <ac:spMkLst>
            <pc:docMk/>
            <pc:sldMk cId="2068370415" sldId="258"/>
            <ac:spMk id="49" creationId="{3916522B-EF17-4AE6-AAD9-4A21C4A93430}"/>
          </ac:spMkLst>
        </pc:spChg>
        <pc:spChg chg="del">
          <ac:chgData name="musukie52@gmail.com" userId="017bd91f96aa8751" providerId="LiveId" clId="{5B2C3894-F97E-4CAB-8812-5BB4D83AAC6A}" dt="2026-09-04T01:48:00.254" v="786" actId="478"/>
          <ac:spMkLst>
            <pc:docMk/>
            <pc:sldMk cId="2068370415" sldId="258"/>
            <ac:spMk id="50" creationId="{7000C6B6-3483-4625-A72A-0BF579B3D130}"/>
          </ac:spMkLst>
        </pc:spChg>
        <pc:spChg chg="mod">
          <ac:chgData name="musukie52@gmail.com" userId="017bd91f96aa8751" providerId="LiveId" clId="{5B2C3894-F97E-4CAB-8812-5BB4D83AAC6A}" dt="2026-09-04T01:38:24.883" v="347" actId="6549"/>
          <ac:spMkLst>
            <pc:docMk/>
            <pc:sldMk cId="2068370415" sldId="258"/>
            <ac:spMk id="53" creationId="{020743D7-D45D-4443-BA0E-7B9481D31A5A}"/>
          </ac:spMkLst>
        </pc:spChg>
        <pc:spChg chg="mod">
          <ac:chgData name="musukie52@gmail.com" userId="017bd91f96aa8751" providerId="LiveId" clId="{5B2C3894-F97E-4CAB-8812-5BB4D83AAC6A}" dt="2026-09-04T01:39:08.053" v="398" actId="6549"/>
          <ac:spMkLst>
            <pc:docMk/>
            <pc:sldMk cId="2068370415" sldId="258"/>
            <ac:spMk id="59" creationId="{7BEB037B-A700-420C-B40D-6A113FB7BE8B}"/>
          </ac:spMkLst>
        </pc:spChg>
        <pc:spChg chg="mod">
          <ac:chgData name="musukie52@gmail.com" userId="017bd91f96aa8751" providerId="LiveId" clId="{5B2C3894-F97E-4CAB-8812-5BB4D83AAC6A}" dt="2026-09-04T01:48:51.929" v="812" actId="1076"/>
          <ac:spMkLst>
            <pc:docMk/>
            <pc:sldMk cId="2068370415" sldId="258"/>
            <ac:spMk id="60" creationId="{D580564B-9503-46AA-8D82-3FA093548A93}"/>
          </ac:spMkLst>
        </pc:spChg>
        <pc:spChg chg="mod">
          <ac:chgData name="musukie52@gmail.com" userId="017bd91f96aa8751" providerId="LiveId" clId="{5B2C3894-F97E-4CAB-8812-5BB4D83AAC6A}" dt="2026-09-04T01:48:51.929" v="812" actId="1076"/>
          <ac:spMkLst>
            <pc:docMk/>
            <pc:sldMk cId="2068370415" sldId="258"/>
            <ac:spMk id="61" creationId="{6B9F47D0-27C8-4348-BED1-45E60A772892}"/>
          </ac:spMkLst>
        </pc:spChg>
        <pc:spChg chg="mod">
          <ac:chgData name="musukie52@gmail.com" userId="017bd91f96aa8751" providerId="LiveId" clId="{5B2C3894-F97E-4CAB-8812-5BB4D83AAC6A}" dt="2026-09-04T01:48:51.929" v="812" actId="1076"/>
          <ac:spMkLst>
            <pc:docMk/>
            <pc:sldMk cId="2068370415" sldId="258"/>
            <ac:spMk id="62" creationId="{5F2C2395-CD94-4B9E-AAF6-247F6CB0344C}"/>
          </ac:spMkLst>
        </pc:spChg>
        <pc:spChg chg="mod">
          <ac:chgData name="musukie52@gmail.com" userId="017bd91f96aa8751" providerId="LiveId" clId="{5B2C3894-F97E-4CAB-8812-5BB4D83AAC6A}" dt="2026-09-04T01:43:59.557" v="599" actId="6549"/>
          <ac:spMkLst>
            <pc:docMk/>
            <pc:sldMk cId="2068370415" sldId="258"/>
            <ac:spMk id="63" creationId="{4C2D5000-615A-5A40-6684-644B50C3F7EC}"/>
          </ac:spMkLst>
        </pc:spChg>
        <pc:spChg chg="mod">
          <ac:chgData name="musukie52@gmail.com" userId="017bd91f96aa8751" providerId="LiveId" clId="{5B2C3894-F97E-4CAB-8812-5BB4D83AAC6A}" dt="2026-09-04T01:49:07.961" v="813" actId="1076"/>
          <ac:spMkLst>
            <pc:docMk/>
            <pc:sldMk cId="2068370415" sldId="258"/>
            <ac:spMk id="65" creationId="{4D2FD04E-D8CD-ECF3-880D-8AA5E0B8F6A9}"/>
          </ac:spMkLst>
        </pc:spChg>
        <pc:spChg chg="mod">
          <ac:chgData name="musukie52@gmail.com" userId="017bd91f96aa8751" providerId="LiveId" clId="{5B2C3894-F97E-4CAB-8812-5BB4D83AAC6A}" dt="2026-09-04T01:46:53.655" v="729" actId="20577"/>
          <ac:spMkLst>
            <pc:docMk/>
            <pc:sldMk cId="2068370415" sldId="258"/>
            <ac:spMk id="67" creationId="{3C8842C0-98A1-F8AA-3CAA-D38B8263E7B3}"/>
          </ac:spMkLst>
        </pc:spChg>
        <pc:spChg chg="add del mod">
          <ac:chgData name="musukie52@gmail.com" userId="017bd91f96aa8751" providerId="LiveId" clId="{5B2C3894-F97E-4CAB-8812-5BB4D83AAC6A}" dt="2026-09-04T01:49:07.961" v="813" actId="1076"/>
          <ac:spMkLst>
            <pc:docMk/>
            <pc:sldMk cId="2068370415" sldId="258"/>
            <ac:spMk id="71" creationId="{6826BE85-3F69-A204-369E-77CBCFD46867}"/>
          </ac:spMkLst>
        </pc:spChg>
        <pc:spChg chg="add del">
          <ac:chgData name="musukie52@gmail.com" userId="017bd91f96aa8751" providerId="LiveId" clId="{5B2C3894-F97E-4CAB-8812-5BB4D83AAC6A}" dt="2026-09-04T01:47:24.566" v="737" actId="478"/>
          <ac:spMkLst>
            <pc:docMk/>
            <pc:sldMk cId="2068370415" sldId="258"/>
            <ac:spMk id="73" creationId="{3D81BD33-DBB7-F7C8-D586-5900BF6014DC}"/>
          </ac:spMkLst>
        </pc:spChg>
        <pc:spChg chg="del">
          <ac:chgData name="musukie52@gmail.com" userId="017bd91f96aa8751" providerId="LiveId" clId="{5B2C3894-F97E-4CAB-8812-5BB4D83AAC6A}" dt="2026-09-04T01:47:24.566" v="737" actId="478"/>
          <ac:spMkLst>
            <pc:docMk/>
            <pc:sldMk cId="2068370415" sldId="258"/>
            <ac:spMk id="75" creationId="{A1FEDF96-3606-1843-2C58-4E6E50C88651}"/>
          </ac:spMkLst>
        </pc:spChg>
        <pc:spChg chg="mod">
          <ac:chgData name="musukie52@gmail.com" userId="017bd91f96aa8751" providerId="LiveId" clId="{5B2C3894-F97E-4CAB-8812-5BB4D83AAC6A}" dt="2026-09-04T02:15:14.436" v="1301" actId="692"/>
          <ac:spMkLst>
            <pc:docMk/>
            <pc:sldMk cId="2068370415" sldId="258"/>
            <ac:spMk id="81" creationId="{63F040BE-7C2A-0C3A-F5AB-80C8E9F93E27}"/>
          </ac:spMkLst>
        </pc:spChg>
        <pc:spChg chg="mod">
          <ac:chgData name="musukie52@gmail.com" userId="017bd91f96aa8751" providerId="LiveId" clId="{5B2C3894-F97E-4CAB-8812-5BB4D83AAC6A}" dt="2026-09-04T01:40:46.338" v="486" actId="20577"/>
          <ac:spMkLst>
            <pc:docMk/>
            <pc:sldMk cId="2068370415" sldId="258"/>
            <ac:spMk id="87" creationId="{6E8978F0-565B-6072-335A-97B4D3F8CF70}"/>
          </ac:spMkLst>
        </pc:spChg>
        <pc:spChg chg="mod">
          <ac:chgData name="musukie52@gmail.com" userId="017bd91f96aa8751" providerId="LiveId" clId="{5B2C3894-F97E-4CAB-8812-5BB4D83AAC6A}" dt="2026-09-04T01:48:51.929" v="812" actId="1076"/>
          <ac:spMkLst>
            <pc:docMk/>
            <pc:sldMk cId="2068370415" sldId="258"/>
            <ac:spMk id="89" creationId="{16A33A9C-A1F8-B0DF-55B5-0FBAA3075441}"/>
          </ac:spMkLst>
        </pc:spChg>
        <pc:spChg chg="mod">
          <ac:chgData name="musukie52@gmail.com" userId="017bd91f96aa8751" providerId="LiveId" clId="{5B2C3894-F97E-4CAB-8812-5BB4D83AAC6A}" dt="2026-09-04T01:49:07.961" v="813" actId="1076"/>
          <ac:spMkLst>
            <pc:docMk/>
            <pc:sldMk cId="2068370415" sldId="258"/>
            <ac:spMk id="91" creationId="{DBDD7264-2CCF-B49E-FC24-3790A3B689ED}"/>
          </ac:spMkLst>
        </pc:spChg>
        <pc:spChg chg="mod">
          <ac:chgData name="musukie52@gmail.com" userId="017bd91f96aa8751" providerId="LiveId" clId="{5B2C3894-F97E-4CAB-8812-5BB4D83AAC6A}" dt="2026-09-04T01:49:07.961" v="813" actId="1076"/>
          <ac:spMkLst>
            <pc:docMk/>
            <pc:sldMk cId="2068370415" sldId="258"/>
            <ac:spMk id="93" creationId="{622655DC-1608-123F-E185-768322B89551}"/>
          </ac:spMkLst>
        </pc:spChg>
        <pc:spChg chg="add del mod">
          <ac:chgData name="musukie52@gmail.com" userId="017bd91f96aa8751" providerId="LiveId" clId="{5B2C3894-F97E-4CAB-8812-5BB4D83AAC6A}" dt="2026-09-04T01:48:05.872" v="791" actId="14100"/>
          <ac:spMkLst>
            <pc:docMk/>
            <pc:sldMk cId="2068370415" sldId="258"/>
            <ac:spMk id="95" creationId="{C828F81D-1A8C-B70D-76F6-6FD2C1296420}"/>
          </ac:spMkLst>
        </pc:spChg>
        <pc:spChg chg="del">
          <ac:chgData name="musukie52@gmail.com" userId="017bd91f96aa8751" providerId="LiveId" clId="{5B2C3894-F97E-4CAB-8812-5BB4D83AAC6A}" dt="2026-09-04T01:47:24.566" v="737" actId="478"/>
          <ac:spMkLst>
            <pc:docMk/>
            <pc:sldMk cId="2068370415" sldId="258"/>
            <ac:spMk id="97" creationId="{5F7C1D1F-E40A-A6A8-E53A-DFA53EB804A9}"/>
          </ac:spMkLst>
        </pc:spChg>
        <pc:picChg chg="add mod modCrop">
          <ac:chgData name="musukie52@gmail.com" userId="017bd91f96aa8751" providerId="LiveId" clId="{5B2C3894-F97E-4CAB-8812-5BB4D83AAC6A}" dt="2026-09-04T02:19:33.844" v="1364" actId="1076"/>
          <ac:picMkLst>
            <pc:docMk/>
            <pc:sldMk cId="2068370415" sldId="258"/>
            <ac:picMk id="24" creationId="{F6AFDA95-E9C8-15E2-48B2-BA6FB81FA762}"/>
          </ac:picMkLst>
        </pc:picChg>
        <pc:picChg chg="add mod ord modCrop">
          <ac:chgData name="musukie52@gmail.com" userId="017bd91f96aa8751" providerId="LiveId" clId="{5B2C3894-F97E-4CAB-8812-5BB4D83AAC6A}" dt="2026-09-04T02:19:28.837" v="1363" actId="1076"/>
          <ac:picMkLst>
            <pc:docMk/>
            <pc:sldMk cId="2068370415" sldId="258"/>
            <ac:picMk id="28" creationId="{CBBE2DE2-06D4-B9C5-891B-CC8F632771D4}"/>
          </ac:picMkLst>
        </pc:picChg>
        <pc:picChg chg="add del mod ord">
          <ac:chgData name="musukie52@gmail.com" userId="017bd91f96aa8751" providerId="LiveId" clId="{5B2C3894-F97E-4CAB-8812-5BB4D83AAC6A}" dt="2026-09-04T02:19:38.020" v="1366" actId="478"/>
          <ac:picMkLst>
            <pc:docMk/>
            <pc:sldMk cId="2068370415" sldId="258"/>
            <ac:picMk id="31" creationId="{18E205AD-AE5F-4276-A2EC-CA93272C0BD3}"/>
          </ac:picMkLst>
        </pc:picChg>
        <pc:picChg chg="add del mod">
          <ac:chgData name="musukie52@gmail.com" userId="017bd91f96aa8751" providerId="LiveId" clId="{5B2C3894-F97E-4CAB-8812-5BB4D83AAC6A}" dt="2026-09-04T02:16:27.027" v="1313" actId="478"/>
          <ac:picMkLst>
            <pc:docMk/>
            <pc:sldMk cId="2068370415" sldId="258"/>
            <ac:picMk id="35" creationId="{04E2E5A4-80F7-5478-6F31-4ACF2F75C250}"/>
          </ac:picMkLst>
        </pc:picChg>
        <pc:picChg chg="add del mod modCrop">
          <ac:chgData name="musukie52@gmail.com" userId="017bd91f96aa8751" providerId="LiveId" clId="{5B2C3894-F97E-4CAB-8812-5BB4D83AAC6A}" dt="2026-09-04T02:17:32.049" v="1335" actId="478"/>
          <ac:picMkLst>
            <pc:docMk/>
            <pc:sldMk cId="2068370415" sldId="258"/>
            <ac:picMk id="37" creationId="{EC32AEE7-3A7F-850B-C32F-6C8AED0EACA8}"/>
          </ac:picMkLst>
        </pc:picChg>
        <pc:picChg chg="add mod ord modCrop">
          <ac:chgData name="musukie52@gmail.com" userId="017bd91f96aa8751" providerId="LiveId" clId="{5B2C3894-F97E-4CAB-8812-5BB4D83AAC6A}" dt="2026-09-04T02:19:28.837" v="1363" actId="1076"/>
          <ac:picMkLst>
            <pc:docMk/>
            <pc:sldMk cId="2068370415" sldId="258"/>
            <ac:picMk id="42" creationId="{FC15F4EE-9F20-9EC3-21CD-B95BDB6FFA8B}"/>
          </ac:picMkLst>
        </pc:picChg>
        <pc:picChg chg="add mod">
          <ac:chgData name="musukie52@gmail.com" userId="017bd91f96aa8751" providerId="LiveId" clId="{5B2C3894-F97E-4CAB-8812-5BB4D83AAC6A}" dt="2026-09-04T02:19:56.831" v="1372" actId="1076"/>
          <ac:picMkLst>
            <pc:docMk/>
            <pc:sldMk cId="2068370415" sldId="258"/>
            <ac:picMk id="64" creationId="{A5D37E45-54E9-A742-56F9-3B9C49E8C65A}"/>
          </ac:picMkLst>
        </pc:picChg>
      </pc:sldChg>
      <pc:sldChg chg="addSp delSp modSp add mod">
        <pc:chgData name="musukie52@gmail.com" userId="017bd91f96aa8751" providerId="LiveId" clId="{5B2C3894-F97E-4CAB-8812-5BB4D83AAC6A}" dt="2026-09-04T02:15:08.998" v="1300" actId="692"/>
        <pc:sldMkLst>
          <pc:docMk/>
          <pc:sldMk cId="1542704694" sldId="279"/>
        </pc:sldMkLst>
        <pc:spChg chg="add mod">
          <ac:chgData name="musukie52@gmail.com" userId="017bd91f96aa8751" providerId="LiveId" clId="{5B2C3894-F97E-4CAB-8812-5BB4D83AAC6A}" dt="2026-09-04T02:15:08.998" v="1300" actId="692"/>
          <ac:spMkLst>
            <pc:docMk/>
            <pc:sldMk cId="1542704694" sldId="279"/>
            <ac:spMk id="3" creationId="{111C4EBE-BC60-C52E-60D7-86834B8815BD}"/>
          </ac:spMkLst>
        </pc:spChg>
        <pc:spChg chg="del">
          <ac:chgData name="musukie52@gmail.com" userId="017bd91f96aa8751" providerId="LiveId" clId="{5B2C3894-F97E-4CAB-8812-5BB4D83AAC6A}" dt="2026-09-04T01:49:42.946" v="817" actId="478"/>
          <ac:spMkLst>
            <pc:docMk/>
            <pc:sldMk cId="1542704694" sldId="279"/>
            <ac:spMk id="4" creationId="{9988EE61-6B2B-4B8E-B551-6683A2F16300}"/>
          </ac:spMkLst>
        </pc:spChg>
        <pc:spChg chg="add mod">
          <ac:chgData name="musukie52@gmail.com" userId="017bd91f96aa8751" providerId="LiveId" clId="{5B2C3894-F97E-4CAB-8812-5BB4D83AAC6A}" dt="2026-09-04T02:12:58.857" v="1259" actId="20577"/>
          <ac:spMkLst>
            <pc:docMk/>
            <pc:sldMk cId="1542704694" sldId="279"/>
            <ac:spMk id="6" creationId="{25B2E93E-EE9F-5ACE-407A-D5A1C5AB970C}"/>
          </ac:spMkLst>
        </pc:spChg>
        <pc:spChg chg="mod">
          <ac:chgData name="musukie52@gmail.com" userId="017bd91f96aa8751" providerId="LiveId" clId="{5B2C3894-F97E-4CAB-8812-5BB4D83AAC6A}" dt="2026-09-04T02:14:57.564" v="1299" actId="692"/>
          <ac:spMkLst>
            <pc:docMk/>
            <pc:sldMk cId="1542704694" sldId="279"/>
            <ac:spMk id="7" creationId="{778663A1-B0ED-4D6C-9123-5FD6EABA060A}"/>
          </ac:spMkLst>
        </pc:spChg>
        <pc:spChg chg="mod">
          <ac:chgData name="musukie52@gmail.com" userId="017bd91f96aa8751" providerId="LiveId" clId="{5B2C3894-F97E-4CAB-8812-5BB4D83AAC6A}" dt="2026-09-04T02:13:44.149" v="1287" actId="255"/>
          <ac:spMkLst>
            <pc:docMk/>
            <pc:sldMk cId="1542704694" sldId="279"/>
            <ac:spMk id="8" creationId="{A48AB4CE-0B21-4791-BDD5-D777D611B0BE}"/>
          </ac:spMkLst>
        </pc:spChg>
        <pc:spChg chg="mod">
          <ac:chgData name="musukie52@gmail.com" userId="017bd91f96aa8751" providerId="LiveId" clId="{5B2C3894-F97E-4CAB-8812-5BB4D83AAC6A}" dt="2026-09-04T02:13:44.149" v="1287" actId="255"/>
          <ac:spMkLst>
            <pc:docMk/>
            <pc:sldMk cId="1542704694" sldId="279"/>
            <ac:spMk id="9" creationId="{A6F7823E-07C9-46D4-B5B1-DA165BDEFCAC}"/>
          </ac:spMkLst>
        </pc:spChg>
        <pc:spChg chg="mod">
          <ac:chgData name="musukie52@gmail.com" userId="017bd91f96aa8751" providerId="LiveId" clId="{5B2C3894-F97E-4CAB-8812-5BB4D83AAC6A}" dt="2026-09-04T02:14:57.564" v="1299" actId="692"/>
          <ac:spMkLst>
            <pc:docMk/>
            <pc:sldMk cId="1542704694" sldId="279"/>
            <ac:spMk id="10" creationId="{7C1A25F8-3979-424E-8432-7B1431CD67AD}"/>
          </ac:spMkLst>
        </pc:spChg>
        <pc:spChg chg="mod">
          <ac:chgData name="musukie52@gmail.com" userId="017bd91f96aa8751" providerId="LiveId" clId="{5B2C3894-F97E-4CAB-8812-5BB4D83AAC6A}" dt="2026-09-04T02:13:44.149" v="1287" actId="255"/>
          <ac:spMkLst>
            <pc:docMk/>
            <pc:sldMk cId="1542704694" sldId="279"/>
            <ac:spMk id="11" creationId="{8B8FE847-DF78-4C82-BCB1-65EB9C8B2808}"/>
          </ac:spMkLst>
        </pc:spChg>
        <pc:spChg chg="mod">
          <ac:chgData name="musukie52@gmail.com" userId="017bd91f96aa8751" providerId="LiveId" clId="{5B2C3894-F97E-4CAB-8812-5BB4D83AAC6A}" dt="2026-09-04T02:13:44.149" v="1287" actId="255"/>
          <ac:spMkLst>
            <pc:docMk/>
            <pc:sldMk cId="1542704694" sldId="279"/>
            <ac:spMk id="12" creationId="{3A05D3FA-D8D1-4205-A3BC-CA5B692B2E58}"/>
          </ac:spMkLst>
        </pc:spChg>
        <pc:spChg chg="mod">
          <ac:chgData name="musukie52@gmail.com" userId="017bd91f96aa8751" providerId="LiveId" clId="{5B2C3894-F97E-4CAB-8812-5BB4D83AAC6A}" dt="2026-09-04T02:14:57.564" v="1299" actId="692"/>
          <ac:spMkLst>
            <pc:docMk/>
            <pc:sldMk cId="1542704694" sldId="279"/>
            <ac:spMk id="13" creationId="{0244A151-AEC8-43E0-A354-930CA725CF26}"/>
          </ac:spMkLst>
        </pc:spChg>
        <pc:spChg chg="mod">
          <ac:chgData name="musukie52@gmail.com" userId="017bd91f96aa8751" providerId="LiveId" clId="{5B2C3894-F97E-4CAB-8812-5BB4D83AAC6A}" dt="2026-09-04T02:13:44.149" v="1287" actId="255"/>
          <ac:spMkLst>
            <pc:docMk/>
            <pc:sldMk cId="1542704694" sldId="279"/>
            <ac:spMk id="14" creationId="{569467DD-691B-4E35-B7ED-1201020777F7}"/>
          </ac:spMkLst>
        </pc:spChg>
        <pc:spChg chg="mod">
          <ac:chgData name="musukie52@gmail.com" userId="017bd91f96aa8751" providerId="LiveId" clId="{5B2C3894-F97E-4CAB-8812-5BB4D83AAC6A}" dt="2026-09-04T02:13:44.149" v="1287" actId="255"/>
          <ac:spMkLst>
            <pc:docMk/>
            <pc:sldMk cId="1542704694" sldId="279"/>
            <ac:spMk id="15" creationId="{924F0599-B21E-4664-A964-A7635507D3BD}"/>
          </ac:spMkLst>
        </pc:spChg>
        <pc:spChg chg="mod">
          <ac:chgData name="musukie52@gmail.com" userId="017bd91f96aa8751" providerId="LiveId" clId="{5B2C3894-F97E-4CAB-8812-5BB4D83AAC6A}" dt="2026-09-04T02:14:57.564" v="1299" actId="692"/>
          <ac:spMkLst>
            <pc:docMk/>
            <pc:sldMk cId="1542704694" sldId="279"/>
            <ac:spMk id="16" creationId="{52BF6292-CAAB-487B-901F-FE07EA116275}"/>
          </ac:spMkLst>
        </pc:spChg>
        <pc:spChg chg="mod">
          <ac:chgData name="musukie52@gmail.com" userId="017bd91f96aa8751" providerId="LiveId" clId="{5B2C3894-F97E-4CAB-8812-5BB4D83AAC6A}" dt="2026-09-04T02:13:44.149" v="1287" actId="255"/>
          <ac:spMkLst>
            <pc:docMk/>
            <pc:sldMk cId="1542704694" sldId="279"/>
            <ac:spMk id="17" creationId="{D9A3A36D-C585-4B72-A417-DE8D48167D49}"/>
          </ac:spMkLst>
        </pc:spChg>
        <pc:spChg chg="mod">
          <ac:chgData name="musukie52@gmail.com" userId="017bd91f96aa8751" providerId="LiveId" clId="{5B2C3894-F97E-4CAB-8812-5BB4D83AAC6A}" dt="2026-09-04T02:13:44.149" v="1287" actId="255"/>
          <ac:spMkLst>
            <pc:docMk/>
            <pc:sldMk cId="1542704694" sldId="279"/>
            <ac:spMk id="18" creationId="{18BDF646-39C2-48AB-9BC7-B68315DBFC78}"/>
          </ac:spMkLst>
        </pc:spChg>
        <pc:spChg chg="del">
          <ac:chgData name="musukie52@gmail.com" userId="017bd91f96aa8751" providerId="LiveId" clId="{5B2C3894-F97E-4CAB-8812-5BB4D83AAC6A}" dt="2026-09-04T02:05:44.315" v="952" actId="478"/>
          <ac:spMkLst>
            <pc:docMk/>
            <pc:sldMk cId="1542704694" sldId="279"/>
            <ac:spMk id="19" creationId="{3A112E8F-418A-48BF-9D05-0104F1BC64A2}"/>
          </ac:spMkLst>
        </pc:spChg>
        <pc:spChg chg="del">
          <ac:chgData name="musukie52@gmail.com" userId="017bd91f96aa8751" providerId="LiveId" clId="{5B2C3894-F97E-4CAB-8812-5BB4D83AAC6A}" dt="2026-09-04T02:05:44.315" v="952" actId="478"/>
          <ac:spMkLst>
            <pc:docMk/>
            <pc:sldMk cId="1542704694" sldId="279"/>
            <ac:spMk id="20" creationId="{87F46EE7-058D-4955-8420-21CEA3068A0D}"/>
          </ac:spMkLst>
        </pc:spChg>
        <pc:spChg chg="del">
          <ac:chgData name="musukie52@gmail.com" userId="017bd91f96aa8751" providerId="LiveId" clId="{5B2C3894-F97E-4CAB-8812-5BB4D83AAC6A}" dt="2026-09-04T02:05:44.315" v="952" actId="478"/>
          <ac:spMkLst>
            <pc:docMk/>
            <pc:sldMk cId="1542704694" sldId="279"/>
            <ac:spMk id="22" creationId="{174B8999-2146-432B-9CCB-95C17C7A0C89}"/>
          </ac:spMkLst>
        </pc:spChg>
        <pc:spChg chg="del">
          <ac:chgData name="musukie52@gmail.com" userId="017bd91f96aa8751" providerId="LiveId" clId="{5B2C3894-F97E-4CAB-8812-5BB4D83AAC6A}" dt="2026-09-04T02:05:44.315" v="952" actId="478"/>
          <ac:spMkLst>
            <pc:docMk/>
            <pc:sldMk cId="1542704694" sldId="279"/>
            <ac:spMk id="25" creationId="{D9D22C10-F782-4CC4-A692-5FAA35A8FD47}"/>
          </ac:spMkLst>
        </pc:spChg>
        <pc:spChg chg="del">
          <ac:chgData name="musukie52@gmail.com" userId="017bd91f96aa8751" providerId="LiveId" clId="{5B2C3894-F97E-4CAB-8812-5BB4D83AAC6A}" dt="2026-09-04T02:05:44.315" v="952" actId="478"/>
          <ac:spMkLst>
            <pc:docMk/>
            <pc:sldMk cId="1542704694" sldId="279"/>
            <ac:spMk id="26" creationId="{DF44B872-5EB6-4E20-A0A0-17FE41DA7A98}"/>
          </ac:spMkLst>
        </pc:spChg>
        <pc:spChg chg="del">
          <ac:chgData name="musukie52@gmail.com" userId="017bd91f96aa8751" providerId="LiveId" clId="{5B2C3894-F97E-4CAB-8812-5BB4D83AAC6A}" dt="2026-09-04T02:05:44.315" v="952" actId="478"/>
          <ac:spMkLst>
            <pc:docMk/>
            <pc:sldMk cId="1542704694" sldId="279"/>
            <ac:spMk id="28" creationId="{70B5D1BD-BA16-4BBC-95BC-72727D1274F8}"/>
          </ac:spMkLst>
        </pc:spChg>
        <pc:spChg chg="del">
          <ac:chgData name="musukie52@gmail.com" userId="017bd91f96aa8751" providerId="LiveId" clId="{5B2C3894-F97E-4CAB-8812-5BB4D83AAC6A}" dt="2026-09-04T02:05:44.315" v="952" actId="478"/>
          <ac:spMkLst>
            <pc:docMk/>
            <pc:sldMk cId="1542704694" sldId="279"/>
            <ac:spMk id="29" creationId="{70C72D9A-D07F-4DBC-B7A6-B0408834E56E}"/>
          </ac:spMkLst>
        </pc:spChg>
        <pc:spChg chg="del">
          <ac:chgData name="musukie52@gmail.com" userId="017bd91f96aa8751" providerId="LiveId" clId="{5B2C3894-F97E-4CAB-8812-5BB4D83AAC6A}" dt="2026-09-04T02:05:44.315" v="952" actId="478"/>
          <ac:spMkLst>
            <pc:docMk/>
            <pc:sldMk cId="1542704694" sldId="279"/>
            <ac:spMk id="30" creationId="{86FA3F81-0EAA-412D-BE46-EC392C8D2435}"/>
          </ac:spMkLst>
        </pc:spChg>
        <pc:spChg chg="del">
          <ac:chgData name="musukie52@gmail.com" userId="017bd91f96aa8751" providerId="LiveId" clId="{5B2C3894-F97E-4CAB-8812-5BB4D83AAC6A}" dt="2026-09-04T02:05:44.315" v="952" actId="478"/>
          <ac:spMkLst>
            <pc:docMk/>
            <pc:sldMk cId="1542704694" sldId="279"/>
            <ac:spMk id="31" creationId="{4908D883-3909-4CCD-88DC-2E6DF2B0F574}"/>
          </ac:spMkLst>
        </pc:spChg>
        <pc:spChg chg="mod">
          <ac:chgData name="musukie52@gmail.com" userId="017bd91f96aa8751" providerId="LiveId" clId="{5B2C3894-F97E-4CAB-8812-5BB4D83AAC6A}" dt="2026-09-04T02:12:48.834" v="1245" actId="20577"/>
          <ac:spMkLst>
            <pc:docMk/>
            <pc:sldMk cId="1542704694" sldId="279"/>
            <ac:spMk id="33" creationId="{82EDA340-C77A-4A56-867A-CB3EB1902B4D}"/>
          </ac:spMkLst>
        </pc:spChg>
        <pc:spChg chg="mod">
          <ac:chgData name="musukie52@gmail.com" userId="017bd91f96aa8751" providerId="LiveId" clId="{5B2C3894-F97E-4CAB-8812-5BB4D83AAC6A}" dt="2026-09-04T02:12:22.089" v="1220" actId="1076"/>
          <ac:spMkLst>
            <pc:docMk/>
            <pc:sldMk cId="1542704694" sldId="279"/>
            <ac:spMk id="34" creationId="{007F9B50-9C49-47A8-BA0F-2E061B01B3F2}"/>
          </ac:spMkLst>
        </pc:spChg>
        <pc:spChg chg="del mod">
          <ac:chgData name="musukie52@gmail.com" userId="017bd91f96aa8751" providerId="LiveId" clId="{5B2C3894-F97E-4CAB-8812-5BB4D83AAC6A}" dt="2026-09-04T02:05:00.034" v="889" actId="478"/>
          <ac:spMkLst>
            <pc:docMk/>
            <pc:sldMk cId="1542704694" sldId="279"/>
            <ac:spMk id="35" creationId="{017ABB12-1F16-43F7-BAF8-F7FF6FACD181}"/>
          </ac:spMkLst>
        </pc:spChg>
        <pc:spChg chg="mod">
          <ac:chgData name="musukie52@gmail.com" userId="017bd91f96aa8751" providerId="LiveId" clId="{5B2C3894-F97E-4CAB-8812-5BB4D83AAC6A}" dt="2026-09-04T02:12:22.089" v="1220" actId="1076"/>
          <ac:spMkLst>
            <pc:docMk/>
            <pc:sldMk cId="1542704694" sldId="279"/>
            <ac:spMk id="36" creationId="{3E32F716-B5C4-40E1-872F-39C0D7276E91}"/>
          </ac:spMkLst>
        </pc:spChg>
        <pc:spChg chg="mod">
          <ac:chgData name="musukie52@gmail.com" userId="017bd91f96aa8751" providerId="LiveId" clId="{5B2C3894-F97E-4CAB-8812-5BB4D83AAC6A}" dt="2026-09-04T02:11:50.283" v="1214" actId="1037"/>
          <ac:spMkLst>
            <pc:docMk/>
            <pc:sldMk cId="1542704694" sldId="279"/>
            <ac:spMk id="37" creationId="{5E42B5BD-962D-4B9F-A7DF-033E85843EC8}"/>
          </ac:spMkLst>
        </pc:spChg>
        <pc:spChg chg="del">
          <ac:chgData name="musukie52@gmail.com" userId="017bd91f96aa8751" providerId="LiveId" clId="{5B2C3894-F97E-4CAB-8812-5BB4D83AAC6A}" dt="2026-09-04T02:05:00.034" v="889" actId="478"/>
          <ac:spMkLst>
            <pc:docMk/>
            <pc:sldMk cId="1542704694" sldId="279"/>
            <ac:spMk id="38" creationId="{02785CF5-98EF-477F-9F6B-C5629E3ACD10}"/>
          </ac:spMkLst>
        </pc:spChg>
        <pc:spChg chg="mod">
          <ac:chgData name="musukie52@gmail.com" userId="017bd91f96aa8751" providerId="LiveId" clId="{5B2C3894-F97E-4CAB-8812-5BB4D83AAC6A}" dt="2026-09-04T02:11:50.283" v="1214" actId="1037"/>
          <ac:spMkLst>
            <pc:docMk/>
            <pc:sldMk cId="1542704694" sldId="279"/>
            <ac:spMk id="39" creationId="{4C8FA7E6-F2AD-49C6-B6F7-A7722E72EEA5}"/>
          </ac:spMkLst>
        </pc:spChg>
        <pc:spChg chg="mod">
          <ac:chgData name="musukie52@gmail.com" userId="017bd91f96aa8751" providerId="LiveId" clId="{5B2C3894-F97E-4CAB-8812-5BB4D83AAC6A}" dt="2026-09-04T02:11:50.283" v="1214" actId="1037"/>
          <ac:spMkLst>
            <pc:docMk/>
            <pc:sldMk cId="1542704694" sldId="279"/>
            <ac:spMk id="40" creationId="{146154FF-A5C1-44A2-B118-EDCDF8EF7C1B}"/>
          </ac:spMkLst>
        </pc:spChg>
        <pc:spChg chg="del">
          <ac:chgData name="musukie52@gmail.com" userId="017bd91f96aa8751" providerId="LiveId" clId="{5B2C3894-F97E-4CAB-8812-5BB4D83AAC6A}" dt="2026-09-04T02:05:00.034" v="889" actId="478"/>
          <ac:spMkLst>
            <pc:docMk/>
            <pc:sldMk cId="1542704694" sldId="279"/>
            <ac:spMk id="41" creationId="{E6E7EA66-E4C7-4E5B-809F-76FF27888F7B}"/>
          </ac:spMkLst>
        </pc:spChg>
        <pc:spChg chg="mod">
          <ac:chgData name="musukie52@gmail.com" userId="017bd91f96aa8751" providerId="LiveId" clId="{5B2C3894-F97E-4CAB-8812-5BB4D83AAC6A}" dt="2026-09-04T02:11:50.283" v="1214" actId="1037"/>
          <ac:spMkLst>
            <pc:docMk/>
            <pc:sldMk cId="1542704694" sldId="279"/>
            <ac:spMk id="42" creationId="{7E57072B-212D-4975-BF15-579D2BE4B4BF}"/>
          </ac:spMkLst>
        </pc:spChg>
        <pc:spChg chg="mod">
          <ac:chgData name="musukie52@gmail.com" userId="017bd91f96aa8751" providerId="LiveId" clId="{5B2C3894-F97E-4CAB-8812-5BB4D83AAC6A}" dt="2026-09-04T02:12:22.089" v="1220" actId="1076"/>
          <ac:spMkLst>
            <pc:docMk/>
            <pc:sldMk cId="1542704694" sldId="279"/>
            <ac:spMk id="43" creationId="{E6EF354D-CE1F-4D6C-A6F0-C9CF58EFA22E}"/>
          </ac:spMkLst>
        </pc:spChg>
        <pc:spChg chg="del">
          <ac:chgData name="musukie52@gmail.com" userId="017bd91f96aa8751" providerId="LiveId" clId="{5B2C3894-F97E-4CAB-8812-5BB4D83AAC6A}" dt="2026-09-04T02:05:00.034" v="889" actId="478"/>
          <ac:spMkLst>
            <pc:docMk/>
            <pc:sldMk cId="1542704694" sldId="279"/>
            <ac:spMk id="44" creationId="{13BC9308-AB0D-498D-9EA1-A20F1B37232D}"/>
          </ac:spMkLst>
        </pc:spChg>
        <pc:spChg chg="del">
          <ac:chgData name="musukie52@gmail.com" userId="017bd91f96aa8751" providerId="LiveId" clId="{5B2C3894-F97E-4CAB-8812-5BB4D83AAC6A}" dt="2026-09-04T01:49:42.946" v="817" actId="478"/>
          <ac:spMkLst>
            <pc:docMk/>
            <pc:sldMk cId="1542704694" sldId="279"/>
            <ac:spMk id="47" creationId="{F09E2BA2-8710-4E6B-8DAF-75DD8ECB76C6}"/>
          </ac:spMkLst>
        </pc:spChg>
        <pc:spChg chg="del">
          <ac:chgData name="musukie52@gmail.com" userId="017bd91f96aa8751" providerId="LiveId" clId="{5B2C3894-F97E-4CAB-8812-5BB4D83AAC6A}" dt="2026-09-04T02:05:44.315" v="952" actId="478"/>
          <ac:spMkLst>
            <pc:docMk/>
            <pc:sldMk cId="1542704694" sldId="279"/>
            <ac:spMk id="49" creationId="{9988EE61-6B2B-4B8E-B551-6683A2F16300}"/>
          </ac:spMkLst>
        </pc:spChg>
        <pc:spChg chg="add del mod">
          <ac:chgData name="musukie52@gmail.com" userId="017bd91f96aa8751" providerId="LiveId" clId="{5B2C3894-F97E-4CAB-8812-5BB4D83AAC6A}" dt="2026-09-04T02:14:57.564" v="1299" actId="692"/>
          <ac:spMkLst>
            <pc:docMk/>
            <pc:sldMk cId="1542704694" sldId="279"/>
            <ac:spMk id="54" creationId="{9988EE61-6B2B-4B8E-B551-6683A2F16300}"/>
          </ac:spMkLst>
        </pc:spChg>
        <pc:spChg chg="add del">
          <ac:chgData name="musukie52@gmail.com" userId="017bd91f96aa8751" providerId="LiveId" clId="{5B2C3894-F97E-4CAB-8812-5BB4D83AAC6A}" dt="2026-09-04T02:14:17.957" v="1295" actId="478"/>
          <ac:spMkLst>
            <pc:docMk/>
            <pc:sldMk cId="1542704694" sldId="279"/>
            <ac:spMk id="55" creationId="{9988EE61-6B2B-4B8E-B551-6683A2F16300}"/>
          </ac:spMkLst>
        </pc:spChg>
        <pc:spChg chg="add del">
          <ac:chgData name="musukie52@gmail.com" userId="017bd91f96aa8751" providerId="LiveId" clId="{5B2C3894-F97E-4CAB-8812-5BB4D83AAC6A}" dt="2026-09-04T02:14:17.957" v="1295" actId="478"/>
          <ac:spMkLst>
            <pc:docMk/>
            <pc:sldMk cId="1542704694" sldId="279"/>
            <ac:spMk id="56" creationId="{9988EE61-6B2B-4B8E-B551-6683A2F16300}"/>
          </ac:spMkLst>
        </pc:spChg>
        <pc:spChg chg="add del mod">
          <ac:chgData name="musukie52@gmail.com" userId="017bd91f96aa8751" providerId="LiveId" clId="{5B2C3894-F97E-4CAB-8812-5BB4D83AAC6A}" dt="2026-09-04T02:14:17.957" v="1295" actId="478"/>
          <ac:spMkLst>
            <pc:docMk/>
            <pc:sldMk cId="1542704694" sldId="279"/>
            <ac:spMk id="57" creationId="{9988EE61-6B2B-4B8E-B551-6683A2F16300}"/>
          </ac:spMkLst>
        </pc:spChg>
        <pc:spChg chg="add del">
          <ac:chgData name="musukie52@gmail.com" userId="017bd91f96aa8751" providerId="LiveId" clId="{5B2C3894-F97E-4CAB-8812-5BB4D83AAC6A}" dt="2026-09-04T01:54:44.068" v="855" actId="478"/>
          <ac:spMkLst>
            <pc:docMk/>
            <pc:sldMk cId="1542704694" sldId="279"/>
            <ac:spMk id="69" creationId="{A1574868-740A-C7E8-0A42-B0F879B1B934}"/>
          </ac:spMkLst>
        </pc:spChg>
        <pc:spChg chg="add mod">
          <ac:chgData name="musukie52@gmail.com" userId="017bd91f96aa8751" providerId="LiveId" clId="{5B2C3894-F97E-4CAB-8812-5BB4D83AAC6A}" dt="2026-09-04T02:12:15.205" v="1219" actId="14100"/>
          <ac:spMkLst>
            <pc:docMk/>
            <pc:sldMk cId="1542704694" sldId="279"/>
            <ac:spMk id="71" creationId="{C4255000-2593-2C6F-193A-AC9DF4619252}"/>
          </ac:spMkLst>
        </pc:spChg>
        <pc:spChg chg="add del mod">
          <ac:chgData name="musukie52@gmail.com" userId="017bd91f96aa8751" providerId="LiveId" clId="{5B2C3894-F97E-4CAB-8812-5BB4D83AAC6A}" dt="2026-09-04T02:11:48.379" v="1213" actId="478"/>
          <ac:spMkLst>
            <pc:docMk/>
            <pc:sldMk cId="1542704694" sldId="279"/>
            <ac:spMk id="72" creationId="{2B04EE0C-4058-02D3-5BED-FE3F4FB8710D}"/>
          </ac:spMkLst>
        </pc:spChg>
        <pc:spChg chg="add mod">
          <ac:chgData name="musukie52@gmail.com" userId="017bd91f96aa8751" providerId="LiveId" clId="{5B2C3894-F97E-4CAB-8812-5BB4D83AAC6A}" dt="2026-09-04T02:13:17.972" v="1283" actId="20577"/>
          <ac:spMkLst>
            <pc:docMk/>
            <pc:sldMk cId="1542704694" sldId="279"/>
            <ac:spMk id="74" creationId="{BFA19945-7BBE-F6A3-9368-26AD081CC98D}"/>
          </ac:spMkLst>
        </pc:spChg>
        <pc:spChg chg="add mod">
          <ac:chgData name="musukie52@gmail.com" userId="017bd91f96aa8751" providerId="LiveId" clId="{5B2C3894-F97E-4CAB-8812-5BB4D83AAC6A}" dt="2026-09-04T02:13:12.293" v="1262" actId="1076"/>
          <ac:spMkLst>
            <pc:docMk/>
            <pc:sldMk cId="1542704694" sldId="279"/>
            <ac:spMk id="76" creationId="{F6F2999F-5EC1-6889-BC43-EB3937CE0B8B}"/>
          </ac:spMkLst>
        </pc:spChg>
        <pc:grpChg chg="add del mod">
          <ac:chgData name="musukie52@gmail.com" userId="017bd91f96aa8751" providerId="LiveId" clId="{5B2C3894-F97E-4CAB-8812-5BB4D83AAC6A}" dt="2026-09-04T01:54:06.426" v="851" actId="478"/>
          <ac:grpSpMkLst>
            <pc:docMk/>
            <pc:sldMk cId="1542704694" sldId="279"/>
            <ac:grpSpMk id="64" creationId="{A5AE65C2-0EC6-A265-3A39-15A0E5C4CD9F}"/>
          </ac:grpSpMkLst>
        </pc:grpChg>
        <pc:picChg chg="add del mod topLvl modCrop">
          <ac:chgData name="musukie52@gmail.com" userId="017bd91f96aa8751" providerId="LiveId" clId="{5B2C3894-F97E-4CAB-8812-5BB4D83AAC6A}" dt="2026-09-04T01:53:43.813" v="846" actId="478"/>
          <ac:picMkLst>
            <pc:docMk/>
            <pc:sldMk cId="1542704694" sldId="279"/>
            <ac:picMk id="58" creationId="{80B865BE-E789-566E-165F-6C78E0573919}"/>
          </ac:picMkLst>
        </pc:picChg>
        <pc:picChg chg="add del mod">
          <ac:chgData name="musukie52@gmail.com" userId="017bd91f96aa8751" providerId="LiveId" clId="{5B2C3894-F97E-4CAB-8812-5BB4D83AAC6A}" dt="2026-09-04T01:52:08.009" v="828" actId="478"/>
          <ac:picMkLst>
            <pc:docMk/>
            <pc:sldMk cId="1542704694" sldId="279"/>
            <ac:picMk id="60" creationId="{282E4DB9-32C4-59C2-3C1D-BA9A910DFCD7}"/>
          </ac:picMkLst>
        </pc:picChg>
        <pc:picChg chg="del">
          <ac:chgData name="musukie52@gmail.com" userId="017bd91f96aa8751" providerId="LiveId" clId="{5B2C3894-F97E-4CAB-8812-5BB4D83AAC6A}" dt="2026-09-04T01:50:17.832" v="820" actId="478"/>
          <ac:picMkLst>
            <pc:docMk/>
            <pc:sldMk cId="1542704694" sldId="279"/>
            <ac:picMk id="61" creationId="{00000000-0000-0000-0000-000000000000}"/>
          </ac:picMkLst>
        </pc:picChg>
        <pc:picChg chg="add del mod ord topLvl">
          <ac:chgData name="musukie52@gmail.com" userId="017bd91f96aa8751" providerId="LiveId" clId="{5B2C3894-F97E-4CAB-8812-5BB4D83AAC6A}" dt="2026-09-04T01:53:44.182" v="847" actId="478"/>
          <ac:picMkLst>
            <pc:docMk/>
            <pc:sldMk cId="1542704694" sldId="279"/>
            <ac:picMk id="63" creationId="{EACB7AEC-3B48-C240-50F2-DD406260E298}"/>
          </ac:picMkLst>
        </pc:picChg>
        <pc:picChg chg="add del mod">
          <ac:chgData name="musukie52@gmail.com" userId="017bd91f96aa8751" providerId="LiveId" clId="{5B2C3894-F97E-4CAB-8812-5BB4D83AAC6A}" dt="2026-09-04T01:54:05.247" v="850" actId="21"/>
          <ac:picMkLst>
            <pc:docMk/>
            <pc:sldMk cId="1542704694" sldId="279"/>
            <ac:picMk id="66" creationId="{E1EBBC92-0E61-DB48-CF0E-F27B167C4CCA}"/>
          </ac:picMkLst>
        </pc:picChg>
        <pc:picChg chg="add del">
          <ac:chgData name="musukie52@gmail.com" userId="017bd91f96aa8751" providerId="LiveId" clId="{5B2C3894-F97E-4CAB-8812-5BB4D83AAC6A}" dt="2026-09-04T01:54:08.708" v="853" actId="478"/>
          <ac:picMkLst>
            <pc:docMk/>
            <pc:sldMk cId="1542704694" sldId="279"/>
            <ac:picMk id="68" creationId="{6908662E-0F69-14FD-6EC7-81FBE3B1FCD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E65417-A3FB-4177-BCEF-52935ABAC688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E997E9-A28A-4427-B63F-E4389F513B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7299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BEC675-2C0F-D175-C18F-5C40A263C3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100025B-3224-14D2-EA65-39EFEDCE17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19F08B-C134-DEFA-C56A-6CB91DD69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30189D-C59C-6F80-6A79-60D049A52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B6587E9-4F21-740D-923C-3866EF5DB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48713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2F9AC7-1F03-F3FF-3F07-B025C4862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9660F5-89DB-A7BD-E54D-07461D592C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4B7982A-99E8-74AF-7AEE-C7E1B6B8A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F819D0-D472-FB57-C98B-7652882E2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02B681-C3F5-4821-7FEB-6857AAC2A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14593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6D965B-AC79-6F31-5837-5AA89DC72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F1B2F37-B03B-08A6-9FB9-874AC91D6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EE4839-BC28-3B27-E1EE-2E356A64D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26A7A80-0E1D-EBBA-A977-814E3C775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E93B04-D09F-72E9-877F-2515FE43B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01962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C5F35-2915-8465-F79D-F3215355D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AA6351-4334-4B79-F9A3-7475942BD8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294034F-79E8-5F5D-AF19-74A89D17E5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0C4DF00-A8EA-C5D9-68C2-2BEA9C96DA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52E255-8A11-BDB6-E940-AC3818795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8902501-126D-CDD0-7F53-886396434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88045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2062B-4E53-DD52-6C2D-53E9693C2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B281D7-6D90-ADC9-2400-1C1B6D3447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CC298F3-0632-334B-9157-DD0FAD889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D9D4A3D-3739-061E-C2D0-0D9C917F02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F864D84-186C-336C-68F5-8E68539F6E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E683DE5-B73A-F306-0C4F-841AD3CDC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2847332-EB9E-E5A3-AAAA-1E6BE4062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0A51D5D-7C90-5BA0-170A-CECFE22FA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2625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FDB6F1-D697-64D3-C86E-4764473B9D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6189D66-D091-C08F-7EA2-8DC94ADB3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B8ADD9B-ABF4-8A9A-0E64-3D9E31FE0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13DA86C-7D10-2810-E9F9-5A9D485A1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07160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78B2400-8BCD-BBA6-61EC-B3F9A0418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5CD1331-D71E-A98C-3038-29402B203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948A54-A7C5-514A-9899-B5F04B074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32652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16241B-EB5A-C83C-11E6-3A398505AC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DAAA37-6EF4-52B9-79BD-B20B1EF2D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3B5D7DE-E87B-5948-54DF-C3F5FD48E5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6F962E0-469F-338E-E0A5-17F7B5CA9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4097AEB-F93F-F36D-E2DC-DA552A27F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586AC49-93CC-717B-5D50-AFE02A4F0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81279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51C5CC-B665-ED37-BA4B-D29017845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7A5DBBD-593A-B0D6-FCC3-69F1620526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F254D60-0C1C-1A74-AF84-6528672F13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86DB364-C4B7-5B98-7A17-15AD78E96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98CD631-F5FE-3704-492B-E425754A3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7C790D9-91E9-2781-1ADA-109B8B5D9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525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EADB92-2B4B-02A1-1FA4-9ED36A07A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F6010E5-5E73-1C0A-055F-726F4FE979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C837F2-1721-B53B-1B60-72091754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7205EE-D7A0-FF64-A099-8108A9C27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3B32B0-6EF8-854C-6D25-2D35AC97E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1329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4BC89A0-8FBA-ABB8-1599-614A8F859B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5970C40-2648-9DDE-E8A8-324ECE076A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64D878-718C-EFEE-49D3-DEC16CAAB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CB764A-339C-B00B-4DBF-A61B614B5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6CC7DD2-B960-C485-753A-C9B72F4E2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58753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4110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20DCB93-42B4-639E-A7E5-CD96154E8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A67D5B-F19B-7225-E047-61ACEB74E2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367533F-9731-F3F9-8407-5E4F246290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1E7ABB-15A5-4996-9533-6F7FE36313B4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C5D4F0-F863-939A-61E9-B583CA92DA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1F7C7C-0C74-1008-F5F4-3916CB0E5F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8551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997447E4-8E91-4C7D-B8C1-74E5006D1D8B}"/>
              </a:ext>
            </a:extLst>
          </p:cNvPr>
          <p:cNvSpPr>
            <a:spLocks noGrp="1"/>
          </p:cNvSpPr>
          <p:nvPr/>
        </p:nvSpPr>
        <p:spPr>
          <a:xfrm>
            <a:off x="-1" y="0"/>
            <a:ext cx="6096001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0E7B41D-65DF-4522-8A2C-6C77777D119D}"/>
              </a:ext>
            </a:extLst>
          </p:cNvPr>
          <p:cNvSpPr>
            <a:spLocks noGrp="1"/>
          </p:cNvSpPr>
          <p:nvPr/>
        </p:nvSpPr>
        <p:spPr>
          <a:xfrm>
            <a:off x="1523999" y="2043520"/>
            <a:ext cx="30480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2000" b="1">
                <a:solidFill>
                  <a:srgbClr val="FFFFFF"/>
                </a:solidFill>
              </a:defRPr>
            </a:pPr>
            <a:r>
              <a:rPr sz="2000" b="1" dirty="0" err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</a:t>
            </a:r>
            <a:r>
              <a:rPr sz="20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</a:t>
            </a:r>
            <a:r>
              <a:rPr lang="en-US" sz="20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기획</a:t>
            </a:r>
            <a:r>
              <a:rPr sz="20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문서</a:t>
            </a:r>
            <a:endParaRPr sz="2000" b="1" dirty="0">
              <a:solidFill>
                <a:srgbClr val="FFFFFF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1A777D3-6932-4F50-BBB5-842735D1C17E}"/>
              </a:ext>
            </a:extLst>
          </p:cNvPr>
          <p:cNvSpPr>
            <a:spLocks noGrp="1"/>
          </p:cNvSpPr>
          <p:nvPr/>
        </p:nvSpPr>
        <p:spPr>
          <a:xfrm>
            <a:off x="1416048" y="4040323"/>
            <a:ext cx="3263902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0">
                <a:solidFill>
                  <a:srgbClr val="D6E8F2"/>
                </a:solidFill>
              </a:defRPr>
            </a:pPr>
            <a:r>
              <a:rPr lang="ko-KR" altLang="en-US"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조작을 이동 </a:t>
            </a:r>
            <a:r>
              <a:rPr lang="en-US" altLang="ko-KR"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은신 </a:t>
            </a:r>
            <a:r>
              <a:rPr lang="en-US" altLang="ko-KR" sz="100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</a:t>
            </a:r>
            <a:r>
              <a:rPr lang="ko-KR" altLang="en-US" sz="100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소음 </a:t>
            </a:r>
            <a:r>
              <a:rPr lang="en-US" altLang="ko-KR" sz="100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100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 대응으로 확장한</a:t>
            </a:r>
            <a:endParaRPr lang="en-US" altLang="ko-KR" sz="1000" dirty="0">
              <a:solidFill>
                <a:srgbClr val="D6E8F2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algn="ctr">
              <a:lnSpc>
                <a:spcPct val="150000"/>
              </a:lnSpc>
              <a:defRPr sz="1000" b="0">
                <a:solidFill>
                  <a:srgbClr val="D6E8F2"/>
                </a:solidFill>
              </a:defRPr>
            </a:pPr>
            <a:r>
              <a:rPr lang="ko-KR" altLang="en-US"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잠임 </a:t>
            </a:r>
            <a:r>
              <a:rPr lang="en-US" altLang="ko-KR" sz="100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100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액션 핵심 시스템</a:t>
            </a:r>
            <a:endParaRPr sz="1000" b="0" dirty="0">
              <a:solidFill>
                <a:srgbClr val="D6E8F2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143C8938-04FC-4CB8-8D97-E5DFA00EA410}"/>
              </a:ext>
            </a:extLst>
          </p:cNvPr>
          <p:cNvSpPr>
            <a:spLocks noGrp="1"/>
          </p:cNvSpPr>
          <p:nvPr/>
        </p:nvSpPr>
        <p:spPr>
          <a:xfrm>
            <a:off x="994609" y="5195480"/>
            <a:ext cx="4106780" cy="514350"/>
          </a:xfrm>
          <a:prstGeom prst="roundRect">
            <a:avLst>
              <a:gd name="adj" fmla="val 14815"/>
            </a:avLst>
          </a:prstGeom>
          <a:solidFill>
            <a:schemeClr val="bg1">
              <a:alpha val="20000"/>
            </a:schemeClr>
          </a:solidFill>
          <a:ln w="9525">
            <a:noFill/>
            <a:prstDash val="solid"/>
          </a:ln>
        </p:spPr>
        <p:txBody>
          <a:bodyPr anchor="ctr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호흡을 조절해</a:t>
            </a:r>
            <a:r>
              <a:rPr lang="en-US" altLang="ko-KR" sz="10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lang="ko-KR" altLang="en-US" sz="10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위험 속에서 길을 만들어라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AE32F7F7-7D35-4512-841E-FB1683574C35}"/>
              </a:ext>
            </a:extLst>
          </p:cNvPr>
          <p:cNvSpPr>
            <a:spLocks noGrp="1"/>
          </p:cNvSpPr>
          <p:nvPr/>
        </p:nvSpPr>
        <p:spPr>
          <a:xfrm>
            <a:off x="7196891" y="1068522"/>
            <a:ext cx="4000500" cy="323850"/>
          </a:xfrm>
          <a:prstGeom prst="roundRect">
            <a:avLst>
              <a:gd name="adj" fmla="val 14706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  <p:txBody>
          <a:bodyPr/>
          <a:lstStyle/>
          <a:p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문서 정보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97A96F3-F878-432B-8D5F-AD731093354A}"/>
              </a:ext>
            </a:extLst>
          </p:cNvPr>
          <p:cNvSpPr>
            <a:spLocks noGrp="1"/>
          </p:cNvSpPr>
          <p:nvPr/>
        </p:nvSpPr>
        <p:spPr>
          <a:xfrm>
            <a:off x="7196891" y="1480684"/>
            <a:ext cx="4000500" cy="32385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54B1CBE-57F2-4894-913E-39C2D88A02AE}"/>
              </a:ext>
            </a:extLst>
          </p:cNvPr>
          <p:cNvSpPr>
            <a:spLocks noGrp="1"/>
          </p:cNvSpPr>
          <p:nvPr/>
        </p:nvSpPr>
        <p:spPr>
          <a:xfrm>
            <a:off x="7311191" y="1480685"/>
            <a:ext cx="95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lang="ko-KR" altLang="en-US"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작성자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92D9DFD-4FBB-4DC9-9530-8FCB23675D0D}"/>
              </a:ext>
            </a:extLst>
          </p:cNvPr>
          <p:cNvSpPr>
            <a:spLocks noGrp="1"/>
          </p:cNvSpPr>
          <p:nvPr/>
        </p:nvSpPr>
        <p:spPr>
          <a:xfrm>
            <a:off x="8377991" y="1480685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윤수진</a:t>
            </a:r>
            <a:endParaRPr sz="1000" b="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3DAB228-973F-4C3A-8518-09AEBB6947BE}"/>
              </a:ext>
            </a:extLst>
          </p:cNvPr>
          <p:cNvSpPr>
            <a:spLocks noGrp="1"/>
          </p:cNvSpPr>
          <p:nvPr/>
        </p:nvSpPr>
        <p:spPr>
          <a:xfrm>
            <a:off x="7196891" y="1891552"/>
            <a:ext cx="4000500" cy="32385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40FDC81-25BB-4EF8-A268-A3D338ECB19F}"/>
              </a:ext>
            </a:extLst>
          </p:cNvPr>
          <p:cNvSpPr>
            <a:spLocks noGrp="1"/>
          </p:cNvSpPr>
          <p:nvPr/>
        </p:nvSpPr>
        <p:spPr>
          <a:xfrm>
            <a:off x="7311191" y="1891553"/>
            <a:ext cx="95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lang="ko-KR" altLang="en-US"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문서 유형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EF95B12-99CD-43B8-9092-2ED1C70D6344}"/>
              </a:ext>
            </a:extLst>
          </p:cNvPr>
          <p:cNvSpPr>
            <a:spLocks noGrp="1"/>
          </p:cNvSpPr>
          <p:nvPr/>
        </p:nvSpPr>
        <p:spPr>
          <a:xfrm>
            <a:off x="8377991" y="1891553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기획 포트폴리오</a:t>
            </a:r>
            <a:endParaRPr sz="1000" b="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EAED878-32CD-4C6C-91F7-10989830DB62}"/>
              </a:ext>
            </a:extLst>
          </p:cNvPr>
          <p:cNvSpPr>
            <a:spLocks noGrp="1"/>
          </p:cNvSpPr>
          <p:nvPr/>
        </p:nvSpPr>
        <p:spPr>
          <a:xfrm>
            <a:off x="7196891" y="2302419"/>
            <a:ext cx="4000500" cy="32385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404C84D-8F7E-4CD9-B097-C6A65811C65B}"/>
              </a:ext>
            </a:extLst>
          </p:cNvPr>
          <p:cNvSpPr>
            <a:spLocks noGrp="1"/>
          </p:cNvSpPr>
          <p:nvPr/>
        </p:nvSpPr>
        <p:spPr>
          <a:xfrm>
            <a:off x="7311191" y="2302420"/>
            <a:ext cx="95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lang="ko-KR" altLang="en-US"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최종 수정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DF22705-D450-43F2-A6E0-5167828672D3}"/>
              </a:ext>
            </a:extLst>
          </p:cNvPr>
          <p:cNvSpPr>
            <a:spLocks noGrp="1"/>
          </p:cNvSpPr>
          <p:nvPr/>
        </p:nvSpPr>
        <p:spPr>
          <a:xfrm>
            <a:off x="8377991" y="230242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26.09.03</a:t>
            </a:r>
            <a:endParaRPr sz="1000" b="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0A9ED70-006F-41D9-BE4C-3AFAE5D5A842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80D9D1"/>
                </a:solidFill>
              </a:defRPr>
            </a:pPr>
            <a:r>
              <a:rPr sz="1000" b="1" dirty="0">
                <a:solidFill>
                  <a:srgbClr val="80D9D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SYSTEM DESIGN </a:t>
            </a:r>
            <a:r>
              <a:rPr lang="en-US" sz="1000" b="1" dirty="0">
                <a:solidFill>
                  <a:srgbClr val="80D9D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PORTFOLIO</a:t>
            </a:r>
            <a:endParaRPr sz="1000" b="1" dirty="0">
              <a:solidFill>
                <a:srgbClr val="80D9D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C0FBAFE-EEB4-EC97-F9AD-130BF4AD5E17}"/>
              </a:ext>
            </a:extLst>
          </p:cNvPr>
          <p:cNvSpPr>
            <a:spLocks noGrp="1"/>
          </p:cNvSpPr>
          <p:nvPr/>
        </p:nvSpPr>
        <p:spPr>
          <a:xfrm>
            <a:off x="7196891" y="3821646"/>
            <a:ext cx="4000500" cy="32385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90BB670-ED79-5CE3-93E5-C5EFF87B995A}"/>
              </a:ext>
            </a:extLst>
          </p:cNvPr>
          <p:cNvSpPr>
            <a:spLocks noGrp="1"/>
          </p:cNvSpPr>
          <p:nvPr/>
        </p:nvSpPr>
        <p:spPr>
          <a:xfrm>
            <a:off x="7311191" y="3821647"/>
            <a:ext cx="95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lang="en-US" altLang="ko-KR"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26.08.24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E8B9F0A-9486-7D87-B1ED-57BAFE4B3E0C}"/>
              </a:ext>
            </a:extLst>
          </p:cNvPr>
          <p:cNvSpPr>
            <a:spLocks noGrp="1"/>
          </p:cNvSpPr>
          <p:nvPr/>
        </p:nvSpPr>
        <p:spPr>
          <a:xfrm>
            <a:off x="8377991" y="3821647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기본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구조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및 문서 구성 정리</a:t>
            </a:r>
            <a:endParaRPr sz="1000" b="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292A8F3-AB5C-7863-3B7B-A7808C1B4367}"/>
              </a:ext>
            </a:extLst>
          </p:cNvPr>
          <p:cNvSpPr>
            <a:spLocks noGrp="1"/>
          </p:cNvSpPr>
          <p:nvPr/>
        </p:nvSpPr>
        <p:spPr>
          <a:xfrm>
            <a:off x="7196891" y="3407717"/>
            <a:ext cx="4000500" cy="323850"/>
          </a:xfrm>
          <a:prstGeom prst="roundRect">
            <a:avLst>
              <a:gd name="adj" fmla="val 14706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  <p:txBody>
          <a:bodyPr/>
          <a:lstStyle/>
          <a:p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수정 내역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EB0AF01D-DD3E-4EB9-BF09-F5254E2374AF}"/>
              </a:ext>
            </a:extLst>
          </p:cNvPr>
          <p:cNvSpPr>
            <a:spLocks noGrp="1"/>
          </p:cNvSpPr>
          <p:nvPr/>
        </p:nvSpPr>
        <p:spPr>
          <a:xfrm>
            <a:off x="7196891" y="4232644"/>
            <a:ext cx="4000500" cy="32385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669C7472-35CC-014F-EA44-B3AAA5E11B57}"/>
              </a:ext>
            </a:extLst>
          </p:cNvPr>
          <p:cNvSpPr>
            <a:spLocks noGrp="1"/>
          </p:cNvSpPr>
          <p:nvPr/>
        </p:nvSpPr>
        <p:spPr>
          <a:xfrm>
            <a:off x="7311191" y="4232645"/>
            <a:ext cx="95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>
              <a:defRPr sz="1000" b="1">
                <a:solidFill>
                  <a:srgbClr val="073B5C"/>
                </a:solidFill>
              </a:defRPr>
            </a:pPr>
            <a:r>
              <a:rPr lang="en-US" altLang="ko-KR" sz="1000" b="1" dirty="0">
                <a:solidFill>
                  <a:srgbClr val="073B5C"/>
                </a:solidFill>
                <a:latin typeface="맑은 고딕" panose="020B0503020000020004" pitchFamily="50" charset="-127"/>
                <a:cs typeface="맑은 고딕"/>
              </a:rPr>
              <a:t>26.</a:t>
            </a:r>
            <a:r>
              <a:rPr lang="en-US" altLang="ko-KR"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08.26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23F74EC-D85A-5587-3EA4-D02F1C2268D7}"/>
              </a:ext>
            </a:extLst>
          </p:cNvPr>
          <p:cNvSpPr>
            <a:spLocks noGrp="1"/>
          </p:cNvSpPr>
          <p:nvPr/>
        </p:nvSpPr>
        <p:spPr>
          <a:xfrm>
            <a:off x="8377991" y="4232645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 활용 스토리보드 보완</a:t>
            </a:r>
            <a:endParaRPr sz="1000" b="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75C7709F-C3C1-1EBE-CCD8-B28527ECE1E1}"/>
              </a:ext>
            </a:extLst>
          </p:cNvPr>
          <p:cNvSpPr>
            <a:spLocks noGrp="1"/>
          </p:cNvSpPr>
          <p:nvPr/>
        </p:nvSpPr>
        <p:spPr>
          <a:xfrm>
            <a:off x="7196891" y="4643640"/>
            <a:ext cx="4000500" cy="32385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0CA14A03-9879-FF89-79F5-A52E095FB3CD}"/>
              </a:ext>
            </a:extLst>
          </p:cNvPr>
          <p:cNvSpPr>
            <a:spLocks noGrp="1"/>
          </p:cNvSpPr>
          <p:nvPr/>
        </p:nvSpPr>
        <p:spPr>
          <a:xfrm>
            <a:off x="7311191" y="4643641"/>
            <a:ext cx="95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>
              <a:defRPr sz="1000" b="1">
                <a:solidFill>
                  <a:srgbClr val="073B5C"/>
                </a:solidFill>
              </a:defRPr>
            </a:pPr>
            <a:r>
              <a:rPr lang="en-US" altLang="ko-KR" sz="1000" b="1" dirty="0">
                <a:solidFill>
                  <a:srgbClr val="073B5C"/>
                </a:solidFill>
                <a:latin typeface="맑은 고딕" panose="020B0503020000020004" pitchFamily="50" charset="-127"/>
                <a:cs typeface="맑은 고딕"/>
              </a:rPr>
              <a:t>26.</a:t>
            </a:r>
            <a:r>
              <a:rPr lang="en-US" altLang="ko-KR"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08.27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BF316233-627D-57E8-04DC-5F4A9B7C16E8}"/>
              </a:ext>
            </a:extLst>
          </p:cNvPr>
          <p:cNvSpPr>
            <a:spLocks noGrp="1"/>
          </p:cNvSpPr>
          <p:nvPr/>
        </p:nvSpPr>
        <p:spPr>
          <a:xfrm>
            <a:off x="8377991" y="4643641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 연출 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UI 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시각화 추가</a:t>
            </a:r>
            <a:endParaRPr sz="1000" b="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1FB5A897-C728-D648-3CEC-46370691959D}"/>
              </a:ext>
            </a:extLst>
          </p:cNvPr>
          <p:cNvSpPr>
            <a:spLocks noGrp="1"/>
          </p:cNvSpPr>
          <p:nvPr/>
        </p:nvSpPr>
        <p:spPr>
          <a:xfrm>
            <a:off x="7196891" y="5054634"/>
            <a:ext cx="4000500" cy="32385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37E6F68-398C-1F87-0377-90E6F7D6879A}"/>
              </a:ext>
            </a:extLst>
          </p:cNvPr>
          <p:cNvSpPr>
            <a:spLocks noGrp="1"/>
          </p:cNvSpPr>
          <p:nvPr/>
        </p:nvSpPr>
        <p:spPr>
          <a:xfrm>
            <a:off x="7311191" y="5054635"/>
            <a:ext cx="95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>
              <a:defRPr sz="1000" b="1">
                <a:solidFill>
                  <a:srgbClr val="073B5C"/>
                </a:solidFill>
              </a:defRPr>
            </a:pPr>
            <a:r>
              <a:rPr lang="en-US" altLang="ko-KR" sz="1000" b="1" dirty="0">
                <a:solidFill>
                  <a:srgbClr val="073B5C"/>
                </a:solidFill>
                <a:latin typeface="맑은 고딕" panose="020B0503020000020004" pitchFamily="50" charset="-127"/>
                <a:cs typeface="맑은 고딕"/>
              </a:rPr>
              <a:t>26.</a:t>
            </a:r>
            <a:r>
              <a:rPr lang="en-US"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09.01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3C5AD5B-B331-3390-8990-AF25B1027504}"/>
              </a:ext>
            </a:extLst>
          </p:cNvPr>
          <p:cNvSpPr>
            <a:spLocks noGrp="1"/>
          </p:cNvSpPr>
          <p:nvPr/>
        </p:nvSpPr>
        <p:spPr>
          <a:xfrm>
            <a:off x="8377991" y="5054635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 판정 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기침 게이지 보완</a:t>
            </a:r>
            <a:endParaRPr sz="1000" b="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70105D2F-EA56-6460-0F27-AD1C8F0B0713}"/>
              </a:ext>
            </a:extLst>
          </p:cNvPr>
          <p:cNvSpPr>
            <a:spLocks noGrp="1"/>
          </p:cNvSpPr>
          <p:nvPr/>
        </p:nvSpPr>
        <p:spPr>
          <a:xfrm>
            <a:off x="7196891" y="5465627"/>
            <a:ext cx="4000500" cy="32385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6179EE16-836B-A97F-DE8D-625CD601CCEC}"/>
              </a:ext>
            </a:extLst>
          </p:cNvPr>
          <p:cNvSpPr>
            <a:spLocks noGrp="1"/>
          </p:cNvSpPr>
          <p:nvPr/>
        </p:nvSpPr>
        <p:spPr>
          <a:xfrm>
            <a:off x="7311191" y="5465628"/>
            <a:ext cx="95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>
              <a:defRPr sz="1000" b="1">
                <a:solidFill>
                  <a:srgbClr val="073B5C"/>
                </a:solidFill>
              </a:defRPr>
            </a:pPr>
            <a:r>
              <a:rPr lang="en-US" altLang="ko-KR" sz="1000" b="1" dirty="0">
                <a:solidFill>
                  <a:srgbClr val="073B5C"/>
                </a:solidFill>
                <a:latin typeface="맑은 고딕" panose="020B0503020000020004" pitchFamily="50" charset="-127"/>
                <a:cs typeface="맑은 고딕"/>
              </a:rPr>
              <a:t>26.</a:t>
            </a:r>
            <a:r>
              <a:rPr lang="en-US" altLang="ko-KR"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09.03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9D02B862-E221-6C6D-F640-392D635B9E69}"/>
              </a:ext>
            </a:extLst>
          </p:cNvPr>
          <p:cNvSpPr>
            <a:spLocks noGrp="1"/>
          </p:cNvSpPr>
          <p:nvPr/>
        </p:nvSpPr>
        <p:spPr>
          <a:xfrm>
            <a:off x="8377991" y="5465628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중복 정리 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 능력 재정의</a:t>
            </a:r>
            <a:endParaRPr sz="1000" b="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635155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그림 41">
            <a:extLst>
              <a:ext uri="{FF2B5EF4-FFF2-40B4-BE49-F238E27FC236}">
                <a16:creationId xmlns:a16="http://schemas.microsoft.com/office/drawing/2014/main" id="{FC15F4EE-9F20-9EC3-21CD-B95BDB6FFA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268" t="37865" b="34460"/>
          <a:stretch>
            <a:fillRect/>
          </a:stretch>
        </p:blipFill>
        <p:spPr>
          <a:xfrm>
            <a:off x="3328076" y="5514878"/>
            <a:ext cx="1113251" cy="704481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CBBE2DE2-06D4-B9C5-891B-CC8F632771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598" b="36769"/>
          <a:stretch>
            <a:fillRect/>
          </a:stretch>
        </p:blipFill>
        <p:spPr>
          <a:xfrm>
            <a:off x="787486" y="5409576"/>
            <a:ext cx="2639355" cy="782150"/>
          </a:xfrm>
          <a:prstGeom prst="rect">
            <a:avLst/>
          </a:prstGeom>
        </p:spPr>
      </p:pic>
      <p:sp>
        <p:nvSpPr>
          <p:cNvPr id="39" name="직사각형 38">
            <a:extLst>
              <a:ext uri="{FF2B5EF4-FFF2-40B4-BE49-F238E27FC236}">
                <a16:creationId xmlns:a16="http://schemas.microsoft.com/office/drawing/2014/main" id="{7CF81AC9-977E-4585-911B-99F56406CC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40ABD68-21A3-4937-8D1B-BEE4E507701F}"/>
              </a:ext>
            </a:extLst>
          </p:cNvPr>
          <p:cNvSpPr>
            <a:spLocks noGrp="1"/>
          </p:cNvSpPr>
          <p:nvPr/>
        </p:nvSpPr>
        <p:spPr>
          <a:xfrm>
            <a:off x="457200" y="354250"/>
            <a:ext cx="1028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2000" b="1">
                <a:solidFill>
                  <a:srgbClr val="073B5C"/>
                </a:solidFill>
              </a:defRPr>
            </a:pPr>
            <a:r>
              <a:rPr sz="2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목차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FF3A480F-EFF0-4A75-BE7A-417D165F0847}"/>
              </a:ext>
            </a:extLst>
          </p:cNvPr>
          <p:cNvSpPr>
            <a:spLocks noGrp="1"/>
          </p:cNvSpPr>
          <p:nvPr/>
        </p:nvSpPr>
        <p:spPr>
          <a:xfrm>
            <a:off x="457200" y="849550"/>
            <a:ext cx="112395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B564F5B-F309-4E9D-BDF7-3FFEA4860222}"/>
              </a:ext>
            </a:extLst>
          </p:cNvPr>
          <p:cNvSpPr>
            <a:spLocks noGrp="1"/>
          </p:cNvSpPr>
          <p:nvPr/>
        </p:nvSpPr>
        <p:spPr>
          <a:xfrm>
            <a:off x="6711926" y="4363509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B34F57"/>
                </a:solidFill>
              </a:defRPr>
            </a:pPr>
            <a:r>
              <a:rPr sz="15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6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8B2674A-0914-4652-AB53-3B96ECADC228}"/>
              </a:ext>
            </a:extLst>
          </p:cNvPr>
          <p:cNvSpPr>
            <a:spLocks noGrp="1"/>
          </p:cNvSpPr>
          <p:nvPr/>
        </p:nvSpPr>
        <p:spPr>
          <a:xfrm>
            <a:off x="7340576" y="4363509"/>
            <a:ext cx="2316078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레퍼런스 분석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92413D7A-564A-4B42-98C6-1BF39FA068D4}"/>
              </a:ext>
            </a:extLst>
          </p:cNvPr>
          <p:cNvSpPr>
            <a:spLocks noGrp="1"/>
          </p:cNvSpPr>
          <p:nvPr/>
        </p:nvSpPr>
        <p:spPr>
          <a:xfrm>
            <a:off x="7340576" y="4601633"/>
            <a:ext cx="2203474" cy="51608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Autofit/>
          </a:bodyPr>
          <a:lstStyle/>
          <a:p>
            <a:pPr marL="228600" indent="-228600">
              <a:lnSpc>
                <a:spcPct val="17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「</a:t>
            </a:r>
            <a:r>
              <a:rPr lang="en-US" altLang="ko-KR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Death Stranding</a:t>
            </a:r>
            <a:r>
              <a:rPr lang="ko-KR" alt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」</a:t>
            </a:r>
            <a:r>
              <a:rPr lang="en-US" altLang="ko-KR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lang="ko-KR" alt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비교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</a:t>
            </a: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차별화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44EF31B1-2EFA-4639-9E86-E163795435BF}"/>
              </a:ext>
            </a:extLst>
          </p:cNvPr>
          <p:cNvSpPr>
            <a:spLocks noGrp="1"/>
          </p:cNvSpPr>
          <p:nvPr/>
        </p:nvSpPr>
        <p:spPr>
          <a:xfrm>
            <a:off x="6711926" y="5304372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B34F57"/>
                </a:solidFill>
              </a:defRPr>
            </a:pPr>
            <a:r>
              <a:rPr lang="en-US" sz="15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7</a:t>
            </a:r>
            <a:endParaRPr sz="1500" b="1">
              <a:solidFill>
                <a:srgbClr val="20A6A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F3DCA54E-87F6-499D-B63D-EBB269C3EC57}"/>
              </a:ext>
            </a:extLst>
          </p:cNvPr>
          <p:cNvSpPr>
            <a:spLocks noGrp="1"/>
          </p:cNvSpPr>
          <p:nvPr/>
        </p:nvSpPr>
        <p:spPr>
          <a:xfrm>
            <a:off x="7340576" y="5304372"/>
            <a:ext cx="2316078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적용 예시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7994448B-8FB5-48A4-961D-E7C1DCFA5440}"/>
              </a:ext>
            </a:extLst>
          </p:cNvPr>
          <p:cNvSpPr>
            <a:spLocks noGrp="1"/>
          </p:cNvSpPr>
          <p:nvPr/>
        </p:nvSpPr>
        <p:spPr>
          <a:xfrm>
            <a:off x="7340576" y="5552021"/>
            <a:ext cx="1924050" cy="4841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Autofit/>
          </a:bodyPr>
          <a:lstStyle/>
          <a:p>
            <a:pPr marL="228600" indent="-228600">
              <a:lnSpc>
                <a:spcPct val="17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 연출 </a:t>
            </a:r>
            <a:r>
              <a:rPr lang="en-US" altLang="ko-KR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/ </a:t>
            </a:r>
            <a:r>
              <a:rPr lang="ko-KR" alt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맵 적용 예시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4D2A8D47-4063-4D11-AC26-BE48D76C7357}"/>
              </a:ext>
            </a:extLst>
          </p:cNvPr>
          <p:cNvSpPr>
            <a:spLocks noGrp="1"/>
          </p:cNvSpPr>
          <p:nvPr/>
        </p:nvSpPr>
        <p:spPr>
          <a:xfrm>
            <a:off x="898399" y="1826234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20A6A0"/>
                </a:solidFill>
              </a:defRPr>
            </a:pPr>
            <a:r>
              <a:rPr sz="15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6348712B-9DF7-45FC-A77D-4E62D5C4AA21}"/>
              </a:ext>
            </a:extLst>
          </p:cNvPr>
          <p:cNvSpPr>
            <a:spLocks noGrp="1"/>
          </p:cNvSpPr>
          <p:nvPr/>
        </p:nvSpPr>
        <p:spPr>
          <a:xfrm>
            <a:off x="1527049" y="1826234"/>
            <a:ext cx="2316078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게임 </a:t>
            </a:r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개요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020743D7-D45D-4443-BA0E-7B9481D31A5A}"/>
              </a:ext>
            </a:extLst>
          </p:cNvPr>
          <p:cNvSpPr>
            <a:spLocks noGrp="1"/>
          </p:cNvSpPr>
          <p:nvPr/>
        </p:nvSpPr>
        <p:spPr>
          <a:xfrm>
            <a:off x="1527049" y="2073884"/>
            <a:ext cx="1924050" cy="66363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게임</a:t>
            </a:r>
            <a:r>
              <a:rPr 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소개</a:t>
            </a:r>
            <a:endParaRPr lang="en-US" altLang="ko-KR" sz="100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정의 </a:t>
            </a: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및 설명</a:t>
            </a:r>
            <a:endParaRPr lang="en-US" altLang="ko-KR"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 순환 구조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E35B1767-A9C3-46AB-948B-A107DA2F407D}"/>
              </a:ext>
            </a:extLst>
          </p:cNvPr>
          <p:cNvSpPr>
            <a:spLocks noGrp="1"/>
          </p:cNvSpPr>
          <p:nvPr/>
        </p:nvSpPr>
        <p:spPr>
          <a:xfrm>
            <a:off x="898399" y="2994697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7D67B3"/>
                </a:solidFill>
              </a:defRPr>
            </a:pPr>
            <a:r>
              <a:rPr sz="15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</a:t>
            </a:r>
            <a:endParaRPr sz="1500" b="1" dirty="0">
              <a:solidFill>
                <a:srgbClr val="20A6A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1B1DD881-56F8-44F3-A3C7-13873C5D2301}"/>
              </a:ext>
            </a:extLst>
          </p:cNvPr>
          <p:cNvSpPr>
            <a:spLocks noGrp="1"/>
          </p:cNvSpPr>
          <p:nvPr/>
        </p:nvSpPr>
        <p:spPr>
          <a:xfrm>
            <a:off x="1527049" y="2994697"/>
            <a:ext cx="2316078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플레이 화면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584BA72D-8CB9-471D-A137-AD556C3E7FC3}"/>
              </a:ext>
            </a:extLst>
          </p:cNvPr>
          <p:cNvSpPr>
            <a:spLocks noGrp="1"/>
          </p:cNvSpPr>
          <p:nvPr/>
        </p:nvSpPr>
        <p:spPr>
          <a:xfrm>
            <a:off x="1527049" y="3242347"/>
            <a:ext cx="1924050" cy="4344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HUD </a:t>
            </a: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정보 구조</a:t>
            </a:r>
            <a:endParaRPr lang="en-US" altLang="ko-KR" sz="100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UI </a:t>
            </a: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상세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03F96419-FFEB-437A-8309-8FACBD148463}"/>
              </a:ext>
            </a:extLst>
          </p:cNvPr>
          <p:cNvSpPr>
            <a:spLocks noGrp="1"/>
          </p:cNvSpPr>
          <p:nvPr/>
        </p:nvSpPr>
        <p:spPr>
          <a:xfrm>
            <a:off x="898399" y="3935421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C79A20"/>
                </a:solidFill>
              </a:defRPr>
            </a:pPr>
            <a:r>
              <a:rPr sz="15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690A05A1-A778-422E-83CA-813EF665DB00}"/>
              </a:ext>
            </a:extLst>
          </p:cNvPr>
          <p:cNvSpPr>
            <a:spLocks noGrp="1"/>
          </p:cNvSpPr>
          <p:nvPr/>
        </p:nvSpPr>
        <p:spPr>
          <a:xfrm>
            <a:off x="1527049" y="3935421"/>
            <a:ext cx="2316078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규칙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BEB037B-A700-420C-B40D-6A113FB7BE8B}"/>
              </a:ext>
            </a:extLst>
          </p:cNvPr>
          <p:cNvSpPr>
            <a:spLocks noGrp="1"/>
          </p:cNvSpPr>
          <p:nvPr/>
        </p:nvSpPr>
        <p:spPr>
          <a:xfrm>
            <a:off x="1527049" y="4183071"/>
            <a:ext cx="1924050" cy="70112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기본 규칙</a:t>
            </a:r>
            <a:endParaRPr lang="en-US" altLang="ko-KR"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세부 판정</a:t>
            </a:r>
            <a:endParaRPr lang="en-US" altLang="ko-KR" sz="100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활용 스토리보드</a:t>
            </a:r>
            <a:endParaRPr lang="en-US" altLang="ko-KR"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 </a:t>
            </a:r>
            <a:r>
              <a:rPr lang="en-US" altLang="ko-KR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AI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D580564B-9503-46AA-8D82-3FA093548A93}"/>
              </a:ext>
            </a:extLst>
          </p:cNvPr>
          <p:cNvSpPr>
            <a:spLocks noGrp="1"/>
          </p:cNvSpPr>
          <p:nvPr/>
        </p:nvSpPr>
        <p:spPr>
          <a:xfrm>
            <a:off x="6711926" y="1798883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D87449"/>
                </a:solidFill>
              </a:defRPr>
            </a:pPr>
            <a:r>
              <a:rPr sz="15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4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6B9F47D0-27C8-4348-BED1-45E60A772892}"/>
              </a:ext>
            </a:extLst>
          </p:cNvPr>
          <p:cNvSpPr>
            <a:spLocks noGrp="1"/>
          </p:cNvSpPr>
          <p:nvPr/>
        </p:nvSpPr>
        <p:spPr>
          <a:xfrm>
            <a:off x="7340576" y="1830682"/>
            <a:ext cx="2316078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구조도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5F2C2395-CD94-4B9E-AAF6-247F6CB0344C}"/>
              </a:ext>
            </a:extLst>
          </p:cNvPr>
          <p:cNvSpPr>
            <a:spLocks noGrp="1"/>
          </p:cNvSpPr>
          <p:nvPr/>
        </p:nvSpPr>
        <p:spPr>
          <a:xfrm>
            <a:off x="7340576" y="2046533"/>
            <a:ext cx="19240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통합 플로우</a:t>
            </a:r>
            <a:endParaRPr lang="en-US" altLang="ko-KR"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플로우</a:t>
            </a:r>
            <a:endParaRPr lang="en-US" altLang="ko-KR" sz="100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 플로우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451AB5-C57E-B545-67C0-474F0A16C5B8}"/>
              </a:ext>
            </a:extLst>
          </p:cNvPr>
          <p:cNvSpPr txBox="1"/>
          <p:nvPr/>
        </p:nvSpPr>
        <p:spPr>
          <a:xfrm>
            <a:off x="2022049" y="2085733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· · · · · · · · · · · · · · · · 3p</a:t>
            </a:r>
            <a:endParaRPr lang="ko-KR" altLang="en-US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D1096C-3673-51AE-2F45-7B2EF4525AF5}"/>
              </a:ext>
            </a:extLst>
          </p:cNvPr>
          <p:cNvSpPr txBox="1"/>
          <p:nvPr/>
        </p:nvSpPr>
        <p:spPr>
          <a:xfrm>
            <a:off x="2022049" y="2312538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· · · · · · · · 4p</a:t>
            </a:r>
            <a:endParaRPr lang="ko-KR" altLang="en-US" sz="1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91665A-F109-64D8-E010-A2943F8BB315}"/>
              </a:ext>
            </a:extLst>
          </p:cNvPr>
          <p:cNvSpPr txBox="1"/>
          <p:nvPr/>
        </p:nvSpPr>
        <p:spPr>
          <a:xfrm>
            <a:off x="2022049" y="2560717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· · · · · · · · · · · · 5p</a:t>
            </a:r>
            <a:endParaRPr lang="ko-KR" altLang="en-US" sz="1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D47A48-C50A-C791-3ABE-0157698319A2}"/>
              </a:ext>
            </a:extLst>
          </p:cNvPr>
          <p:cNvSpPr txBox="1"/>
          <p:nvPr/>
        </p:nvSpPr>
        <p:spPr>
          <a:xfrm>
            <a:off x="2022049" y="3252891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· · · · · · · · · · · 6p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E8AA85-8881-3C41-28A6-F9CC8E62A007}"/>
              </a:ext>
            </a:extLst>
          </p:cNvPr>
          <p:cNvSpPr txBox="1"/>
          <p:nvPr/>
        </p:nvSpPr>
        <p:spPr>
          <a:xfrm>
            <a:off x="2022049" y="3481704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· · · · · · · · · · · · · · · · · · 7p</a:t>
            </a:r>
            <a:endParaRPr lang="ko-KR" altLang="en-US" sz="10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732F31-3411-55FB-D1F0-BD8170D8B019}"/>
              </a:ext>
            </a:extLst>
          </p:cNvPr>
          <p:cNvSpPr txBox="1"/>
          <p:nvPr/>
        </p:nvSpPr>
        <p:spPr>
          <a:xfrm>
            <a:off x="2022049" y="4198223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8p</a:t>
            </a:r>
            <a:endParaRPr lang="ko-KR" altLang="en-US" sz="10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4F1B24-073D-31D6-DA90-243E4CED12F5}"/>
              </a:ext>
            </a:extLst>
          </p:cNvPr>
          <p:cNvSpPr txBox="1"/>
          <p:nvPr/>
        </p:nvSpPr>
        <p:spPr>
          <a:xfrm>
            <a:off x="2022048" y="4424670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 · · · · · · · · ·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· · · · · · · · · · · · · · · · · · · · · · · · · 9p</a:t>
            </a:r>
            <a:endParaRPr lang="ko-KR" altLang="en-US" sz="1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1420030-5E4A-C3E1-190D-D6DCC4CC5078}"/>
              </a:ext>
            </a:extLst>
          </p:cNvPr>
          <p:cNvSpPr txBox="1"/>
          <p:nvPr/>
        </p:nvSpPr>
        <p:spPr>
          <a:xfrm>
            <a:off x="2022047" y="4640789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· · · · · · · · 10p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EB8204-6724-A0B5-67B2-3D7B932B9E19}"/>
              </a:ext>
            </a:extLst>
          </p:cNvPr>
          <p:cNvSpPr txBox="1"/>
          <p:nvPr/>
        </p:nvSpPr>
        <p:spPr>
          <a:xfrm>
            <a:off x="7835574" y="2057899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· · · · · · · · · 13p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E2CBDB6-EC3E-8E7F-7CFB-3C519EF24A16}"/>
              </a:ext>
            </a:extLst>
          </p:cNvPr>
          <p:cNvSpPr txBox="1"/>
          <p:nvPr/>
        </p:nvSpPr>
        <p:spPr>
          <a:xfrm>
            <a:off x="7835574" y="2296976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 · · · · · · · · · ·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· · · · · · · · · · · · · · · · · · · · · · 14p</a:t>
            </a:r>
            <a:endParaRPr lang="ko-KR" altLang="en-US" sz="1000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DF6BD4A9-6815-B4FA-4FF7-366D5E5636E0}"/>
              </a:ext>
            </a:extLst>
          </p:cNvPr>
          <p:cNvSpPr>
            <a:spLocks noGrp="1"/>
          </p:cNvSpPr>
          <p:nvPr/>
        </p:nvSpPr>
        <p:spPr>
          <a:xfrm>
            <a:off x="6711926" y="3208429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367DA6"/>
                </a:solidFill>
              </a:defRPr>
            </a:pPr>
            <a:r>
              <a:rPr sz="15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5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FD50A9B5-E26F-C913-C61C-69F1F9F09016}"/>
              </a:ext>
            </a:extLst>
          </p:cNvPr>
          <p:cNvSpPr>
            <a:spLocks noGrp="1"/>
          </p:cNvSpPr>
          <p:nvPr/>
        </p:nvSpPr>
        <p:spPr>
          <a:xfrm>
            <a:off x="7340576" y="3208429"/>
            <a:ext cx="2316078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제작 명세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F4FF3A14-D9E6-D110-7A37-72BE54F2C4D2}"/>
              </a:ext>
            </a:extLst>
          </p:cNvPr>
          <p:cNvSpPr>
            <a:spLocks noGrp="1"/>
          </p:cNvSpPr>
          <p:nvPr/>
        </p:nvSpPr>
        <p:spPr>
          <a:xfrm>
            <a:off x="7340576" y="3446554"/>
            <a:ext cx="1924050" cy="4361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예외 처리</a:t>
            </a:r>
            <a:endParaRPr lang="en-US" altLang="ko-KR"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리소스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C2D5000-615A-5A40-6684-644B50C3F7EC}"/>
              </a:ext>
            </a:extLst>
          </p:cNvPr>
          <p:cNvSpPr txBox="1"/>
          <p:nvPr/>
        </p:nvSpPr>
        <p:spPr>
          <a:xfrm>
            <a:off x="7978140" y="3466318"/>
            <a:ext cx="33154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· · · · · · · · · · · · · · · · 16p</a:t>
            </a:r>
            <a:endParaRPr lang="ko-KR" altLang="en-US" sz="10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D2FD04E-D8CD-ECF3-880D-8AA5E0B8F6A9}"/>
              </a:ext>
            </a:extLst>
          </p:cNvPr>
          <p:cNvSpPr txBox="1"/>
          <p:nvPr/>
        </p:nvSpPr>
        <p:spPr>
          <a:xfrm>
            <a:off x="7826350" y="3699005"/>
            <a:ext cx="346725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· · · · · · · · · · 17p</a:t>
            </a:r>
            <a:endParaRPr lang="ko-KR" altLang="en-US" sz="10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C8842C0-98A1-F8AA-3CAA-D38B8263E7B3}"/>
              </a:ext>
            </a:extLst>
          </p:cNvPr>
          <p:cNvSpPr txBox="1"/>
          <p:nvPr/>
        </p:nvSpPr>
        <p:spPr>
          <a:xfrm>
            <a:off x="8073876" y="4632947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· · · · · · · · · · · · · · · · · · · 18p</a:t>
            </a:r>
            <a:endParaRPr lang="ko-KR" altLang="en-US" sz="10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826BE85-3F69-A204-369E-77CBCFD46867}"/>
              </a:ext>
            </a:extLst>
          </p:cNvPr>
          <p:cNvSpPr txBox="1"/>
          <p:nvPr/>
        </p:nvSpPr>
        <p:spPr>
          <a:xfrm>
            <a:off x="8073874" y="5584835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· · · · · · 19p</a:t>
            </a:r>
            <a:endParaRPr lang="ko-KR" altLang="en-US" sz="1000" dirty="0"/>
          </a:p>
        </p:txBody>
      </p:sp>
      <p:sp>
        <p:nvSpPr>
          <p:cNvPr id="81" name="직선 연결선 80">
            <a:extLst>
              <a:ext uri="{FF2B5EF4-FFF2-40B4-BE49-F238E27FC236}">
                <a16:creationId xmlns:a16="http://schemas.microsoft.com/office/drawing/2014/main" id="{63F040BE-7C2A-0C3A-F5AB-80C8E9F93E27}"/>
              </a:ext>
            </a:extLst>
          </p:cNvPr>
          <p:cNvSpPr>
            <a:spLocks noGrp="1"/>
          </p:cNvSpPr>
          <p:nvPr/>
        </p:nvSpPr>
        <p:spPr>
          <a:xfrm rot="5400000">
            <a:off x="3468118" y="3935421"/>
            <a:ext cx="5135113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4863230-6953-D99D-4D58-3427C3472222}"/>
              </a:ext>
            </a:extLst>
          </p:cNvPr>
          <p:cNvSpPr txBox="1"/>
          <p:nvPr/>
        </p:nvSpPr>
        <p:spPr>
          <a:xfrm>
            <a:off x="2050900" y="1784446"/>
            <a:ext cx="321972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3-5p</a:t>
            </a:r>
            <a:endParaRPr lang="ko-KR" altLang="en-US" sz="15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C7429E4-A393-8B0F-83D7-A3AF3110E0E5}"/>
              </a:ext>
            </a:extLst>
          </p:cNvPr>
          <p:cNvSpPr txBox="1"/>
          <p:nvPr/>
        </p:nvSpPr>
        <p:spPr>
          <a:xfrm>
            <a:off x="2050899" y="2948084"/>
            <a:ext cx="321972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6-7p</a:t>
            </a:r>
            <a:endParaRPr lang="ko-KR" altLang="en-US" sz="15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E8978F0-565B-6072-335A-97B4D3F8CF70}"/>
              </a:ext>
            </a:extLst>
          </p:cNvPr>
          <p:cNvSpPr txBox="1"/>
          <p:nvPr/>
        </p:nvSpPr>
        <p:spPr>
          <a:xfrm>
            <a:off x="2050898" y="3901907"/>
            <a:ext cx="321972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8-12p</a:t>
            </a:r>
            <a:endParaRPr lang="ko-KR" altLang="en-US" sz="1500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6A33A9C-A1F8-B0DF-55B5-0FBAA3075441}"/>
              </a:ext>
            </a:extLst>
          </p:cNvPr>
          <p:cNvSpPr txBox="1"/>
          <p:nvPr/>
        </p:nvSpPr>
        <p:spPr>
          <a:xfrm>
            <a:off x="7864424" y="1784446"/>
            <a:ext cx="321972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13-15p</a:t>
            </a:r>
            <a:endParaRPr lang="ko-KR" altLang="en-US" sz="15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BDD7264-2CCF-B49E-FC24-3790A3B689ED}"/>
              </a:ext>
            </a:extLst>
          </p:cNvPr>
          <p:cNvSpPr txBox="1"/>
          <p:nvPr/>
        </p:nvSpPr>
        <p:spPr>
          <a:xfrm>
            <a:off x="8073873" y="3165909"/>
            <a:ext cx="321972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16-17p</a:t>
            </a:r>
            <a:endParaRPr lang="ko-KR" altLang="en-US" sz="15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22655DC-1608-123F-E185-768322B89551}"/>
              </a:ext>
            </a:extLst>
          </p:cNvPr>
          <p:cNvSpPr txBox="1"/>
          <p:nvPr/>
        </p:nvSpPr>
        <p:spPr>
          <a:xfrm>
            <a:off x="8073873" y="4320141"/>
            <a:ext cx="321972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18p</a:t>
            </a:r>
            <a:endParaRPr lang="ko-KR" altLang="en-US" sz="15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828F81D-1A8C-B70D-76F6-6FD2C1296420}"/>
              </a:ext>
            </a:extLst>
          </p:cNvPr>
          <p:cNvSpPr txBox="1"/>
          <p:nvPr/>
        </p:nvSpPr>
        <p:spPr>
          <a:xfrm>
            <a:off x="7978141" y="5267958"/>
            <a:ext cx="331545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cs typeface="맑은 고딕"/>
              </a:rPr>
              <a:t>· · · · </a:t>
            </a:r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19p</a:t>
            </a:r>
            <a:endParaRPr lang="ko-KR" altLang="en-US" sz="15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E2F24D-21E0-ABAE-FD3E-B5D443C8908F}"/>
              </a:ext>
            </a:extLst>
          </p:cNvPr>
          <p:cNvSpPr txBox="1"/>
          <p:nvPr/>
        </p:nvSpPr>
        <p:spPr>
          <a:xfrm>
            <a:off x="2050896" y="4884974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· · · · 11-12p</a:t>
            </a:r>
            <a:endParaRPr lang="ko-KR" alt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DD9ACD-C6DA-7A48-A797-0D4DBAFBB442}"/>
              </a:ext>
            </a:extLst>
          </p:cNvPr>
          <p:cNvSpPr txBox="1"/>
          <p:nvPr/>
        </p:nvSpPr>
        <p:spPr>
          <a:xfrm>
            <a:off x="7835574" y="2511463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· · ·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 · · · · · · · · · ·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15p</a:t>
            </a:r>
            <a:endParaRPr lang="ko-KR" altLang="en-US" sz="1000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F6AFDA95-E9C8-15E2-48B2-BA6FB81FA7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7" t="5165" r="15839" b="5882"/>
          <a:stretch>
            <a:fillRect/>
          </a:stretch>
        </p:blipFill>
        <p:spPr>
          <a:xfrm>
            <a:off x="3775895" y="5810750"/>
            <a:ext cx="376880" cy="475424"/>
          </a:xfrm>
          <a:prstGeom prst="rect">
            <a:avLst/>
          </a:prstGeom>
        </p:spPr>
      </p:pic>
      <p:pic>
        <p:nvPicPr>
          <p:cNvPr id="64" name="그림 63">
            <a:extLst>
              <a:ext uri="{FF2B5EF4-FFF2-40B4-BE49-F238E27FC236}">
                <a16:creationId xmlns:a16="http://schemas.microsoft.com/office/drawing/2014/main" id="{A5D37E45-54E9-A742-56F9-3B9C49E8C6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0773" y="5179766"/>
            <a:ext cx="883667" cy="883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83704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직사각형 44">
            <a:extLst>
              <a:ext uri="{FF2B5EF4-FFF2-40B4-BE49-F238E27FC236}">
                <a16:creationId xmlns:a16="http://schemas.microsoft.com/office/drawing/2014/main" id="{F02FB9F8-8A73-454E-87D7-0CE9A984398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78663A1-B0ED-4D6C-9123-5FD6EABA060A}"/>
              </a:ext>
            </a:extLst>
          </p:cNvPr>
          <p:cNvSpPr>
            <a:spLocks noGrp="1"/>
          </p:cNvSpPr>
          <p:nvPr/>
        </p:nvSpPr>
        <p:spPr>
          <a:xfrm>
            <a:off x="6375303" y="1848224"/>
            <a:ext cx="4833562" cy="384512"/>
          </a:xfrm>
          <a:prstGeom prst="roundRect">
            <a:avLst>
              <a:gd name="adj" fmla="val 12121"/>
            </a:avLst>
          </a:prstGeom>
          <a:noFill/>
          <a:ln w="12700">
            <a:solidFill>
              <a:srgbClr val="D8E3EA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48AB4CE-0B21-4791-BDD5-D777D611B0BE}"/>
              </a:ext>
            </a:extLst>
          </p:cNvPr>
          <p:cNvSpPr>
            <a:spLocks noGrp="1"/>
          </p:cNvSpPr>
          <p:nvPr/>
        </p:nvSpPr>
        <p:spPr>
          <a:xfrm>
            <a:off x="6586619" y="192651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buNone/>
              <a:defRPr sz="1000" b="1">
                <a:solidFill>
                  <a:srgbClr val="073B5C"/>
                </a:solidFill>
              </a:defRPr>
            </a:pPr>
            <a:r>
              <a:rPr sz="1000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게임명</a:t>
            </a:r>
            <a:endParaRPr sz="1000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6F7823E-07C9-46D4-B5B1-DA165BDEFCAC}"/>
              </a:ext>
            </a:extLst>
          </p:cNvPr>
          <p:cNvSpPr>
            <a:spLocks noGrp="1"/>
          </p:cNvSpPr>
          <p:nvPr/>
        </p:nvSpPr>
        <p:spPr>
          <a:xfrm>
            <a:off x="7862968" y="1812215"/>
            <a:ext cx="3151353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buNone/>
              <a:defRPr sz="1000" b="0">
                <a:solidFill>
                  <a:srgbClr val="163247"/>
                </a:solidFill>
              </a:defRPr>
            </a:pP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숨</a:t>
            </a:r>
            <a:endParaRPr sz="1000" b="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C1A25F8-3979-424E-8432-7B1431CD67AD}"/>
              </a:ext>
            </a:extLst>
          </p:cNvPr>
          <p:cNvSpPr>
            <a:spLocks noGrp="1"/>
          </p:cNvSpPr>
          <p:nvPr/>
        </p:nvSpPr>
        <p:spPr>
          <a:xfrm>
            <a:off x="6375303" y="2298963"/>
            <a:ext cx="4833562" cy="384512"/>
          </a:xfrm>
          <a:prstGeom prst="roundRect">
            <a:avLst>
              <a:gd name="adj" fmla="val 12121"/>
            </a:avLst>
          </a:prstGeom>
          <a:noFill/>
          <a:ln w="12700">
            <a:solidFill>
              <a:srgbClr val="D8E3EA"/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B8FE847-DF78-4C82-BCB1-65EB9C8B2808}"/>
              </a:ext>
            </a:extLst>
          </p:cNvPr>
          <p:cNvSpPr>
            <a:spLocks noGrp="1"/>
          </p:cNvSpPr>
          <p:nvPr/>
        </p:nvSpPr>
        <p:spPr>
          <a:xfrm>
            <a:off x="6586619" y="2377254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buNone/>
              <a:defRPr sz="1000" b="1">
                <a:solidFill>
                  <a:srgbClr val="073B5C"/>
                </a:solidFill>
              </a:defRPr>
            </a:pPr>
            <a:r>
              <a:rPr sz="1000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장르</a:t>
            </a:r>
            <a:endParaRPr sz="1000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A05D3FA-D8D1-4205-A3BC-CA5B692B2E58}"/>
              </a:ext>
            </a:extLst>
          </p:cNvPr>
          <p:cNvSpPr>
            <a:spLocks noGrp="1"/>
          </p:cNvSpPr>
          <p:nvPr/>
        </p:nvSpPr>
        <p:spPr>
          <a:xfrm>
            <a:off x="7862968" y="2262954"/>
            <a:ext cx="3151353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buNone/>
              <a:defRPr sz="1000" b="0">
                <a:solidFill>
                  <a:srgbClr val="163247"/>
                </a:solidFill>
              </a:defRPr>
            </a:pPr>
            <a:r>
              <a:rPr sz="1000" b="0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잠입</a:t>
            </a:r>
            <a:r>
              <a:rPr lang="en-US" sz="1000" b="0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</a:t>
            </a:r>
            <a:r>
              <a:rPr lang="en-US" sz="1000" b="0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액션</a:t>
            </a:r>
            <a:r>
              <a:rPr sz="1000" b="0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어드벤처</a:t>
            </a:r>
            <a:endParaRPr sz="1000" b="0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244A151-AEC8-43E0-A354-930CA725CF26}"/>
              </a:ext>
            </a:extLst>
          </p:cNvPr>
          <p:cNvSpPr>
            <a:spLocks noGrp="1"/>
          </p:cNvSpPr>
          <p:nvPr/>
        </p:nvSpPr>
        <p:spPr>
          <a:xfrm>
            <a:off x="6375303" y="2756163"/>
            <a:ext cx="4833562" cy="384512"/>
          </a:xfrm>
          <a:prstGeom prst="roundRect">
            <a:avLst>
              <a:gd name="adj" fmla="val 12121"/>
            </a:avLst>
          </a:prstGeom>
          <a:noFill/>
          <a:ln w="12700">
            <a:solidFill>
              <a:srgbClr val="D8E3EA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69467DD-691B-4E35-B7ED-1201020777F7}"/>
              </a:ext>
            </a:extLst>
          </p:cNvPr>
          <p:cNvSpPr>
            <a:spLocks noGrp="1"/>
          </p:cNvSpPr>
          <p:nvPr/>
        </p:nvSpPr>
        <p:spPr>
          <a:xfrm>
            <a:off x="6586619" y="2834454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buNone/>
              <a:defRPr sz="1000" b="1">
                <a:solidFill>
                  <a:srgbClr val="073B5C"/>
                </a:solidFill>
              </a:defRPr>
            </a:pPr>
            <a:r>
              <a:rPr sz="1000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플레이</a:t>
            </a:r>
            <a:r>
              <a:rPr sz="1000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방식</a:t>
            </a:r>
            <a:endParaRPr sz="1000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24F0599-B21E-4664-A964-A7635507D3BD}"/>
              </a:ext>
            </a:extLst>
          </p:cNvPr>
          <p:cNvSpPr>
            <a:spLocks noGrp="1"/>
          </p:cNvSpPr>
          <p:nvPr/>
        </p:nvSpPr>
        <p:spPr>
          <a:xfrm>
            <a:off x="7862968" y="2720154"/>
            <a:ext cx="3151353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buNone/>
              <a:defRPr sz="1000" b="0">
                <a:solidFill>
                  <a:srgbClr val="163247"/>
                </a:solidFill>
              </a:defRPr>
            </a:pPr>
            <a:r>
              <a:rPr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2.5D </a:t>
            </a:r>
            <a:r>
              <a:rPr sz="1000" b="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횡스크롤</a:t>
            </a:r>
            <a:r>
              <a:rPr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</a:t>
            </a:r>
            <a:r>
              <a:rPr sz="1000" b="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</a:t>
            </a:r>
            <a:r>
              <a:rPr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탐색</a:t>
            </a:r>
            <a:endParaRPr sz="1000" b="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52BF6292-CAAB-487B-901F-FE07EA116275}"/>
              </a:ext>
            </a:extLst>
          </p:cNvPr>
          <p:cNvSpPr>
            <a:spLocks noGrp="1"/>
          </p:cNvSpPr>
          <p:nvPr/>
        </p:nvSpPr>
        <p:spPr>
          <a:xfrm>
            <a:off x="6375303" y="3208040"/>
            <a:ext cx="4833562" cy="384512"/>
          </a:xfrm>
          <a:prstGeom prst="roundRect">
            <a:avLst>
              <a:gd name="adj" fmla="val 12121"/>
            </a:avLst>
          </a:prstGeom>
          <a:noFill/>
          <a:ln w="12700">
            <a:solidFill>
              <a:srgbClr val="D8E3EA"/>
            </a:solidFill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9A3A36D-C585-4B72-A417-DE8D48167D49}"/>
              </a:ext>
            </a:extLst>
          </p:cNvPr>
          <p:cNvSpPr>
            <a:spLocks noGrp="1"/>
          </p:cNvSpPr>
          <p:nvPr/>
        </p:nvSpPr>
        <p:spPr>
          <a:xfrm>
            <a:off x="6586619" y="3286331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buNone/>
              <a:defRPr sz="1000" b="1">
                <a:solidFill>
                  <a:srgbClr val="073B5C"/>
                </a:solidFill>
              </a:defRPr>
            </a:pPr>
            <a:r>
              <a:rPr sz="1000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</a:t>
            </a:r>
            <a:r>
              <a:rPr sz="1000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목표</a:t>
            </a:r>
            <a:endParaRPr sz="1000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8BDF646-39C2-48AB-9BC7-B68315DBFC78}"/>
              </a:ext>
            </a:extLst>
          </p:cNvPr>
          <p:cNvSpPr>
            <a:spLocks noGrp="1"/>
          </p:cNvSpPr>
          <p:nvPr/>
        </p:nvSpPr>
        <p:spPr>
          <a:xfrm>
            <a:off x="7862968" y="3172031"/>
            <a:ext cx="3151353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buNone/>
              <a:defRPr sz="1000" b="0">
                <a:solidFill>
                  <a:srgbClr val="163247"/>
                </a:solidFill>
              </a:defRPr>
            </a:pPr>
            <a:r>
              <a:rPr sz="1000" b="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호흡을</a:t>
            </a:r>
            <a:r>
              <a:rPr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조절해</a:t>
            </a:r>
            <a:r>
              <a:rPr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적과</a:t>
            </a:r>
            <a:r>
              <a:rPr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위험</a:t>
            </a:r>
            <a:r>
              <a:rPr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요소</a:t>
            </a:r>
            <a:r>
              <a:rPr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돌파</a:t>
            </a:r>
            <a:endParaRPr sz="1000" b="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2EDA340-C77A-4A56-867A-CB3EB1902B4D}"/>
              </a:ext>
            </a:extLst>
          </p:cNvPr>
          <p:cNvSpPr>
            <a:spLocks noGrp="1"/>
          </p:cNvSpPr>
          <p:nvPr/>
        </p:nvSpPr>
        <p:spPr>
          <a:xfrm>
            <a:off x="1129553" y="4958527"/>
            <a:ext cx="1790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sz="15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플레이</a:t>
            </a:r>
            <a:r>
              <a:rPr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5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흐름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007F9B50-9C49-47A8-BA0F-2E061B01B3F2}"/>
              </a:ext>
            </a:extLst>
          </p:cNvPr>
          <p:cNvSpPr>
            <a:spLocks noGrp="1"/>
          </p:cNvSpPr>
          <p:nvPr/>
        </p:nvSpPr>
        <p:spPr>
          <a:xfrm>
            <a:off x="1129553" y="5497306"/>
            <a:ext cx="2305517" cy="701488"/>
          </a:xfrm>
          <a:prstGeom prst="roundRect">
            <a:avLst>
              <a:gd name="adj" fmla="val 19048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  <p:txBody>
          <a:bodyPr anchor="ctr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정찰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환경</a:t>
            </a:r>
            <a:r>
              <a:rPr lang="en-US" altLang="ko-KR" sz="1000" dirty="0">
                <a:latin typeface="맑은 고딕" panose="020B0503020000020004" pitchFamily="50" charset="-127"/>
              </a:rPr>
              <a:t> · </a:t>
            </a:r>
            <a:r>
              <a:rPr lang="ko-KR" altLang="en-US" sz="1000" dirty="0">
                <a:latin typeface="맑은 고딕" panose="020B0503020000020004" pitchFamily="50" charset="-127"/>
              </a:rPr>
              <a:t>회보 위치 파악</a:t>
            </a:r>
            <a:endParaRPr lang="ko-KR" alt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E32F716-B5C4-40E1-872F-39C0D7276E91}"/>
              </a:ext>
            </a:extLst>
          </p:cNvPr>
          <p:cNvSpPr>
            <a:spLocks noGrp="1"/>
          </p:cNvSpPr>
          <p:nvPr/>
        </p:nvSpPr>
        <p:spPr>
          <a:xfrm>
            <a:off x="3435070" y="5714700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2500" lnSpcReduction="10000"/>
          </a:bodyPr>
          <a:lstStyle/>
          <a:p>
            <a:pPr algn="ctr">
              <a:lnSpc>
                <a:spcPct val="120000"/>
              </a:lnSpc>
              <a:buNone/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5E42B5BD-962D-4B9F-A7DF-033E85843EC8}"/>
              </a:ext>
            </a:extLst>
          </p:cNvPr>
          <p:cNvSpPr>
            <a:spLocks noGrp="1"/>
          </p:cNvSpPr>
          <p:nvPr/>
        </p:nvSpPr>
        <p:spPr>
          <a:xfrm>
            <a:off x="3720820" y="5497306"/>
            <a:ext cx="2305517" cy="701488"/>
          </a:xfrm>
          <a:prstGeom prst="roundRect">
            <a:avLst>
              <a:gd name="adj" fmla="val 19048"/>
            </a:avLst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  <p:txBody>
          <a:bodyPr anchor="ctr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선택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들이마시기</a:t>
            </a:r>
            <a:r>
              <a:rPr lang="en-US" altLang="ko-KR" sz="1000" dirty="0">
                <a:latin typeface="맑은 고딕" panose="020B0503020000020004" pitchFamily="50" charset="-127"/>
              </a:rPr>
              <a:t> · </a:t>
            </a:r>
            <a:r>
              <a:rPr lang="ko-KR" altLang="en-US" sz="1000" dirty="0">
                <a:latin typeface="맑은 고딕" panose="020B0503020000020004" pitchFamily="50" charset="-127"/>
              </a:rPr>
              <a:t>숨 참기 </a:t>
            </a:r>
            <a:r>
              <a:rPr lang="en-US" altLang="ko-KR" sz="1000" dirty="0">
                <a:latin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</a:rPr>
              <a:t>내쉬기 조절</a:t>
            </a:r>
            <a:endParaRPr lang="ko-KR" alt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4C8FA7E6-F2AD-49C6-B6F7-A7722E72EEA5}"/>
              </a:ext>
            </a:extLst>
          </p:cNvPr>
          <p:cNvSpPr>
            <a:spLocks noGrp="1"/>
          </p:cNvSpPr>
          <p:nvPr/>
        </p:nvSpPr>
        <p:spPr>
          <a:xfrm>
            <a:off x="6026337" y="5714700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2500" lnSpcReduction="10000"/>
          </a:bodyPr>
          <a:lstStyle/>
          <a:p>
            <a:pPr algn="ctr">
              <a:lnSpc>
                <a:spcPct val="120000"/>
              </a:lnSpc>
              <a:buNone/>
              <a:defRPr sz="1500" b="1">
                <a:solidFill>
                  <a:srgbClr val="073B5C"/>
                </a:solidFill>
              </a:defRPr>
            </a:pPr>
            <a:r>
              <a:rPr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146154FF-A5C1-44A2-B118-EDCDF8EF7C1B}"/>
              </a:ext>
            </a:extLst>
          </p:cNvPr>
          <p:cNvSpPr>
            <a:spLocks noGrp="1"/>
          </p:cNvSpPr>
          <p:nvPr/>
        </p:nvSpPr>
        <p:spPr>
          <a:xfrm>
            <a:off x="6312088" y="5497306"/>
            <a:ext cx="2305516" cy="701488"/>
          </a:xfrm>
          <a:prstGeom prst="roundRect">
            <a:avLst>
              <a:gd name="adj" fmla="val 19048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  <p:txBody>
          <a:bodyPr anchor="ctr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능력 활용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은신 </a:t>
            </a:r>
            <a:r>
              <a:rPr lang="en-US" altLang="ko-KR" sz="1000" dirty="0">
                <a:latin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</a:rPr>
              <a:t>체공</a:t>
            </a:r>
            <a:r>
              <a:rPr lang="en-US" altLang="ko-KR" sz="1000" dirty="0">
                <a:latin typeface="맑은 고딕" panose="020B0503020000020004" pitchFamily="50" charset="-127"/>
              </a:rPr>
              <a:t> · </a:t>
            </a:r>
            <a:r>
              <a:rPr lang="ko-KR" altLang="en-US" sz="1000" dirty="0">
                <a:latin typeface="맑은 고딕" panose="020B0503020000020004" pitchFamily="50" charset="-127"/>
              </a:rPr>
              <a:t>오브젝트 조작</a:t>
            </a:r>
            <a:endParaRPr lang="ko-KR" alt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7E57072B-212D-4975-BF15-579D2BE4B4BF}"/>
              </a:ext>
            </a:extLst>
          </p:cNvPr>
          <p:cNvSpPr>
            <a:spLocks noGrp="1"/>
          </p:cNvSpPr>
          <p:nvPr/>
        </p:nvSpPr>
        <p:spPr>
          <a:xfrm>
            <a:off x="8617605" y="5714700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2500" lnSpcReduction="10000"/>
          </a:bodyPr>
          <a:lstStyle/>
          <a:p>
            <a:pPr algn="ctr">
              <a:lnSpc>
                <a:spcPct val="120000"/>
              </a:lnSpc>
              <a:buNone/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6EF354D-CE1F-4D6C-A6F0-C9CF58EFA22E}"/>
              </a:ext>
            </a:extLst>
          </p:cNvPr>
          <p:cNvSpPr>
            <a:spLocks noGrp="1"/>
          </p:cNvSpPr>
          <p:nvPr/>
        </p:nvSpPr>
        <p:spPr>
          <a:xfrm>
            <a:off x="8903355" y="5497306"/>
            <a:ext cx="2305514" cy="701488"/>
          </a:xfrm>
          <a:prstGeom prst="roundRect">
            <a:avLst>
              <a:gd name="adj" fmla="val 19048"/>
            </a:avLst>
          </a:prstGeom>
          <a:solidFill>
            <a:srgbClr val="EDE4FA"/>
          </a:solidFill>
          <a:ln w="9525">
            <a:solidFill>
              <a:srgbClr val="EDE4FA"/>
            </a:solidFill>
            <a:prstDash val="solid"/>
          </a:ln>
        </p:spPr>
        <p:txBody>
          <a:bodyPr anchor="ctr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위험 돌파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상황에 맞는 경로 확보</a:t>
            </a:r>
          </a:p>
        </p:txBody>
      </p:sp>
      <p:sp>
        <p:nvSpPr>
          <p:cNvPr id="54" name="직선 연결선 53">
            <a:extLst>
              <a:ext uri="{FF2B5EF4-FFF2-40B4-BE49-F238E27FC236}">
                <a16:creationId xmlns:a16="http://schemas.microsoft.com/office/drawing/2014/main" id="{9988EE61-6B2B-4B8E-B551-6683A2F16300}"/>
              </a:ext>
            </a:extLst>
          </p:cNvPr>
          <p:cNvSpPr>
            <a:spLocks noGrp="1"/>
          </p:cNvSpPr>
          <p:nvPr/>
        </p:nvSpPr>
        <p:spPr>
          <a:xfrm flipH="1">
            <a:off x="7760701" y="2756162"/>
            <a:ext cx="0" cy="384513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111C4EBE-BC60-C52E-60D7-86834B8815BD}"/>
              </a:ext>
            </a:extLst>
          </p:cNvPr>
          <p:cNvSpPr>
            <a:spLocks noGrp="1"/>
          </p:cNvSpPr>
          <p:nvPr/>
        </p:nvSpPr>
        <p:spPr>
          <a:xfrm>
            <a:off x="457200" y="850781"/>
            <a:ext cx="112395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5B2E93E-EE9F-5ACE-407A-D5A1C5AB970C}"/>
              </a:ext>
            </a:extLst>
          </p:cNvPr>
          <p:cNvSpPr>
            <a:spLocks noGrp="1"/>
          </p:cNvSpPr>
          <p:nvPr/>
        </p:nvSpPr>
        <p:spPr>
          <a:xfrm>
            <a:off x="457200" y="303096"/>
            <a:ext cx="25426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  </a:t>
            </a:r>
            <a:r>
              <a:rPr sz="2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게임</a:t>
            </a:r>
            <a:r>
              <a:rPr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소개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1" name="모서리가 둥근 직사각형 10">
            <a:extLst>
              <a:ext uri="{FF2B5EF4-FFF2-40B4-BE49-F238E27FC236}">
                <a16:creationId xmlns:a16="http://schemas.microsoft.com/office/drawing/2014/main" id="{C4255000-2593-2C6F-193A-AC9DF4619252}"/>
              </a:ext>
            </a:extLst>
          </p:cNvPr>
          <p:cNvSpPr/>
          <p:nvPr/>
        </p:nvSpPr>
        <p:spPr>
          <a:xfrm>
            <a:off x="1129553" y="1802914"/>
            <a:ext cx="4833562" cy="2875689"/>
          </a:xfrm>
          <a:prstGeom prst="roundRect">
            <a:avLst>
              <a:gd name="adj" fmla="val 2912"/>
            </a:avLst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BFA19945-7BBE-F6A3-9368-26AD081CC98D}"/>
              </a:ext>
            </a:extLst>
          </p:cNvPr>
          <p:cNvSpPr>
            <a:spLocks noGrp="1"/>
          </p:cNvSpPr>
          <p:nvPr/>
        </p:nvSpPr>
        <p:spPr>
          <a:xfrm>
            <a:off x="1129553" y="1264135"/>
            <a:ext cx="1790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타이틀 화면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F6F2999F-5EC1-6889-BC43-EB3937CE0B8B}"/>
              </a:ext>
            </a:extLst>
          </p:cNvPr>
          <p:cNvSpPr>
            <a:spLocks noGrp="1"/>
          </p:cNvSpPr>
          <p:nvPr/>
        </p:nvSpPr>
        <p:spPr>
          <a:xfrm>
            <a:off x="6375303" y="1264135"/>
            <a:ext cx="1790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개요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9" name="직선 연결선 28">
            <a:extLst>
              <a:ext uri="{FF2B5EF4-FFF2-40B4-BE49-F238E27FC236}">
                <a16:creationId xmlns:a16="http://schemas.microsoft.com/office/drawing/2014/main" id="{9EC67493-3743-4438-8345-5BAD51076EC3}"/>
              </a:ext>
            </a:extLst>
          </p:cNvPr>
          <p:cNvSpPr>
            <a:spLocks noGrp="1"/>
          </p:cNvSpPr>
          <p:nvPr/>
        </p:nvSpPr>
        <p:spPr>
          <a:xfrm flipH="1">
            <a:off x="7760701" y="2298963"/>
            <a:ext cx="0" cy="384512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</p:sp>
      <p:sp>
        <p:nvSpPr>
          <p:cNvPr id="30" name="직선 연결선 29">
            <a:extLst>
              <a:ext uri="{FF2B5EF4-FFF2-40B4-BE49-F238E27FC236}">
                <a16:creationId xmlns:a16="http://schemas.microsoft.com/office/drawing/2014/main" id="{14575459-B6CF-49B9-B564-27B48E6C9B7A}"/>
              </a:ext>
            </a:extLst>
          </p:cNvPr>
          <p:cNvSpPr>
            <a:spLocks noGrp="1"/>
          </p:cNvSpPr>
          <p:nvPr/>
        </p:nvSpPr>
        <p:spPr>
          <a:xfrm flipH="1">
            <a:off x="7760701" y="1848223"/>
            <a:ext cx="0" cy="384513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</p:sp>
      <p:sp>
        <p:nvSpPr>
          <p:cNvPr id="31" name="직선 연결선 30">
            <a:extLst>
              <a:ext uri="{FF2B5EF4-FFF2-40B4-BE49-F238E27FC236}">
                <a16:creationId xmlns:a16="http://schemas.microsoft.com/office/drawing/2014/main" id="{76BE024B-4DBE-4281-A2D1-96E440878092}"/>
              </a:ext>
            </a:extLst>
          </p:cNvPr>
          <p:cNvSpPr>
            <a:spLocks noGrp="1"/>
          </p:cNvSpPr>
          <p:nvPr/>
        </p:nvSpPr>
        <p:spPr>
          <a:xfrm flipH="1">
            <a:off x="7760701" y="3208039"/>
            <a:ext cx="0" cy="384513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DBA60B98-EA18-4ACC-95F0-3C07F84F718A}"/>
              </a:ext>
            </a:extLst>
          </p:cNvPr>
          <p:cNvSpPr>
            <a:spLocks noGrp="1"/>
          </p:cNvSpPr>
          <p:nvPr/>
        </p:nvSpPr>
        <p:spPr>
          <a:xfrm>
            <a:off x="6375303" y="3662887"/>
            <a:ext cx="4833562" cy="1015716"/>
          </a:xfrm>
          <a:prstGeom prst="roundRect">
            <a:avLst>
              <a:gd name="adj" fmla="val 12121"/>
            </a:avLst>
          </a:prstGeom>
          <a:noFill/>
          <a:ln w="12700">
            <a:solidFill>
              <a:srgbClr val="D8E3EA"/>
            </a:solidFill>
            <a:prstDash val="solid"/>
          </a:ln>
        </p:spPr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AEABA51E-6BE4-4556-8884-0FC3FA335088}"/>
              </a:ext>
            </a:extLst>
          </p:cNvPr>
          <p:cNvSpPr>
            <a:spLocks noGrp="1"/>
          </p:cNvSpPr>
          <p:nvPr/>
        </p:nvSpPr>
        <p:spPr>
          <a:xfrm>
            <a:off x="6586619" y="4055852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buNone/>
              <a:defRPr sz="1000" b="1">
                <a:solidFill>
                  <a:srgbClr val="073B5C"/>
                </a:solidFill>
              </a:defRPr>
            </a:pPr>
            <a:r>
              <a:rPr lang="ko-KR" altLang="en-US" sz="1000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플레이 경험</a:t>
            </a:r>
            <a:endParaRPr sz="1000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2CD2E58B-8B4B-4C97-9DBE-FCFA99FD4541}"/>
              </a:ext>
            </a:extLst>
          </p:cNvPr>
          <p:cNvSpPr>
            <a:spLocks noGrp="1"/>
          </p:cNvSpPr>
          <p:nvPr/>
        </p:nvSpPr>
        <p:spPr>
          <a:xfrm>
            <a:off x="7862968" y="3679739"/>
            <a:ext cx="3151353" cy="98082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  <a:defRPr sz="1000" b="0">
                <a:solidFill>
                  <a:srgbClr val="163247"/>
                </a:solidFill>
              </a:defRPr>
            </a:pP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플레이어는 숨을 언제 확보하고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언제 참으며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언제 내쉴지를 반복적으로 판단한다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.</a:t>
            </a:r>
          </a:p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  <a:defRPr sz="1000" b="0">
                <a:solidFill>
                  <a:srgbClr val="163247"/>
                </a:solidFill>
              </a:defRPr>
            </a:pP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같은 공간도 호흡 선택에 따라 은신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회피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 유도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 대응 방식이 달라진다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.</a:t>
            </a:r>
            <a:endParaRPr sz="1000" b="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1" name="직선 연결선 40">
            <a:extLst>
              <a:ext uri="{FF2B5EF4-FFF2-40B4-BE49-F238E27FC236}">
                <a16:creationId xmlns:a16="http://schemas.microsoft.com/office/drawing/2014/main" id="{1D944072-5315-44E6-8207-821B37DE0E3F}"/>
              </a:ext>
            </a:extLst>
          </p:cNvPr>
          <p:cNvSpPr>
            <a:spLocks noGrp="1"/>
          </p:cNvSpPr>
          <p:nvPr/>
        </p:nvSpPr>
        <p:spPr>
          <a:xfrm flipH="1">
            <a:off x="7760701" y="3662886"/>
            <a:ext cx="0" cy="1015717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427046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636E394-60FF-4331-AFD9-8A742F984D8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8676528C-6751-4DB0-BC17-73F760D38AA1}"/>
              </a:ext>
            </a:extLst>
          </p:cNvPr>
          <p:cNvSpPr>
            <a:spLocks noGrp="1"/>
          </p:cNvSpPr>
          <p:nvPr/>
        </p:nvSpPr>
        <p:spPr>
          <a:xfrm>
            <a:off x="457200" y="850781"/>
            <a:ext cx="11478126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1D9E4CB-E1C9-4A74-B04E-A88C5F89CEA2}"/>
              </a:ext>
            </a:extLst>
          </p:cNvPr>
          <p:cNvSpPr>
            <a:spLocks noGrp="1"/>
          </p:cNvSpPr>
          <p:nvPr/>
        </p:nvSpPr>
        <p:spPr>
          <a:xfrm>
            <a:off x="457200" y="303096"/>
            <a:ext cx="310515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 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정의 및 설명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3AF80CA9-BC4C-4B90-A8E0-DFB7742F4FC2}"/>
              </a:ext>
            </a:extLst>
          </p:cNvPr>
          <p:cNvSpPr>
            <a:spLocks noGrp="1"/>
          </p:cNvSpPr>
          <p:nvPr/>
        </p:nvSpPr>
        <p:spPr>
          <a:xfrm>
            <a:off x="543407" y="1492251"/>
            <a:ext cx="3791357" cy="1026360"/>
          </a:xfrm>
          <a:prstGeom prst="roundRect">
            <a:avLst>
              <a:gd name="adj" fmla="val 12121"/>
            </a:avLst>
          </a:prstGeom>
          <a:noFill/>
          <a:ln w="12700">
            <a:solidFill>
              <a:srgbClr val="D8E3EA"/>
            </a:solidFill>
            <a:prstDash val="solid"/>
          </a:ln>
        </p:spPr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8CF34E-9E88-4EAD-B93A-5115F86972AF}"/>
              </a:ext>
            </a:extLst>
          </p:cNvPr>
          <p:cNvSpPr txBox="1"/>
          <p:nvPr/>
        </p:nvSpPr>
        <p:spPr>
          <a:xfrm>
            <a:off x="594297" y="1627891"/>
            <a:ext cx="3707626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시스템 정의</a:t>
            </a:r>
            <a:endParaRPr lang="en-US" altLang="ko-KR"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플레이어가 들이마시기 </a:t>
            </a:r>
            <a:r>
              <a:rPr lang="en-US" altLang="ko-KR" sz="1000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</a:t>
            </a:r>
            <a:r>
              <a:rPr lang="en-US" altLang="ko-KR" sz="1000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내쉬기를 직접 조절해 호흡량과 소음을 관리하는 핵심 행동 시스템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6DF205-6896-457B-9662-19FCFA4ED665}"/>
              </a:ext>
            </a:extLst>
          </p:cNvPr>
          <p:cNvSpPr txBox="1"/>
          <p:nvPr/>
        </p:nvSpPr>
        <p:spPr>
          <a:xfrm>
            <a:off x="594297" y="2739190"/>
            <a:ext cx="3707626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설계 의도</a:t>
            </a:r>
            <a:endParaRPr lang="en-US" altLang="ko-KR"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호흡을 행동 선택의 비용이자 정보로 활용해 이동 </a:t>
            </a:r>
            <a:r>
              <a:rPr lang="en-US" altLang="ko-KR" sz="1000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은신 </a:t>
            </a:r>
            <a:r>
              <a:rPr lang="en-US" altLang="ko-KR" sz="1000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 대응을 하나의 반복 판단 구조로 연결함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F5B5F371-7E76-4F9E-88ED-BBF39F8EFA7C}"/>
              </a:ext>
            </a:extLst>
          </p:cNvPr>
          <p:cNvSpPr>
            <a:spLocks noGrp="1"/>
          </p:cNvSpPr>
          <p:nvPr/>
        </p:nvSpPr>
        <p:spPr>
          <a:xfrm>
            <a:off x="543407" y="2606800"/>
            <a:ext cx="3791357" cy="1026360"/>
          </a:xfrm>
          <a:prstGeom prst="roundRect">
            <a:avLst>
              <a:gd name="adj" fmla="val 12121"/>
            </a:avLst>
          </a:prstGeom>
          <a:noFill/>
          <a:ln w="12700">
            <a:solidFill>
              <a:srgbClr val="D8E3EA"/>
            </a:solidFill>
            <a:prstDash val="solid"/>
          </a:ln>
        </p:spPr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4BB6A8E-8FF4-4CAB-B7D7-952833E2A5B3}"/>
              </a:ext>
            </a:extLst>
          </p:cNvPr>
          <p:cNvSpPr>
            <a:spLocks noGrp="1"/>
          </p:cNvSpPr>
          <p:nvPr/>
        </p:nvSpPr>
        <p:spPr>
          <a:xfrm>
            <a:off x="4680285" y="1492250"/>
            <a:ext cx="6807868" cy="4703467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C2EFEB1-C840-43E9-B726-719DEAC497A9}"/>
              </a:ext>
            </a:extLst>
          </p:cNvPr>
          <p:cNvSpPr>
            <a:spLocks noGrp="1"/>
          </p:cNvSpPr>
          <p:nvPr/>
        </p:nvSpPr>
        <p:spPr>
          <a:xfrm>
            <a:off x="5013225" y="1758695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시스템 볼륨 맵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18C770A-1734-460F-A5DF-8D136B82D697}"/>
              </a:ext>
            </a:extLst>
          </p:cNvPr>
          <p:cNvSpPr>
            <a:spLocks noGrp="1"/>
          </p:cNvSpPr>
          <p:nvPr/>
        </p:nvSpPr>
        <p:spPr>
          <a:xfrm>
            <a:off x="5013225" y="2053970"/>
            <a:ext cx="619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buNone/>
              <a:defRPr sz="1000" b="0">
                <a:solidFill>
                  <a:srgbClr val="667B8B"/>
                </a:solidFill>
              </a:defRPr>
            </a:pPr>
            <a:r>
              <a:rPr sz="1000" b="0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호흡</a:t>
            </a:r>
            <a:r>
              <a:rPr sz="1000" b="0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결과가</a:t>
            </a:r>
            <a:r>
              <a:rPr sz="1000" b="0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000" b="0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다른 시스템으로 전달되고</a:t>
            </a:r>
            <a:r>
              <a:rPr lang="en-US" altLang="ko-KR" sz="1000" b="0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ko-KR" altLang="en-US" sz="1000" b="0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다시 호흡 조건을 변화시킴</a:t>
            </a:r>
            <a:endParaRPr sz="1000" b="0" dirty="0">
              <a:solidFill>
                <a:srgbClr val="667B8B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FA47E3C3-D732-44BA-9774-EFEE1DDE5F29}"/>
              </a:ext>
            </a:extLst>
          </p:cNvPr>
          <p:cNvSpPr>
            <a:spLocks noGrp="1"/>
          </p:cNvSpPr>
          <p:nvPr/>
        </p:nvSpPr>
        <p:spPr>
          <a:xfrm>
            <a:off x="4988594" y="5602830"/>
            <a:ext cx="619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buNone/>
              <a:defRPr sz="1000" b="1">
                <a:solidFill>
                  <a:srgbClr val="073B5C"/>
                </a:solidFill>
              </a:defRPr>
            </a:pP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이동</a:t>
            </a:r>
            <a:r>
              <a:rPr lang="en-US"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lang="en-US"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환경</a:t>
            </a:r>
            <a:r>
              <a:rPr lang="en-US"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lang="en-US"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능력이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다시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호흡의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소비량</a:t>
            </a:r>
            <a:r>
              <a:rPr lang="en-US"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lang="en-US"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안전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한계</a:t>
            </a:r>
            <a:r>
              <a:rPr lang="en-US"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lang="en-US"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회복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위치를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바꿈</a:t>
            </a:r>
            <a:endParaRPr sz="1000" b="1" dirty="0">
              <a:solidFill>
                <a:srgbClr val="073B5C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7" name="Oval 30">
            <a:extLst>
              <a:ext uri="{FF2B5EF4-FFF2-40B4-BE49-F238E27FC236}">
                <a16:creationId xmlns:a16="http://schemas.microsoft.com/office/drawing/2014/main" id="{31F9865E-3D3D-4FB3-9ED7-F0BB6FF0EC9E}"/>
              </a:ext>
            </a:extLst>
          </p:cNvPr>
          <p:cNvSpPr>
            <a:spLocks noGrp="1"/>
          </p:cNvSpPr>
          <p:nvPr/>
        </p:nvSpPr>
        <p:spPr>
          <a:xfrm>
            <a:off x="7468711" y="3526353"/>
            <a:ext cx="1329359" cy="1329359"/>
          </a:xfrm>
          <a:prstGeom prst="ellipse">
            <a:avLst/>
          </a:prstGeom>
          <a:solidFill>
            <a:srgbClr val="042D62"/>
          </a:solidFill>
          <a:ln w="25400">
            <a:solidFill>
              <a:srgbClr val="042D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anchor="ctr">
            <a:normAutofit/>
          </a:bodyPr>
          <a:lstStyle/>
          <a:p>
            <a:pPr algn="ctr">
              <a:lnSpc>
                <a:spcPct val="150000"/>
              </a:lnSpc>
              <a:buNone/>
              <a:def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rPr sz="1500">
                <a:latin typeface="맑은 고딕"/>
                <a:ea typeface="맑은 고딕"/>
                <a:cs typeface="맑은 고딕"/>
              </a:rPr>
              <a:t>호흡</a:t>
            </a:r>
          </a:p>
        </p:txBody>
      </p:sp>
      <p:sp>
        <p:nvSpPr>
          <p:cNvPr id="18" name="Oval 33">
            <a:extLst>
              <a:ext uri="{FF2B5EF4-FFF2-40B4-BE49-F238E27FC236}">
                <a16:creationId xmlns:a16="http://schemas.microsoft.com/office/drawing/2014/main" id="{FD45D6CD-8B56-458E-8B00-74F7ADA361A4}"/>
              </a:ext>
            </a:extLst>
          </p:cNvPr>
          <p:cNvSpPr>
            <a:spLocks noGrp="1"/>
          </p:cNvSpPr>
          <p:nvPr/>
        </p:nvSpPr>
        <p:spPr>
          <a:xfrm>
            <a:off x="7840120" y="2520256"/>
            <a:ext cx="908676" cy="908676"/>
          </a:xfrm>
          <a:prstGeom prst="ellipse">
            <a:avLst/>
          </a:prstGeom>
          <a:solidFill>
            <a:srgbClr val="EAF8F0"/>
          </a:solidFill>
          <a:ln w="17145">
            <a:solidFill>
              <a:srgbClr val="55AF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anchor="ctr">
            <a:normAutofit/>
          </a:bodyPr>
          <a:lstStyle/>
          <a:p>
            <a:pPr algn="ctr">
              <a:lnSpc>
                <a:spcPct val="150000"/>
              </a:lnSpc>
              <a:buNone/>
              <a:defRPr sz="1120" b="1">
                <a:solidFill>
                  <a:srgbClr val="21252B"/>
                </a:solidFill>
                <a:latin typeface="맑은 고딕"/>
                <a:ea typeface="맑은 고딕"/>
                <a:cs typeface="맑은 고딕"/>
              </a:defRPr>
            </a:pPr>
            <a:r>
              <a:rPr sz="1000">
                <a:latin typeface="맑은 고딕"/>
                <a:ea typeface="맑은 고딕"/>
                <a:cs typeface="맑은 고딕"/>
              </a:rPr>
              <a:t>들이마시기</a:t>
            </a:r>
          </a:p>
        </p:txBody>
      </p:sp>
      <p:sp>
        <p:nvSpPr>
          <p:cNvPr id="19" name="Oval 34">
            <a:extLst>
              <a:ext uri="{FF2B5EF4-FFF2-40B4-BE49-F238E27FC236}">
                <a16:creationId xmlns:a16="http://schemas.microsoft.com/office/drawing/2014/main" id="{FD4DB3A5-E178-4A3B-82A8-6A1867EE0E31}"/>
              </a:ext>
            </a:extLst>
          </p:cNvPr>
          <p:cNvSpPr>
            <a:spLocks noGrp="1"/>
          </p:cNvSpPr>
          <p:nvPr/>
        </p:nvSpPr>
        <p:spPr>
          <a:xfrm>
            <a:off x="6521387" y="3215648"/>
            <a:ext cx="908676" cy="908676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anchor="ctr">
            <a:normAutofit/>
          </a:bodyPr>
          <a:lstStyle/>
          <a:p>
            <a:pPr algn="ctr">
              <a:lnSpc>
                <a:spcPct val="150000"/>
              </a:lnSpc>
              <a:buNone/>
              <a:defRPr sz="1120" b="1">
                <a:solidFill>
                  <a:srgbClr val="21252B"/>
                </a:solidFill>
                <a:latin typeface="맑은 고딕"/>
                <a:ea typeface="맑은 고딕"/>
                <a:cs typeface="맑은 고딕"/>
              </a:defRPr>
            </a:pPr>
            <a:r>
              <a:rPr sz="1000">
                <a:latin typeface="맑은 고딕"/>
                <a:ea typeface="맑은 고딕"/>
                <a:cs typeface="맑은 고딕"/>
              </a:rPr>
              <a:t>숨 참기</a:t>
            </a:r>
          </a:p>
        </p:txBody>
      </p:sp>
      <p:sp>
        <p:nvSpPr>
          <p:cNvPr id="20" name="Oval 35">
            <a:extLst>
              <a:ext uri="{FF2B5EF4-FFF2-40B4-BE49-F238E27FC236}">
                <a16:creationId xmlns:a16="http://schemas.microsoft.com/office/drawing/2014/main" id="{BBFB9D93-6252-4C78-9E43-1E70571520A5}"/>
              </a:ext>
            </a:extLst>
          </p:cNvPr>
          <p:cNvSpPr>
            <a:spLocks noGrp="1"/>
          </p:cNvSpPr>
          <p:nvPr/>
        </p:nvSpPr>
        <p:spPr>
          <a:xfrm>
            <a:off x="8934282" y="3349346"/>
            <a:ext cx="908676" cy="908676"/>
          </a:xfrm>
          <a:prstGeom prst="ellipse">
            <a:avLst/>
          </a:prstGeom>
          <a:solidFill>
            <a:srgbClr val="FFF2C7"/>
          </a:solidFill>
          <a:ln w="17145">
            <a:solidFill>
              <a:srgbClr val="FFD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anchor="ctr">
            <a:normAutofit/>
          </a:bodyPr>
          <a:lstStyle/>
          <a:p>
            <a:pPr algn="ctr">
              <a:lnSpc>
                <a:spcPct val="150000"/>
              </a:lnSpc>
              <a:buNone/>
              <a:defRPr sz="1120" b="1">
                <a:solidFill>
                  <a:srgbClr val="21252B"/>
                </a:solidFill>
                <a:latin typeface="맑은 고딕"/>
                <a:ea typeface="맑은 고딕"/>
                <a:cs typeface="맑은 고딕"/>
              </a:defRPr>
            </a:pPr>
            <a:r>
              <a:rPr sz="1000">
                <a:latin typeface="맑은 고딕"/>
                <a:ea typeface="맑은 고딕"/>
                <a:cs typeface="맑은 고딕"/>
              </a:rPr>
              <a:t>내쉬기</a:t>
            </a:r>
          </a:p>
        </p:txBody>
      </p:sp>
      <p:sp>
        <p:nvSpPr>
          <p:cNvPr id="21" name="Oval 36">
            <a:extLst>
              <a:ext uri="{FF2B5EF4-FFF2-40B4-BE49-F238E27FC236}">
                <a16:creationId xmlns:a16="http://schemas.microsoft.com/office/drawing/2014/main" id="{77D4F6E3-DAD7-45A6-A916-6505BE42C276}"/>
              </a:ext>
            </a:extLst>
          </p:cNvPr>
          <p:cNvSpPr>
            <a:spLocks noGrp="1"/>
          </p:cNvSpPr>
          <p:nvPr/>
        </p:nvSpPr>
        <p:spPr>
          <a:xfrm>
            <a:off x="8773528" y="4390776"/>
            <a:ext cx="908676" cy="908676"/>
          </a:xfrm>
          <a:prstGeom prst="ellipse">
            <a:avLst/>
          </a:prstGeom>
          <a:solidFill>
            <a:srgbClr val="FFE3D4"/>
          </a:solidFill>
          <a:ln w="17145">
            <a:solidFill>
              <a:srgbClr val="FF7C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anchor="ctr">
            <a:normAutofit/>
          </a:bodyPr>
          <a:lstStyle/>
          <a:p>
            <a:pPr algn="ctr">
              <a:lnSpc>
                <a:spcPct val="150000"/>
              </a:lnSpc>
              <a:buNone/>
              <a:defRPr sz="950" b="1">
                <a:solidFill>
                  <a:srgbClr val="21252B"/>
                </a:solidFill>
                <a:latin typeface="맑은 고딕"/>
                <a:ea typeface="맑은 고딕"/>
                <a:cs typeface="맑은 고딕"/>
              </a:defRPr>
            </a:pPr>
            <a:r>
              <a:rPr sz="1000">
                <a:latin typeface="맑은 고딕"/>
                <a:ea typeface="맑은 고딕"/>
                <a:cs typeface="맑은 고딕"/>
              </a:rPr>
              <a:t>소음</a:t>
            </a:r>
          </a:p>
        </p:txBody>
      </p:sp>
      <p:sp>
        <p:nvSpPr>
          <p:cNvPr id="22" name="Oval 37">
            <a:extLst>
              <a:ext uri="{FF2B5EF4-FFF2-40B4-BE49-F238E27FC236}">
                <a16:creationId xmlns:a16="http://schemas.microsoft.com/office/drawing/2014/main" id="{DEE82D8E-D9C5-4DE0-A7D5-55A858EDE101}"/>
              </a:ext>
            </a:extLst>
          </p:cNvPr>
          <p:cNvSpPr>
            <a:spLocks noGrp="1"/>
          </p:cNvSpPr>
          <p:nvPr/>
        </p:nvSpPr>
        <p:spPr>
          <a:xfrm>
            <a:off x="6210082" y="4100114"/>
            <a:ext cx="622611" cy="622611"/>
          </a:xfrm>
          <a:prstGeom prst="ellipse">
            <a:avLst/>
          </a:prstGeom>
          <a:solidFill>
            <a:srgbClr val="D9F5F1"/>
          </a:solidFill>
          <a:ln w="17145">
            <a:solidFill>
              <a:srgbClr val="6DD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anchor="ctr">
            <a:normAutofit/>
          </a:bodyPr>
          <a:lstStyle/>
          <a:p>
            <a:pPr algn="ctr">
              <a:lnSpc>
                <a:spcPct val="150000"/>
              </a:lnSpc>
              <a:buNone/>
              <a:defRPr sz="950" b="1">
                <a:solidFill>
                  <a:srgbClr val="21252B"/>
                </a:solidFill>
                <a:latin typeface="맑은 고딕"/>
                <a:ea typeface="맑은 고딕"/>
                <a:cs typeface="맑은 고딕"/>
              </a:defRPr>
            </a:pPr>
            <a:r>
              <a:rPr sz="1000">
                <a:latin typeface="맑은 고딕"/>
                <a:ea typeface="맑은 고딕"/>
                <a:cs typeface="맑은 고딕"/>
              </a:rPr>
              <a:t>적 AI</a:t>
            </a:r>
          </a:p>
        </p:txBody>
      </p:sp>
      <p:sp>
        <p:nvSpPr>
          <p:cNvPr id="23" name="Oval 38">
            <a:extLst>
              <a:ext uri="{FF2B5EF4-FFF2-40B4-BE49-F238E27FC236}">
                <a16:creationId xmlns:a16="http://schemas.microsoft.com/office/drawing/2014/main" id="{66B2C071-BE8A-45BD-9DDA-023057CF2C89}"/>
              </a:ext>
            </a:extLst>
          </p:cNvPr>
          <p:cNvSpPr>
            <a:spLocks noGrp="1"/>
          </p:cNvSpPr>
          <p:nvPr/>
        </p:nvSpPr>
        <p:spPr>
          <a:xfrm>
            <a:off x="7108725" y="2594937"/>
            <a:ext cx="622611" cy="622611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anchor="ctr">
            <a:normAutofit fontScale="99793" lnSpcReduction="10000"/>
          </a:bodyPr>
          <a:lstStyle/>
          <a:p>
            <a:pPr algn="ctr">
              <a:lnSpc>
                <a:spcPct val="150000"/>
              </a:lnSpc>
              <a:buNone/>
              <a:defRPr sz="860" b="1">
                <a:solidFill>
                  <a:srgbClr val="21252B"/>
                </a:solidFill>
                <a:latin typeface="맑은 고딕"/>
                <a:ea typeface="맑은 고딕"/>
                <a:cs typeface="맑은 고딕"/>
              </a:defRPr>
            </a:pPr>
            <a:r>
              <a:rPr sz="1000">
                <a:latin typeface="맑은 고딕"/>
                <a:ea typeface="맑은 고딕"/>
                <a:cs typeface="맑은 고딕"/>
              </a:rPr>
              <a:t>능력</a:t>
            </a:r>
          </a:p>
          <a:p>
            <a:pPr algn="ctr">
              <a:lnSpc>
                <a:spcPct val="150000"/>
              </a:lnSpc>
              <a:buNone/>
              <a:defRPr sz="860" b="1">
                <a:solidFill>
                  <a:srgbClr val="21252B"/>
                </a:solidFill>
                <a:latin typeface="맑은 고딕"/>
                <a:ea typeface="맑은 고딕"/>
                <a:cs typeface="맑은 고딕"/>
              </a:defRPr>
            </a:pPr>
            <a:r>
              <a:rPr sz="1000">
                <a:latin typeface="맑은 고딕"/>
                <a:ea typeface="맑은 고딕"/>
                <a:cs typeface="맑은 고딕"/>
              </a:rPr>
              <a:t>· 장비</a:t>
            </a:r>
          </a:p>
        </p:txBody>
      </p:sp>
      <p:sp>
        <p:nvSpPr>
          <p:cNvPr id="24" name="Oval 39">
            <a:extLst>
              <a:ext uri="{FF2B5EF4-FFF2-40B4-BE49-F238E27FC236}">
                <a16:creationId xmlns:a16="http://schemas.microsoft.com/office/drawing/2014/main" id="{2E763C88-0A67-4D51-A8D1-656F57735A9B}"/>
              </a:ext>
            </a:extLst>
          </p:cNvPr>
          <p:cNvSpPr>
            <a:spLocks noGrp="1"/>
          </p:cNvSpPr>
          <p:nvPr/>
        </p:nvSpPr>
        <p:spPr>
          <a:xfrm>
            <a:off x="9745393" y="4142895"/>
            <a:ext cx="622611" cy="622611"/>
          </a:xfrm>
          <a:prstGeom prst="ellipse">
            <a:avLst/>
          </a:prstGeom>
          <a:solidFill>
            <a:srgbClr val="FFF2C7"/>
          </a:solidFill>
          <a:ln w="17145">
            <a:solidFill>
              <a:srgbClr val="FFD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anchor="ctr">
            <a:normAutofit lnSpcReduction="10000"/>
          </a:bodyPr>
          <a:lstStyle/>
          <a:p>
            <a:pPr algn="ctr">
              <a:lnSpc>
                <a:spcPct val="150000"/>
              </a:lnSpc>
              <a:buNone/>
              <a:defRPr sz="950" b="1">
                <a:solidFill>
                  <a:srgbClr val="21252B"/>
                </a:solidFill>
                <a:latin typeface="맑은 고딕"/>
                <a:ea typeface="맑은 고딕"/>
                <a:cs typeface="맑은 고딕"/>
              </a:defRPr>
            </a:pPr>
            <a:r>
              <a:rPr sz="1000">
                <a:latin typeface="맑은 고딕"/>
                <a:ea typeface="맑은 고딕"/>
                <a:cs typeface="맑은 고딕"/>
              </a:rPr>
              <a:t>이동 방식</a:t>
            </a:r>
          </a:p>
        </p:txBody>
      </p:sp>
      <p:sp>
        <p:nvSpPr>
          <p:cNvPr id="25" name="Oval 40">
            <a:extLst>
              <a:ext uri="{FF2B5EF4-FFF2-40B4-BE49-F238E27FC236}">
                <a16:creationId xmlns:a16="http://schemas.microsoft.com/office/drawing/2014/main" id="{E2192CC0-A259-43FD-882C-5D4A10F7461C}"/>
              </a:ext>
            </a:extLst>
          </p:cNvPr>
          <p:cNvSpPr>
            <a:spLocks noGrp="1"/>
          </p:cNvSpPr>
          <p:nvPr/>
        </p:nvSpPr>
        <p:spPr>
          <a:xfrm>
            <a:off x="6773497" y="4527947"/>
            <a:ext cx="908676" cy="908676"/>
          </a:xfrm>
          <a:prstGeom prst="ellipse">
            <a:avLst/>
          </a:prstGeom>
          <a:solidFill>
            <a:srgbClr val="E8F8F8"/>
          </a:solidFill>
          <a:ln w="17145">
            <a:solidFill>
              <a:srgbClr val="4AB0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anchor="ctr">
            <a:normAutofit/>
          </a:bodyPr>
          <a:lstStyle/>
          <a:p>
            <a:pPr algn="ctr">
              <a:lnSpc>
                <a:spcPct val="150000"/>
              </a:lnSpc>
              <a:buNone/>
              <a:defRPr sz="950" b="1">
                <a:solidFill>
                  <a:srgbClr val="21252B"/>
                </a:solidFill>
                <a:latin typeface="맑은 고딕"/>
                <a:ea typeface="맑은 고딕"/>
                <a:cs typeface="맑은 고딕"/>
              </a:defRPr>
            </a:pPr>
            <a:r>
              <a:rPr sz="1000">
                <a:latin typeface="맑은 고딕"/>
                <a:ea typeface="맑은 고딕"/>
                <a:cs typeface="맑은 고딕"/>
              </a:rPr>
              <a:t>공기 환경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4305B10-FB97-4022-BD1C-971081D77AA4}"/>
              </a:ext>
            </a:extLst>
          </p:cNvPr>
          <p:cNvSpPr>
            <a:spLocks noGrp="1"/>
          </p:cNvSpPr>
          <p:nvPr/>
        </p:nvSpPr>
        <p:spPr>
          <a:xfrm>
            <a:off x="556949" y="3721349"/>
            <a:ext cx="3777815" cy="742950"/>
          </a:xfrm>
          <a:prstGeom prst="roundRect">
            <a:avLst>
              <a:gd name="adj" fmla="val 10256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  <p:txBody>
          <a:bodyPr anchor="ctr"/>
          <a:lstStyle/>
          <a:p>
            <a:pPr algn="ctr">
              <a:lnSpc>
                <a:spcPct val="150000"/>
              </a:lnSpc>
              <a:buNone/>
            </a:pPr>
            <a:r>
              <a:rPr sz="15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슬로건</a:t>
            </a:r>
            <a:endParaRPr sz="1500" dirty="0">
              <a:latin typeface="맑은 고딕"/>
              <a:ea typeface="맑은 고딕"/>
              <a:cs typeface="맑은 고딕"/>
            </a:endParaRPr>
          </a:p>
          <a:p>
            <a:pPr algn="ctr">
              <a:lnSpc>
                <a:spcPct val="150000"/>
              </a:lnSpc>
              <a:buNone/>
            </a:pPr>
            <a:r>
              <a:rPr sz="1000" dirty="0" err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호흡을</a:t>
            </a:r>
            <a:r>
              <a:rPr sz="1000" dirty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dirty="0" err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조절해</a:t>
            </a:r>
            <a:r>
              <a:rPr sz="1000" dirty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1000" dirty="0" err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위험</a:t>
            </a:r>
            <a:r>
              <a:rPr sz="1000" dirty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dirty="0" err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속에서</a:t>
            </a:r>
            <a:r>
              <a:rPr sz="1000" dirty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dirty="0" err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길을</a:t>
            </a:r>
            <a:r>
              <a:rPr sz="1000" dirty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dirty="0" err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만들어라</a:t>
            </a:r>
            <a:endParaRPr sz="1000" dirty="0">
              <a:solidFill>
                <a:srgbClr val="16324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C31C6BD-FCA0-4A11-90B4-A23182501C8F}"/>
              </a:ext>
            </a:extLst>
          </p:cNvPr>
          <p:cNvSpPr>
            <a:spLocks noGrp="1"/>
          </p:cNvSpPr>
          <p:nvPr/>
        </p:nvSpPr>
        <p:spPr>
          <a:xfrm>
            <a:off x="556949" y="4587058"/>
            <a:ext cx="3777815" cy="742950"/>
          </a:xfrm>
          <a:prstGeom prst="roundRect">
            <a:avLst>
              <a:gd name="adj" fmla="val 10256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  <p:txBody>
          <a:bodyPr anchor="ctr"/>
          <a:lstStyle/>
          <a:p>
            <a:pPr algn="ctr">
              <a:lnSpc>
                <a:spcPct val="150000"/>
              </a:lnSpc>
              <a:buNone/>
            </a:pPr>
            <a:r>
              <a:rPr sz="1500" b="1" dirty="0" err="1">
                <a:latin typeface="맑은 고딕"/>
                <a:ea typeface="맑은 고딕"/>
                <a:cs typeface="맑은 고딕"/>
              </a:rPr>
              <a:t>효과</a:t>
            </a:r>
            <a:endParaRPr sz="1500" b="1" dirty="0">
              <a:latin typeface="맑은 고딕"/>
              <a:ea typeface="맑은 고딕"/>
              <a:cs typeface="맑은 고딕"/>
            </a:endParaRPr>
          </a:p>
          <a:p>
            <a:pPr algn="ctr">
              <a:lnSpc>
                <a:spcPct val="150000"/>
              </a:lnSpc>
              <a:buNone/>
            </a:pPr>
            <a:r>
              <a:rPr sz="1000" b="0" dirty="0" err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이동·은신·환경</a:t>
            </a:r>
            <a:r>
              <a:rPr sz="1000" b="0" dirty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대응</a:t>
            </a:r>
            <a:r>
              <a:rPr lang="ko-KR" altLang="en-US" sz="1000" b="0" dirty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의 결과를</a:t>
            </a:r>
            <a:r>
              <a:rPr sz="1000" b="0" dirty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하나의</a:t>
            </a:r>
            <a:r>
              <a:rPr sz="1000" b="0" dirty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호흡</a:t>
            </a:r>
            <a:r>
              <a:rPr sz="1000" b="0" dirty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규칙으로</a:t>
            </a:r>
            <a:r>
              <a:rPr sz="1000" b="0" dirty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연결</a:t>
            </a:r>
            <a:endParaRPr sz="1000" b="0" dirty="0">
              <a:solidFill>
                <a:srgbClr val="16324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DB2FA98-808F-4F43-BC4B-BFD642A1BA36}"/>
              </a:ext>
            </a:extLst>
          </p:cNvPr>
          <p:cNvSpPr>
            <a:spLocks noGrp="1"/>
          </p:cNvSpPr>
          <p:nvPr/>
        </p:nvSpPr>
        <p:spPr>
          <a:xfrm>
            <a:off x="556950" y="5452767"/>
            <a:ext cx="3777814" cy="742950"/>
          </a:xfrm>
          <a:prstGeom prst="roundRect">
            <a:avLst>
              <a:gd name="adj" fmla="val 10256"/>
            </a:avLst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  <p:txBody>
          <a:bodyPr anchor="ctr"/>
          <a:lstStyle/>
          <a:p>
            <a:pPr algn="ctr">
              <a:lnSpc>
                <a:spcPct val="150000"/>
              </a:lnSpc>
              <a:buNone/>
            </a:pPr>
            <a:r>
              <a:rPr lang="ko-KR" altLang="en-US" sz="1500" b="1" dirty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재미</a:t>
            </a:r>
          </a:p>
          <a:p>
            <a:pPr algn="ctr">
              <a:lnSpc>
                <a:spcPct val="150000"/>
              </a:lnSpc>
              <a:buNone/>
            </a:pPr>
            <a:r>
              <a:rPr lang="ko-KR" altLang="en-US" sz="1000" b="0" dirty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언제</a:t>
            </a:r>
            <a:r>
              <a:rPr lang="en-US" altLang="ko-KR" sz="1000" dirty="0">
                <a:solidFill>
                  <a:srgbClr val="042D62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lang="ko-KR" altLang="en-US" sz="1000" dirty="0">
                <a:solidFill>
                  <a:srgbClr val="042D62"/>
                </a:solidFill>
                <a:latin typeface="맑은 고딕"/>
                <a:ea typeface="맑은 고딕"/>
                <a:cs typeface="맑은 고딕"/>
              </a:rPr>
              <a:t>얼마나</a:t>
            </a:r>
            <a:r>
              <a:rPr lang="en-US" altLang="ko-KR" sz="1000" dirty="0">
                <a:solidFill>
                  <a:srgbClr val="042D62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lang="ko-KR" altLang="en-US" sz="1000" dirty="0">
                <a:solidFill>
                  <a:srgbClr val="042D62"/>
                </a:solidFill>
                <a:latin typeface="맑은 고딕"/>
                <a:ea typeface="맑은 고딕"/>
                <a:cs typeface="맑은 고딕"/>
              </a:rPr>
              <a:t>어디서 숨 쉴지에 따라 같은 공간의 해법이 달라짐</a:t>
            </a:r>
            <a:endParaRPr lang="ko-KR" altLang="en-US" sz="1000" b="0" dirty="0">
              <a:solidFill>
                <a:srgbClr val="163247"/>
              </a:solidFill>
              <a:latin typeface="맑은 고딕"/>
              <a:ea typeface="맑은 고딕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970027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1038</Words>
  <Application>Microsoft Office PowerPoint</Application>
  <PresentationFormat>와이드스크린</PresentationFormat>
  <Paragraphs>127</Paragraphs>
  <Slides>4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musukie52@gmail.com</dc:creator>
  <cp:lastModifiedBy>Administrator</cp:lastModifiedBy>
  <cp:revision>4</cp:revision>
  <dcterms:created xsi:type="dcterms:W3CDTF">2026-09-04T01:09:29Z</dcterms:created>
  <dcterms:modified xsi:type="dcterms:W3CDTF">2026-09-04T04:57:39Z</dcterms:modified>
</cp:coreProperties>
</file>