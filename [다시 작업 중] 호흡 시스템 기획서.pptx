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7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3EA"/>
    <a:srgbClr val="073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445DDB-0258-4D79-A2EC-4DA765757A9B}" v="108" dt="2026-09-04T02:07:57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">
      <pc:chgData name="musukie52@gmail.com" userId="017bd91f96aa8751" providerId="LiveId" clId="{5B2C3894-F97E-4CAB-8812-5BB4D83AAC6A}" dt="2026-09-04T02:19:56.831" v="1372" actId="1076"/>
      <pc:docMkLst>
        <pc:docMk/>
      </pc:docMkLst>
      <pc:sldChg chg="new del">
        <pc:chgData name="musukie52@gmail.com" userId="017bd91f96aa8751" providerId="LiveId" clId="{5B2C3894-F97E-4CAB-8812-5BB4D83AAC6A}" dt="2026-09-04T01:09:35.297" v="1" actId="47"/>
        <pc:sldMkLst>
          <pc:docMk/>
          <pc:sldMk cId="579473188" sldId="256"/>
        </pc:sldMkLst>
      </pc:sldChg>
      <pc:sldChg chg="delSp new del mod">
        <pc:chgData name="musukie52@gmail.com" userId="017bd91f96aa8751" providerId="LiveId" clId="{5B2C3894-F97E-4CAB-8812-5BB4D83AAC6A}" dt="2026-09-04T01:30:32.872" v="8" actId="47"/>
        <pc:sldMkLst>
          <pc:docMk/>
          <pc:sldMk cId="4025814209" sldId="256"/>
        </pc:sldMkLst>
        <pc:spChg chg="del">
          <ac:chgData name="musukie52@gmail.com" userId="017bd91f96aa8751" providerId="LiveId" clId="{5B2C3894-F97E-4CAB-8812-5BB4D83AAC6A}" dt="2026-09-04T01:21:42.774" v="3" actId="478"/>
          <ac:spMkLst>
            <pc:docMk/>
            <pc:sldMk cId="4025814209" sldId="256"/>
            <ac:spMk id="2" creationId="{0D031663-5070-CAF6-06D0-C9E2946396FA}"/>
          </ac:spMkLst>
        </pc:spChg>
        <pc:spChg chg="del">
          <ac:chgData name="musukie52@gmail.com" userId="017bd91f96aa8751" providerId="LiveId" clId="{5B2C3894-F97E-4CAB-8812-5BB4D83AAC6A}" dt="2026-09-04T01:21:42.774" v="3" actId="478"/>
          <ac:spMkLst>
            <pc:docMk/>
            <pc:sldMk cId="4025814209" sldId="256"/>
            <ac:spMk id="3" creationId="{AD61BB27-37F3-FB43-4AA3-856646081853}"/>
          </ac:spMkLst>
        </pc:spChg>
      </pc:sldChg>
      <pc:sldChg chg="addSp modSp add mod setBg">
        <pc:chgData name="musukie52@gmail.com" userId="017bd91f96aa8751" providerId="LiveId" clId="{5B2C3894-F97E-4CAB-8812-5BB4D83AAC6A}" dt="2026-09-04T01:37:18.934" v="335" actId="1076"/>
        <pc:sldMkLst>
          <pc:docMk/>
          <pc:sldMk cId="1635155223" sldId="257"/>
        </pc:sldMkLst>
        <pc:spChg chg="mod">
          <ac:chgData name="musukie52@gmail.com" userId="017bd91f96aa8751" providerId="LiveId" clId="{5B2C3894-F97E-4CAB-8812-5BB4D83AAC6A}" dt="2026-09-04T01:31:22.184" v="16" actId="2085"/>
          <ac:spMkLst>
            <pc:docMk/>
            <pc:sldMk cId="1635155223" sldId="257"/>
            <ac:spMk id="5" creationId="{143C8938-04FC-4CB8-8D97-E5DFA00EA410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6" creationId="{EC0FBAFE-EEB4-EC97-F9AD-130BF4AD5E17}"/>
          </ac:spMkLst>
        </pc:spChg>
        <pc:spChg chg="add 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7" creationId="{1FB5A897-C728-D648-3CEC-46370691959D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10" creationId="{AE32F7F7-7D35-4512-841E-FB1683574C35}"/>
          </ac:spMkLst>
        </pc:spChg>
        <pc:spChg chg="add 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11" creationId="{A37E6F68-398C-1F87-0377-90E6F7D6879A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2" creationId="{697A96F3-F878-432B-8D5F-AD731093354A}"/>
          </ac:spMkLst>
        </pc:spChg>
        <pc:spChg chg="mod">
          <ac:chgData name="musukie52@gmail.com" userId="017bd91f96aa8751" providerId="LiveId" clId="{5B2C3894-F97E-4CAB-8812-5BB4D83AAC6A}" dt="2026-09-04T01:34:30.494" v="182" actId="14100"/>
          <ac:spMkLst>
            <pc:docMk/>
            <pc:sldMk cId="1635155223" sldId="257"/>
            <ac:spMk id="14" creationId="{B92D9DFD-4FBB-4DC9-9530-8FCB23675D0D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15" creationId="{790BB670-ED79-5CE3-93E5-C5EFF87B995A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6" creationId="{A3DAB228-973F-4C3A-8518-09AEBB6947BE}"/>
          </ac:spMkLst>
        </pc:spChg>
        <pc:spChg chg="mod">
          <ac:chgData name="musukie52@gmail.com" userId="017bd91f96aa8751" providerId="LiveId" clId="{5B2C3894-F97E-4CAB-8812-5BB4D83AAC6A}" dt="2026-09-04T01:35:42.778" v="194" actId="1076"/>
          <ac:spMkLst>
            <pc:docMk/>
            <pc:sldMk cId="1635155223" sldId="257"/>
            <ac:spMk id="17" creationId="{740FDC81-25BB-4EF8-A268-A3D338ECB19F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18" creationId="{CEF95B12-99CD-43B8-9092-2ED1C70D6344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9" creationId="{3EAED878-32CD-4C6C-91F7-10989830DB62}"/>
          </ac:spMkLst>
        </pc:spChg>
        <pc:spChg chg="mod">
          <ac:chgData name="musukie52@gmail.com" userId="017bd91f96aa8751" providerId="LiveId" clId="{5B2C3894-F97E-4CAB-8812-5BB4D83AAC6A}" dt="2026-09-04T01:34:52.662" v="184" actId="1076"/>
          <ac:spMkLst>
            <pc:docMk/>
            <pc:sldMk cId="1635155223" sldId="257"/>
            <ac:spMk id="20" creationId="{E404C84D-8F7E-4CD9-B097-C6A65811C65B}"/>
          </ac:spMkLst>
        </pc:spChg>
        <pc:spChg chg="mod">
          <ac:chgData name="musukie52@gmail.com" userId="017bd91f96aa8751" providerId="LiveId" clId="{5B2C3894-F97E-4CAB-8812-5BB4D83AAC6A}" dt="2026-09-04T01:34:52.662" v="184" actId="1076"/>
          <ac:spMkLst>
            <pc:docMk/>
            <pc:sldMk cId="1635155223" sldId="257"/>
            <ac:spMk id="21" creationId="{0DF22705-D450-43F2-A6E0-5167828672D3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24" creationId="{7E8B9F0A-9486-7D87-B1ED-57BAFE4B3E0C}"/>
          </ac:spMkLst>
        </pc:spChg>
        <pc:spChg chg="add mod">
          <ac:chgData name="musukie52@gmail.com" userId="017bd91f96aa8751" providerId="LiveId" clId="{5B2C3894-F97E-4CAB-8812-5BB4D83AAC6A}" dt="2026-09-04T01:36:14.468" v="254" actId="20577"/>
          <ac:spMkLst>
            <pc:docMk/>
            <pc:sldMk cId="1635155223" sldId="257"/>
            <ac:spMk id="25" creationId="{93C5AD5B-B331-3390-8990-AF25B1027504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26" creationId="{1292A8F3-AB5C-7863-3B7B-A7808C1B4367}"/>
          </ac:spMkLst>
        </pc:spChg>
        <pc:spChg chg="add 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28" creationId="{70105D2F-EA56-6460-0F27-AD1C8F0B0713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30" creationId="{EB0AF01D-DD3E-4EB9-BF09-F5254E2374AF}"/>
          </ac:spMkLst>
        </pc:spChg>
        <pc:spChg chg="add mod">
          <ac:chgData name="musukie52@gmail.com" userId="017bd91f96aa8751" providerId="LiveId" clId="{5B2C3894-F97E-4CAB-8812-5BB4D83AAC6A}" dt="2026-09-04T01:36:37.680" v="271"/>
          <ac:spMkLst>
            <pc:docMk/>
            <pc:sldMk cId="1635155223" sldId="257"/>
            <ac:spMk id="31" creationId="{6179EE16-836B-A97F-DE8D-625CD601CCEC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32" creationId="{669C7472-35CC-014F-EA44-B3AAA5E11B57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34" creationId="{C23F74EC-D85A-5587-3EA4-D02F1C2268D7}"/>
          </ac:spMkLst>
        </pc:spChg>
        <pc:spChg chg="add 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35" creationId="{9D02B862-E221-6C6D-F640-392D635B9E69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36" creationId="{75C7709F-C3C1-1EBE-CCD8-B28527ECE1E1}"/>
          </ac:spMkLst>
        </pc:spChg>
        <pc:spChg chg="mod">
          <ac:chgData name="musukie52@gmail.com" userId="017bd91f96aa8751" providerId="LiveId" clId="{5B2C3894-F97E-4CAB-8812-5BB4D83AAC6A}" dt="2026-09-04T01:36:35.360" v="269"/>
          <ac:spMkLst>
            <pc:docMk/>
            <pc:sldMk cId="1635155223" sldId="257"/>
            <ac:spMk id="38" creationId="{0CA14A03-9879-FF89-79F5-A52E095FB3CD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40" creationId="{BF316233-627D-57E8-04DC-5F4A9B7C16E8}"/>
          </ac:spMkLst>
        </pc:spChg>
      </pc:sldChg>
      <pc:sldChg chg="addSp delSp modSp add mod setBg">
        <pc:chgData name="musukie52@gmail.com" userId="017bd91f96aa8751" providerId="LiveId" clId="{5B2C3894-F97E-4CAB-8812-5BB4D83AAC6A}" dt="2026-09-04T02:19:56.831" v="1372" actId="1076"/>
        <pc:sldMkLst>
          <pc:docMk/>
          <pc:sldMk cId="2068370415" sldId="258"/>
        </pc:sldMkLst>
        <pc:spChg chg="del">
          <ac:chgData name="musukie52@gmail.com" userId="017bd91f96aa8751" providerId="LiveId" clId="{5B2C3894-F97E-4CAB-8812-5BB4D83AAC6A}" dt="2026-09-04T01:37:43.103" v="336" actId="478"/>
          <ac:spMkLst>
            <pc:docMk/>
            <pc:sldMk cId="2068370415" sldId="258"/>
            <ac:spMk id="2" creationId="{EDF34D66-170F-4B19-A015-0BEF4103D84C}"/>
          </ac:spMkLst>
        </pc:spChg>
        <pc:spChg chg="mod">
          <ac:chgData name="musukie52@gmail.com" userId="017bd91f96aa8751" providerId="LiveId" clId="{5B2C3894-F97E-4CAB-8812-5BB4D83AAC6A}" dt="2026-09-04T01:37:51.841" v="337" actId="1076"/>
          <ac:spMkLst>
            <pc:docMk/>
            <pc:sldMk cId="2068370415" sldId="258"/>
            <ac:spMk id="3" creationId="{740ABD68-21A3-4937-8D1B-BEE4E507701F}"/>
          </ac:spMkLst>
        </pc:spChg>
        <pc:spChg chg="mod">
          <ac:chgData name="musukie52@gmail.com" userId="017bd91f96aa8751" providerId="LiveId" clId="{5B2C3894-F97E-4CAB-8812-5BB4D83AAC6A}" dt="2026-09-04T02:15:14.436" v="1301" actId="692"/>
          <ac:spMkLst>
            <pc:docMk/>
            <pc:sldMk cId="2068370415" sldId="258"/>
            <ac:spMk id="4" creationId="{FF3A480F-EFF0-4A75-BE7A-417D165F0847}"/>
          </ac:spMkLst>
        </pc:spChg>
        <pc:spChg chg="add mod">
          <ac:chgData name="musukie52@gmail.com" userId="017bd91f96aa8751" providerId="LiveId" clId="{5B2C3894-F97E-4CAB-8812-5BB4D83AAC6A}" dt="2026-09-04T01:42:02.030" v="501" actId="20577"/>
          <ac:spMkLst>
            <pc:docMk/>
            <pc:sldMk cId="2068370415" sldId="258"/>
            <ac:spMk id="8" creationId="{71E2F24D-21E0-ABAE-FD3E-B5D443C8908F}"/>
          </ac:spMkLst>
        </pc:spChg>
        <pc:spChg chg="add 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11" creationId="{B7DD9ACD-C6DA-7A48-A797-0D4DBAFBB442}"/>
          </ac:spMkLst>
        </pc:spChg>
        <pc:spChg chg="add del mod">
          <ac:chgData name="musukie52@gmail.com" userId="017bd91f96aa8751" providerId="LiveId" clId="{5B2C3894-F97E-4CAB-8812-5BB4D83AAC6A}" dt="2026-09-04T01:46:51.914" v="727" actId="478"/>
          <ac:spMkLst>
            <pc:docMk/>
            <pc:sldMk cId="2068370415" sldId="258"/>
            <ac:spMk id="14" creationId="{BA05D248-1FF8-CEA5-6CC2-9902D77D023C}"/>
          </ac:spMkLst>
        </pc:spChg>
        <pc:spChg chg="add del mod">
          <ac:chgData name="musukie52@gmail.com" userId="017bd91f96aa8751" providerId="LiveId" clId="{5B2C3894-F97E-4CAB-8812-5BB4D83AAC6A}" dt="2026-09-04T01:49:39.848" v="816" actId="21"/>
          <ac:spMkLst>
            <pc:docMk/>
            <pc:sldMk cId="2068370415" sldId="258"/>
            <ac:spMk id="16" creationId="{83323385-BC16-7392-6674-AD0EAA6A1067}"/>
          </ac:spMkLst>
        </pc:spChg>
        <pc:spChg chg="add del mod">
          <ac:chgData name="musukie52@gmail.com" userId="017bd91f96aa8751" providerId="LiveId" clId="{5B2C3894-F97E-4CAB-8812-5BB4D83AAC6A}" dt="2026-09-04T01:49:39.848" v="816" actId="21"/>
          <ac:spMkLst>
            <pc:docMk/>
            <pc:sldMk cId="2068370415" sldId="258"/>
            <ac:spMk id="19" creationId="{782A5A7E-1685-B435-B53A-2A6A8C1DE3B7}"/>
          </ac:spMkLst>
        </pc:spChg>
        <pc:spChg chg="mod">
          <ac:chgData name="musukie52@gmail.com" userId="017bd91f96aa8751" providerId="LiveId" clId="{5B2C3894-F97E-4CAB-8812-5BB4D83AAC6A}" dt="2026-09-04T01:48:32.279" v="809" actId="1076"/>
          <ac:spMkLst>
            <pc:docMk/>
            <pc:sldMk cId="2068370415" sldId="258"/>
            <ac:spMk id="21" creationId="{1B564F5B-F309-4E9D-BDF7-3FFEA4860222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22" creationId="{78B2674A-0914-4652-AB53-3B96ECADC228}"/>
          </ac:spMkLst>
        </pc:spChg>
        <pc:spChg chg="mod">
          <ac:chgData name="musukie52@gmail.com" userId="017bd91f96aa8751" providerId="LiveId" clId="{5B2C3894-F97E-4CAB-8812-5BB4D83AAC6A}" dt="2026-09-04T01:46:34.827" v="709" actId="14100"/>
          <ac:spMkLst>
            <pc:docMk/>
            <pc:sldMk cId="2068370415" sldId="258"/>
            <ac:spMk id="23" creationId="{92413D7A-564A-4B42-98C6-1BF39FA068D4}"/>
          </ac:spMkLst>
        </pc:spChg>
        <pc:spChg chg="mod">
          <ac:chgData name="musukie52@gmail.com" userId="017bd91f96aa8751" providerId="LiveId" clId="{5B2C3894-F97E-4CAB-8812-5BB4D83AAC6A}" dt="2026-09-04T01:38:45.727" v="355"/>
          <ac:spMkLst>
            <pc:docMk/>
            <pc:sldMk cId="2068370415" sldId="258"/>
            <ac:spMk id="25" creationId="{FB732F31-3411-55FB-D1F0-BD8170D8B019}"/>
          </ac:spMkLst>
        </pc:spChg>
        <pc:spChg chg="mod">
          <ac:chgData name="musukie52@gmail.com" userId="017bd91f96aa8751" providerId="LiveId" clId="{5B2C3894-F97E-4CAB-8812-5BB4D83AAC6A}" dt="2026-09-04T01:39:36.429" v="424"/>
          <ac:spMkLst>
            <pc:docMk/>
            <pc:sldMk cId="2068370415" sldId="258"/>
            <ac:spMk id="27" creationId="{F34F1B24-073D-31D6-DA90-243E4CED12F5}"/>
          </ac:spMkLst>
        </pc:spChg>
        <pc:spChg chg="mod">
          <ac:chgData name="musukie52@gmail.com" userId="017bd91f96aa8751" providerId="LiveId" clId="{5B2C3894-F97E-4CAB-8812-5BB4D83AAC6A}" dt="2026-09-04T01:39:32.970" v="415"/>
          <ac:spMkLst>
            <pc:docMk/>
            <pc:sldMk cId="2068370415" sldId="258"/>
            <ac:spMk id="29" creationId="{61420030-5E4A-C3E1-190D-D6DCC4CC5078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32" creationId="{14EB8204-6724-A0B5-67B2-3D7B932B9E19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34" creationId="{5E2CBDB6-EC3E-8E7F-7CFB-3C519EF24A16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41" creationId="{FD50A9B5-E26F-C913-C61C-69F1F9F09016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43" creationId="{F4FF3A14-D9E6-D110-7A37-72BE54F2C4D2}"/>
          </ac:spMkLst>
        </pc:spChg>
        <pc:spChg chg="add del mod">
          <ac:chgData name="musukie52@gmail.com" userId="017bd91f96aa8751" providerId="LiveId" clId="{5B2C3894-F97E-4CAB-8812-5BB4D83AAC6A}" dt="2026-09-04T01:48:32.279" v="809" actId="1076"/>
          <ac:spMkLst>
            <pc:docMk/>
            <pc:sldMk cId="2068370415" sldId="258"/>
            <ac:spMk id="45" creationId="{44EF31B1-2EFA-4639-9E86-E163795435BF}"/>
          </ac:spMkLst>
        </pc:spChg>
        <pc:spChg chg="add del mod">
          <ac:chgData name="musukie52@gmail.com" userId="017bd91f96aa8751" providerId="LiveId" clId="{5B2C3894-F97E-4CAB-8812-5BB4D83AAC6A}" dt="2026-09-04T02:19:22.246" v="1361" actId="1076"/>
          <ac:spMkLst>
            <pc:docMk/>
            <pc:sldMk cId="2068370415" sldId="258"/>
            <ac:spMk id="46" creationId="{F3DCA54E-87F6-499D-B63D-EBB269C3EC57}"/>
          </ac:spMkLst>
        </pc:spChg>
        <pc:spChg chg="add del 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47" creationId="{7994448B-8FB5-48A4-961D-E7C1DCFA5440}"/>
          </ac:spMkLst>
        </pc:spChg>
        <pc:spChg chg="del">
          <ac:chgData name="musukie52@gmail.com" userId="017bd91f96aa8751" providerId="LiveId" clId="{5B2C3894-F97E-4CAB-8812-5BB4D83AAC6A}" dt="2026-09-04T01:47:24.566" v="737" actId="478"/>
          <ac:spMkLst>
            <pc:docMk/>
            <pc:sldMk cId="2068370415" sldId="258"/>
            <ac:spMk id="48" creationId="{8CE10E80-7652-4B02-A00E-2E846E4048C7}"/>
          </ac:spMkLst>
        </pc:spChg>
        <pc:spChg chg="del">
          <ac:chgData name="musukie52@gmail.com" userId="017bd91f96aa8751" providerId="LiveId" clId="{5B2C3894-F97E-4CAB-8812-5BB4D83AAC6A}" dt="2026-09-04T01:47:24.566" v="737" actId="478"/>
          <ac:spMkLst>
            <pc:docMk/>
            <pc:sldMk cId="2068370415" sldId="258"/>
            <ac:spMk id="49" creationId="{3916522B-EF17-4AE6-AAD9-4A21C4A93430}"/>
          </ac:spMkLst>
        </pc:spChg>
        <pc:spChg chg="del">
          <ac:chgData name="musukie52@gmail.com" userId="017bd91f96aa8751" providerId="LiveId" clId="{5B2C3894-F97E-4CAB-8812-5BB4D83AAC6A}" dt="2026-09-04T01:48:00.254" v="786" actId="478"/>
          <ac:spMkLst>
            <pc:docMk/>
            <pc:sldMk cId="2068370415" sldId="258"/>
            <ac:spMk id="50" creationId="{7000C6B6-3483-4625-A72A-0BF579B3D130}"/>
          </ac:spMkLst>
        </pc:spChg>
        <pc:spChg chg="mod">
          <ac:chgData name="musukie52@gmail.com" userId="017bd91f96aa8751" providerId="LiveId" clId="{5B2C3894-F97E-4CAB-8812-5BB4D83AAC6A}" dt="2026-09-04T01:38:24.883" v="347" actId="6549"/>
          <ac:spMkLst>
            <pc:docMk/>
            <pc:sldMk cId="2068370415" sldId="258"/>
            <ac:spMk id="53" creationId="{020743D7-D45D-4443-BA0E-7B9481D31A5A}"/>
          </ac:spMkLst>
        </pc:spChg>
        <pc:spChg chg="mod">
          <ac:chgData name="musukie52@gmail.com" userId="017bd91f96aa8751" providerId="LiveId" clId="{5B2C3894-F97E-4CAB-8812-5BB4D83AAC6A}" dt="2026-09-04T01:39:08.053" v="398" actId="6549"/>
          <ac:spMkLst>
            <pc:docMk/>
            <pc:sldMk cId="2068370415" sldId="258"/>
            <ac:spMk id="59" creationId="{7BEB037B-A700-420C-B40D-6A113FB7BE8B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0" creationId="{D580564B-9503-46AA-8D82-3FA093548A93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1" creationId="{6B9F47D0-27C8-4348-BED1-45E60A772892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2" creationId="{5F2C2395-CD94-4B9E-AAF6-247F6CB0344C}"/>
          </ac:spMkLst>
        </pc:spChg>
        <pc:spChg chg="mod">
          <ac:chgData name="musukie52@gmail.com" userId="017bd91f96aa8751" providerId="LiveId" clId="{5B2C3894-F97E-4CAB-8812-5BB4D83AAC6A}" dt="2026-09-04T01:43:59.557" v="599" actId="6549"/>
          <ac:spMkLst>
            <pc:docMk/>
            <pc:sldMk cId="2068370415" sldId="258"/>
            <ac:spMk id="63" creationId="{4C2D5000-615A-5A40-6684-644B50C3F7EC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65" creationId="{4D2FD04E-D8CD-ECF3-880D-8AA5E0B8F6A9}"/>
          </ac:spMkLst>
        </pc:spChg>
        <pc:spChg chg="mod">
          <ac:chgData name="musukie52@gmail.com" userId="017bd91f96aa8751" providerId="LiveId" clId="{5B2C3894-F97E-4CAB-8812-5BB4D83AAC6A}" dt="2026-09-04T01:46:53.655" v="729" actId="20577"/>
          <ac:spMkLst>
            <pc:docMk/>
            <pc:sldMk cId="2068370415" sldId="258"/>
            <ac:spMk id="67" creationId="{3C8842C0-98A1-F8AA-3CAA-D38B8263E7B3}"/>
          </ac:spMkLst>
        </pc:spChg>
        <pc:spChg chg="add del 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71" creationId="{6826BE85-3F69-A204-369E-77CBCFD46867}"/>
          </ac:spMkLst>
        </pc:spChg>
        <pc:spChg chg="add del">
          <ac:chgData name="musukie52@gmail.com" userId="017bd91f96aa8751" providerId="LiveId" clId="{5B2C3894-F97E-4CAB-8812-5BB4D83AAC6A}" dt="2026-09-04T01:47:24.566" v="737" actId="478"/>
          <ac:spMkLst>
            <pc:docMk/>
            <pc:sldMk cId="2068370415" sldId="258"/>
            <ac:spMk id="73" creationId="{3D81BD33-DBB7-F7C8-D586-5900BF6014DC}"/>
          </ac:spMkLst>
        </pc:spChg>
        <pc:spChg chg="del">
          <ac:chgData name="musukie52@gmail.com" userId="017bd91f96aa8751" providerId="LiveId" clId="{5B2C3894-F97E-4CAB-8812-5BB4D83AAC6A}" dt="2026-09-04T01:47:24.566" v="737" actId="478"/>
          <ac:spMkLst>
            <pc:docMk/>
            <pc:sldMk cId="2068370415" sldId="258"/>
            <ac:spMk id="75" creationId="{A1FEDF96-3606-1843-2C58-4E6E50C88651}"/>
          </ac:spMkLst>
        </pc:spChg>
        <pc:spChg chg="mod">
          <ac:chgData name="musukie52@gmail.com" userId="017bd91f96aa8751" providerId="LiveId" clId="{5B2C3894-F97E-4CAB-8812-5BB4D83AAC6A}" dt="2026-09-04T02:15:14.436" v="1301" actId="692"/>
          <ac:spMkLst>
            <pc:docMk/>
            <pc:sldMk cId="2068370415" sldId="258"/>
            <ac:spMk id="81" creationId="{63F040BE-7C2A-0C3A-F5AB-80C8E9F93E27}"/>
          </ac:spMkLst>
        </pc:spChg>
        <pc:spChg chg="mod">
          <ac:chgData name="musukie52@gmail.com" userId="017bd91f96aa8751" providerId="LiveId" clId="{5B2C3894-F97E-4CAB-8812-5BB4D83AAC6A}" dt="2026-09-04T01:40:46.338" v="486" actId="20577"/>
          <ac:spMkLst>
            <pc:docMk/>
            <pc:sldMk cId="2068370415" sldId="258"/>
            <ac:spMk id="87" creationId="{6E8978F0-565B-6072-335A-97B4D3F8CF70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89" creationId="{16A33A9C-A1F8-B0DF-55B5-0FBAA3075441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91" creationId="{DBDD7264-2CCF-B49E-FC24-3790A3B689ED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93" creationId="{622655DC-1608-123F-E185-768322B89551}"/>
          </ac:spMkLst>
        </pc:spChg>
        <pc:spChg chg="add del mod">
          <ac:chgData name="musukie52@gmail.com" userId="017bd91f96aa8751" providerId="LiveId" clId="{5B2C3894-F97E-4CAB-8812-5BB4D83AAC6A}" dt="2026-09-04T01:48:05.872" v="791" actId="14100"/>
          <ac:spMkLst>
            <pc:docMk/>
            <pc:sldMk cId="2068370415" sldId="258"/>
            <ac:spMk id="95" creationId="{C828F81D-1A8C-B70D-76F6-6FD2C1296420}"/>
          </ac:spMkLst>
        </pc:spChg>
        <pc:spChg chg="del">
          <ac:chgData name="musukie52@gmail.com" userId="017bd91f96aa8751" providerId="LiveId" clId="{5B2C3894-F97E-4CAB-8812-5BB4D83AAC6A}" dt="2026-09-04T01:47:24.566" v="737" actId="478"/>
          <ac:spMkLst>
            <pc:docMk/>
            <pc:sldMk cId="2068370415" sldId="258"/>
            <ac:spMk id="97" creationId="{5F7C1D1F-E40A-A6A8-E53A-DFA53EB804A9}"/>
          </ac:spMkLst>
        </pc:spChg>
        <pc:picChg chg="add mod modCrop">
          <ac:chgData name="musukie52@gmail.com" userId="017bd91f96aa8751" providerId="LiveId" clId="{5B2C3894-F97E-4CAB-8812-5BB4D83AAC6A}" dt="2026-09-04T02:19:33.844" v="1364" actId="1076"/>
          <ac:picMkLst>
            <pc:docMk/>
            <pc:sldMk cId="2068370415" sldId="258"/>
            <ac:picMk id="24" creationId="{F6AFDA95-E9C8-15E2-48B2-BA6FB81FA762}"/>
          </ac:picMkLst>
        </pc:picChg>
        <pc:picChg chg="add mod ord modCrop">
          <ac:chgData name="musukie52@gmail.com" userId="017bd91f96aa8751" providerId="LiveId" clId="{5B2C3894-F97E-4CAB-8812-5BB4D83AAC6A}" dt="2026-09-04T02:19:28.837" v="1363" actId="1076"/>
          <ac:picMkLst>
            <pc:docMk/>
            <pc:sldMk cId="2068370415" sldId="258"/>
            <ac:picMk id="28" creationId="{CBBE2DE2-06D4-B9C5-891B-CC8F632771D4}"/>
          </ac:picMkLst>
        </pc:picChg>
        <pc:picChg chg="add del mod ord">
          <ac:chgData name="musukie52@gmail.com" userId="017bd91f96aa8751" providerId="LiveId" clId="{5B2C3894-F97E-4CAB-8812-5BB4D83AAC6A}" dt="2026-09-04T02:19:38.020" v="1366" actId="478"/>
          <ac:picMkLst>
            <pc:docMk/>
            <pc:sldMk cId="2068370415" sldId="258"/>
            <ac:picMk id="31" creationId="{18E205AD-AE5F-4276-A2EC-CA93272C0BD3}"/>
          </ac:picMkLst>
        </pc:picChg>
        <pc:picChg chg="add del mod">
          <ac:chgData name="musukie52@gmail.com" userId="017bd91f96aa8751" providerId="LiveId" clId="{5B2C3894-F97E-4CAB-8812-5BB4D83AAC6A}" dt="2026-09-04T02:16:27.027" v="1313" actId="478"/>
          <ac:picMkLst>
            <pc:docMk/>
            <pc:sldMk cId="2068370415" sldId="258"/>
            <ac:picMk id="35" creationId="{04E2E5A4-80F7-5478-6F31-4ACF2F75C250}"/>
          </ac:picMkLst>
        </pc:picChg>
        <pc:picChg chg="add del mod modCrop">
          <ac:chgData name="musukie52@gmail.com" userId="017bd91f96aa8751" providerId="LiveId" clId="{5B2C3894-F97E-4CAB-8812-5BB4D83AAC6A}" dt="2026-09-04T02:17:32.049" v="1335" actId="478"/>
          <ac:picMkLst>
            <pc:docMk/>
            <pc:sldMk cId="2068370415" sldId="258"/>
            <ac:picMk id="37" creationId="{EC32AEE7-3A7F-850B-C32F-6C8AED0EACA8}"/>
          </ac:picMkLst>
        </pc:picChg>
        <pc:picChg chg="add mod ord modCrop">
          <ac:chgData name="musukie52@gmail.com" userId="017bd91f96aa8751" providerId="LiveId" clId="{5B2C3894-F97E-4CAB-8812-5BB4D83AAC6A}" dt="2026-09-04T02:19:28.837" v="1363" actId="1076"/>
          <ac:picMkLst>
            <pc:docMk/>
            <pc:sldMk cId="2068370415" sldId="258"/>
            <ac:picMk id="42" creationId="{FC15F4EE-9F20-9EC3-21CD-B95BDB6FFA8B}"/>
          </ac:picMkLst>
        </pc:picChg>
        <pc:picChg chg="add mod">
          <ac:chgData name="musukie52@gmail.com" userId="017bd91f96aa8751" providerId="LiveId" clId="{5B2C3894-F97E-4CAB-8812-5BB4D83AAC6A}" dt="2026-09-04T02:19:56.831" v="1372" actId="1076"/>
          <ac:picMkLst>
            <pc:docMk/>
            <pc:sldMk cId="2068370415" sldId="258"/>
            <ac:picMk id="64" creationId="{A5D37E45-54E9-A742-56F9-3B9C49E8C65A}"/>
          </ac:picMkLst>
        </pc:picChg>
      </pc:sldChg>
      <pc:sldChg chg="addSp delSp modSp add mod">
        <pc:chgData name="musukie52@gmail.com" userId="017bd91f96aa8751" providerId="LiveId" clId="{5B2C3894-F97E-4CAB-8812-5BB4D83AAC6A}" dt="2026-09-04T02:15:08.998" v="1300" actId="692"/>
        <pc:sldMkLst>
          <pc:docMk/>
          <pc:sldMk cId="1542704694" sldId="279"/>
        </pc:sldMkLst>
        <pc:spChg chg="add mod">
          <ac:chgData name="musukie52@gmail.com" userId="017bd91f96aa8751" providerId="LiveId" clId="{5B2C3894-F97E-4CAB-8812-5BB4D83AAC6A}" dt="2026-09-04T02:15:08.998" v="1300" actId="692"/>
          <ac:spMkLst>
            <pc:docMk/>
            <pc:sldMk cId="1542704694" sldId="279"/>
            <ac:spMk id="3" creationId="{111C4EBE-BC60-C52E-60D7-86834B8815BD}"/>
          </ac:spMkLst>
        </pc:spChg>
        <pc:spChg chg="del">
          <ac:chgData name="musukie52@gmail.com" userId="017bd91f96aa8751" providerId="LiveId" clId="{5B2C3894-F97E-4CAB-8812-5BB4D83AAC6A}" dt="2026-09-04T01:49:42.946" v="817" actId="478"/>
          <ac:spMkLst>
            <pc:docMk/>
            <pc:sldMk cId="1542704694" sldId="279"/>
            <ac:spMk id="4" creationId="{9988EE61-6B2B-4B8E-B551-6683A2F16300}"/>
          </ac:spMkLst>
        </pc:spChg>
        <pc:spChg chg="add mod">
          <ac:chgData name="musukie52@gmail.com" userId="017bd91f96aa8751" providerId="LiveId" clId="{5B2C3894-F97E-4CAB-8812-5BB4D83AAC6A}" dt="2026-09-04T02:12:58.857" v="1259" actId="20577"/>
          <ac:spMkLst>
            <pc:docMk/>
            <pc:sldMk cId="1542704694" sldId="279"/>
            <ac:spMk id="6" creationId="{25B2E93E-EE9F-5ACE-407A-D5A1C5AB970C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7" creationId="{778663A1-B0ED-4D6C-9123-5FD6EABA060A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8" creationId="{A48AB4CE-0B21-4791-BDD5-D777D611B0BE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9" creationId="{A6F7823E-07C9-46D4-B5B1-DA165BDEFCAC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0" creationId="{7C1A25F8-3979-424E-8432-7B1431CD67AD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1" creationId="{8B8FE847-DF78-4C82-BCB1-65EB9C8B2808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2" creationId="{3A05D3FA-D8D1-4205-A3BC-CA5B692B2E58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3" creationId="{0244A151-AEC8-43E0-A354-930CA725CF26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4" creationId="{569467DD-691B-4E35-B7ED-1201020777F7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5" creationId="{924F0599-B21E-4664-A964-A7635507D3BD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6" creationId="{52BF6292-CAAB-487B-901F-FE07EA116275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7" creationId="{D9A3A36D-C585-4B72-A417-DE8D48167D49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8" creationId="{18BDF646-39C2-48AB-9BC7-B68315DBFC78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19" creationId="{3A112E8F-418A-48BF-9D05-0104F1BC64A2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20" creationId="{87F46EE7-058D-4955-8420-21CEA3068A0D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22" creationId="{174B8999-2146-432B-9CCB-95C17C7A0C89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25" creationId="{D9D22C10-F782-4CC4-A692-5FAA35A8FD47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26" creationId="{DF44B872-5EB6-4E20-A0A0-17FE41DA7A98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28" creationId="{70B5D1BD-BA16-4BBC-95BC-72727D1274F8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29" creationId="{70C72D9A-D07F-4DBC-B7A6-B0408834E56E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30" creationId="{86FA3F81-0EAA-412D-BE46-EC392C8D2435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31" creationId="{4908D883-3909-4CCD-88DC-2E6DF2B0F574}"/>
          </ac:spMkLst>
        </pc:spChg>
        <pc:spChg chg="mod">
          <ac:chgData name="musukie52@gmail.com" userId="017bd91f96aa8751" providerId="LiveId" clId="{5B2C3894-F97E-4CAB-8812-5BB4D83AAC6A}" dt="2026-09-04T02:12:48.834" v="1245" actId="20577"/>
          <ac:spMkLst>
            <pc:docMk/>
            <pc:sldMk cId="1542704694" sldId="279"/>
            <ac:spMk id="33" creationId="{82EDA340-C77A-4A56-867A-CB3EB1902B4D}"/>
          </ac:spMkLst>
        </pc:spChg>
        <pc:spChg chg="mod">
          <ac:chgData name="musukie52@gmail.com" userId="017bd91f96aa8751" providerId="LiveId" clId="{5B2C3894-F97E-4CAB-8812-5BB4D83AAC6A}" dt="2026-09-04T02:12:22.089" v="1220" actId="1076"/>
          <ac:spMkLst>
            <pc:docMk/>
            <pc:sldMk cId="1542704694" sldId="279"/>
            <ac:spMk id="34" creationId="{007F9B50-9C49-47A8-BA0F-2E061B01B3F2}"/>
          </ac:spMkLst>
        </pc:spChg>
        <pc:spChg chg="del mod">
          <ac:chgData name="musukie52@gmail.com" userId="017bd91f96aa8751" providerId="LiveId" clId="{5B2C3894-F97E-4CAB-8812-5BB4D83AAC6A}" dt="2026-09-04T02:05:00.034" v="889" actId="478"/>
          <ac:spMkLst>
            <pc:docMk/>
            <pc:sldMk cId="1542704694" sldId="279"/>
            <ac:spMk id="35" creationId="{017ABB12-1F16-43F7-BAF8-F7FF6FACD181}"/>
          </ac:spMkLst>
        </pc:spChg>
        <pc:spChg chg="mod">
          <ac:chgData name="musukie52@gmail.com" userId="017bd91f96aa8751" providerId="LiveId" clId="{5B2C3894-F97E-4CAB-8812-5BB4D83AAC6A}" dt="2026-09-04T02:12:22.089" v="1220" actId="1076"/>
          <ac:spMkLst>
            <pc:docMk/>
            <pc:sldMk cId="1542704694" sldId="279"/>
            <ac:spMk id="36" creationId="{3E32F716-B5C4-40E1-872F-39C0D7276E91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37" creationId="{5E42B5BD-962D-4B9F-A7DF-033E85843EC8}"/>
          </ac:spMkLst>
        </pc:spChg>
        <pc:spChg chg="del">
          <ac:chgData name="musukie52@gmail.com" userId="017bd91f96aa8751" providerId="LiveId" clId="{5B2C3894-F97E-4CAB-8812-5BB4D83AAC6A}" dt="2026-09-04T02:05:00.034" v="889" actId="478"/>
          <ac:spMkLst>
            <pc:docMk/>
            <pc:sldMk cId="1542704694" sldId="279"/>
            <ac:spMk id="38" creationId="{02785CF5-98EF-477F-9F6B-C5629E3ACD10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39" creationId="{4C8FA7E6-F2AD-49C6-B6F7-A7722E72EEA5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40" creationId="{146154FF-A5C1-44A2-B118-EDCDF8EF7C1B}"/>
          </ac:spMkLst>
        </pc:spChg>
        <pc:spChg chg="del">
          <ac:chgData name="musukie52@gmail.com" userId="017bd91f96aa8751" providerId="LiveId" clId="{5B2C3894-F97E-4CAB-8812-5BB4D83AAC6A}" dt="2026-09-04T02:05:00.034" v="889" actId="478"/>
          <ac:spMkLst>
            <pc:docMk/>
            <pc:sldMk cId="1542704694" sldId="279"/>
            <ac:spMk id="41" creationId="{E6E7EA66-E4C7-4E5B-809F-76FF27888F7B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42" creationId="{7E57072B-212D-4975-BF15-579D2BE4B4BF}"/>
          </ac:spMkLst>
        </pc:spChg>
        <pc:spChg chg="mod">
          <ac:chgData name="musukie52@gmail.com" userId="017bd91f96aa8751" providerId="LiveId" clId="{5B2C3894-F97E-4CAB-8812-5BB4D83AAC6A}" dt="2026-09-04T02:12:22.089" v="1220" actId="1076"/>
          <ac:spMkLst>
            <pc:docMk/>
            <pc:sldMk cId="1542704694" sldId="279"/>
            <ac:spMk id="43" creationId="{E6EF354D-CE1F-4D6C-A6F0-C9CF58EFA22E}"/>
          </ac:spMkLst>
        </pc:spChg>
        <pc:spChg chg="del">
          <ac:chgData name="musukie52@gmail.com" userId="017bd91f96aa8751" providerId="LiveId" clId="{5B2C3894-F97E-4CAB-8812-5BB4D83AAC6A}" dt="2026-09-04T02:05:00.034" v="889" actId="478"/>
          <ac:spMkLst>
            <pc:docMk/>
            <pc:sldMk cId="1542704694" sldId="279"/>
            <ac:spMk id="44" creationId="{13BC9308-AB0D-498D-9EA1-A20F1B37232D}"/>
          </ac:spMkLst>
        </pc:spChg>
        <pc:spChg chg="del">
          <ac:chgData name="musukie52@gmail.com" userId="017bd91f96aa8751" providerId="LiveId" clId="{5B2C3894-F97E-4CAB-8812-5BB4D83AAC6A}" dt="2026-09-04T01:49:42.946" v="817" actId="478"/>
          <ac:spMkLst>
            <pc:docMk/>
            <pc:sldMk cId="1542704694" sldId="279"/>
            <ac:spMk id="47" creationId="{F09E2BA2-8710-4E6B-8DAF-75DD8ECB76C6}"/>
          </ac:spMkLst>
        </pc:spChg>
        <pc:spChg chg="del">
          <ac:chgData name="musukie52@gmail.com" userId="017bd91f96aa8751" providerId="LiveId" clId="{5B2C3894-F97E-4CAB-8812-5BB4D83AAC6A}" dt="2026-09-04T02:05:44.315" v="952" actId="478"/>
          <ac:spMkLst>
            <pc:docMk/>
            <pc:sldMk cId="1542704694" sldId="279"/>
            <ac:spMk id="49" creationId="{9988EE61-6B2B-4B8E-B551-6683A2F16300}"/>
          </ac:spMkLst>
        </pc:spChg>
        <pc:spChg chg="add del 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54" creationId="{9988EE61-6B2B-4B8E-B551-6683A2F16300}"/>
          </ac:spMkLst>
        </pc:spChg>
        <pc:spChg chg="add del">
          <ac:chgData name="musukie52@gmail.com" userId="017bd91f96aa8751" providerId="LiveId" clId="{5B2C3894-F97E-4CAB-8812-5BB4D83AAC6A}" dt="2026-09-04T02:14:17.957" v="1295" actId="478"/>
          <ac:spMkLst>
            <pc:docMk/>
            <pc:sldMk cId="1542704694" sldId="279"/>
            <ac:spMk id="55" creationId="{9988EE61-6B2B-4B8E-B551-6683A2F16300}"/>
          </ac:spMkLst>
        </pc:spChg>
        <pc:spChg chg="add del">
          <ac:chgData name="musukie52@gmail.com" userId="017bd91f96aa8751" providerId="LiveId" clId="{5B2C3894-F97E-4CAB-8812-5BB4D83AAC6A}" dt="2026-09-04T02:14:17.957" v="1295" actId="478"/>
          <ac:spMkLst>
            <pc:docMk/>
            <pc:sldMk cId="1542704694" sldId="279"/>
            <ac:spMk id="56" creationId="{9988EE61-6B2B-4B8E-B551-6683A2F16300}"/>
          </ac:spMkLst>
        </pc:spChg>
        <pc:spChg chg="add del mod">
          <ac:chgData name="musukie52@gmail.com" userId="017bd91f96aa8751" providerId="LiveId" clId="{5B2C3894-F97E-4CAB-8812-5BB4D83AAC6A}" dt="2026-09-04T02:14:17.957" v="1295" actId="478"/>
          <ac:spMkLst>
            <pc:docMk/>
            <pc:sldMk cId="1542704694" sldId="279"/>
            <ac:spMk id="57" creationId="{9988EE61-6B2B-4B8E-B551-6683A2F16300}"/>
          </ac:spMkLst>
        </pc:spChg>
        <pc:spChg chg="add del">
          <ac:chgData name="musukie52@gmail.com" userId="017bd91f96aa8751" providerId="LiveId" clId="{5B2C3894-F97E-4CAB-8812-5BB4D83AAC6A}" dt="2026-09-04T01:54:44.068" v="855" actId="478"/>
          <ac:spMkLst>
            <pc:docMk/>
            <pc:sldMk cId="1542704694" sldId="279"/>
            <ac:spMk id="69" creationId="{A1574868-740A-C7E8-0A42-B0F879B1B934}"/>
          </ac:spMkLst>
        </pc:spChg>
        <pc:spChg chg="add mod">
          <ac:chgData name="musukie52@gmail.com" userId="017bd91f96aa8751" providerId="LiveId" clId="{5B2C3894-F97E-4CAB-8812-5BB4D83AAC6A}" dt="2026-09-04T02:12:15.205" v="1219" actId="14100"/>
          <ac:spMkLst>
            <pc:docMk/>
            <pc:sldMk cId="1542704694" sldId="279"/>
            <ac:spMk id="71" creationId="{C4255000-2593-2C6F-193A-AC9DF4619252}"/>
          </ac:spMkLst>
        </pc:spChg>
        <pc:spChg chg="add del mod">
          <ac:chgData name="musukie52@gmail.com" userId="017bd91f96aa8751" providerId="LiveId" clId="{5B2C3894-F97E-4CAB-8812-5BB4D83AAC6A}" dt="2026-09-04T02:11:48.379" v="1213" actId="478"/>
          <ac:spMkLst>
            <pc:docMk/>
            <pc:sldMk cId="1542704694" sldId="279"/>
            <ac:spMk id="72" creationId="{2B04EE0C-4058-02D3-5BED-FE3F4FB8710D}"/>
          </ac:spMkLst>
        </pc:spChg>
        <pc:spChg chg="add mod">
          <ac:chgData name="musukie52@gmail.com" userId="017bd91f96aa8751" providerId="LiveId" clId="{5B2C3894-F97E-4CAB-8812-5BB4D83AAC6A}" dt="2026-09-04T02:13:17.972" v="1283" actId="20577"/>
          <ac:spMkLst>
            <pc:docMk/>
            <pc:sldMk cId="1542704694" sldId="279"/>
            <ac:spMk id="74" creationId="{BFA19945-7BBE-F6A3-9368-26AD081CC98D}"/>
          </ac:spMkLst>
        </pc:spChg>
        <pc:spChg chg="add mod">
          <ac:chgData name="musukie52@gmail.com" userId="017bd91f96aa8751" providerId="LiveId" clId="{5B2C3894-F97E-4CAB-8812-5BB4D83AAC6A}" dt="2026-09-04T02:13:12.293" v="1262" actId="1076"/>
          <ac:spMkLst>
            <pc:docMk/>
            <pc:sldMk cId="1542704694" sldId="279"/>
            <ac:spMk id="76" creationId="{F6F2999F-5EC1-6889-BC43-EB3937CE0B8B}"/>
          </ac:spMkLst>
        </pc:spChg>
        <pc:grpChg chg="add del mod">
          <ac:chgData name="musukie52@gmail.com" userId="017bd91f96aa8751" providerId="LiveId" clId="{5B2C3894-F97E-4CAB-8812-5BB4D83AAC6A}" dt="2026-09-04T01:54:06.426" v="851" actId="478"/>
          <ac:grpSpMkLst>
            <pc:docMk/>
            <pc:sldMk cId="1542704694" sldId="279"/>
            <ac:grpSpMk id="64" creationId="{A5AE65C2-0EC6-A265-3A39-15A0E5C4CD9F}"/>
          </ac:grpSpMkLst>
        </pc:grpChg>
        <pc:picChg chg="add del mod topLvl modCrop">
          <ac:chgData name="musukie52@gmail.com" userId="017bd91f96aa8751" providerId="LiveId" clId="{5B2C3894-F97E-4CAB-8812-5BB4D83AAC6A}" dt="2026-09-04T01:53:43.813" v="846" actId="478"/>
          <ac:picMkLst>
            <pc:docMk/>
            <pc:sldMk cId="1542704694" sldId="279"/>
            <ac:picMk id="58" creationId="{80B865BE-E789-566E-165F-6C78E0573919}"/>
          </ac:picMkLst>
        </pc:picChg>
        <pc:picChg chg="add del mod">
          <ac:chgData name="musukie52@gmail.com" userId="017bd91f96aa8751" providerId="LiveId" clId="{5B2C3894-F97E-4CAB-8812-5BB4D83AAC6A}" dt="2026-09-04T01:52:08.009" v="828" actId="478"/>
          <ac:picMkLst>
            <pc:docMk/>
            <pc:sldMk cId="1542704694" sldId="279"/>
            <ac:picMk id="60" creationId="{282E4DB9-32C4-59C2-3C1D-BA9A910DFCD7}"/>
          </ac:picMkLst>
        </pc:picChg>
        <pc:picChg chg="del">
          <ac:chgData name="musukie52@gmail.com" userId="017bd91f96aa8751" providerId="LiveId" clId="{5B2C3894-F97E-4CAB-8812-5BB4D83AAC6A}" dt="2026-09-04T01:50:17.832" v="820" actId="478"/>
          <ac:picMkLst>
            <pc:docMk/>
            <pc:sldMk cId="1542704694" sldId="279"/>
            <ac:picMk id="61" creationId="{00000000-0000-0000-0000-000000000000}"/>
          </ac:picMkLst>
        </pc:picChg>
        <pc:picChg chg="add del mod ord topLvl">
          <ac:chgData name="musukie52@gmail.com" userId="017bd91f96aa8751" providerId="LiveId" clId="{5B2C3894-F97E-4CAB-8812-5BB4D83AAC6A}" dt="2026-09-04T01:53:44.182" v="847" actId="478"/>
          <ac:picMkLst>
            <pc:docMk/>
            <pc:sldMk cId="1542704694" sldId="279"/>
            <ac:picMk id="63" creationId="{EACB7AEC-3B48-C240-50F2-DD406260E298}"/>
          </ac:picMkLst>
        </pc:picChg>
        <pc:picChg chg="add del mod">
          <ac:chgData name="musukie52@gmail.com" userId="017bd91f96aa8751" providerId="LiveId" clId="{5B2C3894-F97E-4CAB-8812-5BB4D83AAC6A}" dt="2026-09-04T01:54:05.247" v="850" actId="21"/>
          <ac:picMkLst>
            <pc:docMk/>
            <pc:sldMk cId="1542704694" sldId="279"/>
            <ac:picMk id="66" creationId="{E1EBBC92-0E61-DB48-CF0E-F27B167C4CCA}"/>
          </ac:picMkLst>
        </pc:picChg>
        <pc:picChg chg="add del">
          <ac:chgData name="musukie52@gmail.com" userId="017bd91f96aa8751" providerId="LiveId" clId="{5B2C3894-F97E-4CAB-8812-5BB4D83AAC6A}" dt="2026-09-04T01:54:08.708" v="853" actId="478"/>
          <ac:picMkLst>
            <pc:docMk/>
            <pc:sldMk cId="1542704694" sldId="279"/>
            <ac:picMk id="68" creationId="{6908662E-0F69-14FD-6EC7-81FBE3B1FCD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65417-A3FB-4177-BCEF-52935ABAC688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997E9-A28A-4427-B63F-E4389F513B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29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EC675-2C0F-D175-C18F-5C40A263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00025B-3224-14D2-EA65-39EFEDCE1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19F08B-C134-DEFA-C56A-6CB91DD6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30189D-C59C-6F80-6A79-60D049A5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6587E9-4F21-740D-923C-3866EF5D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7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9AC7-1F03-F3FF-3F07-B025C486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660F5-89DB-A7BD-E54D-07461D592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7982A-99E8-74AF-7AEE-C7E1B6B8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19D0-D472-FB57-C98B-7652882E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02B681-C3F5-4821-7FEB-6857AAC2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45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D965B-AC79-6F31-5837-5AA89DC7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1B2F37-B03B-08A6-9FB9-874AC91D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E4839-BC28-3B27-E1EE-2E356A64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A7A80-0E1D-EBBA-A977-814E3C7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E93B04-D09F-72E9-877F-2515FE43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19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C5F35-2915-8465-F79D-F3215355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A6351-4334-4B79-F9A3-7475942B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94034F-79E8-5F5D-AF19-74A89D17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C4DF00-A8EA-C5D9-68C2-2BEA9C96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52E255-8A11-BDB6-E940-AC381879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02501-126D-CDD0-7F53-88639643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0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2062B-4E53-DD52-6C2D-53E9693C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B281D7-6D90-ADC9-2400-1C1B6D34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298F3-0632-334B-9157-DD0FAD889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9D4A3D-3739-061E-C2D0-0D9C917F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864D84-186C-336C-68F5-8E68539F6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683DE5-B73A-F306-0C4F-841AD3CD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847332-EB9E-E5A3-AAAA-1E6BE406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A51D5D-7C90-5BA0-170A-CECFE22F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62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DB6F1-D697-64D3-C86E-4764473B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189D66-D091-C08F-7EA2-8DC94ADB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ADD9B-ABF4-8A9A-0E64-3D9E31FE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3DA86C-7D10-2810-E9F9-5A9D485A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7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8B2400-8BCD-BBA6-61EC-B3F9A041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CD1331-D71E-A98C-3038-29402B20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948A54-A7C5-514A-9899-B5F04B07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2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6241B-EB5A-C83C-11E6-3A398505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AAA37-6EF4-52B9-79BD-B20B1EF2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B5D7DE-E87B-5948-54DF-C3F5FD48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F962E0-469F-338E-E0A5-17F7B5CA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97AEB-F93F-F36D-E2DC-DA552A27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6AC49-93CC-717B-5D50-AFE02A4F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12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1C5CC-B665-ED37-BA4B-D2901784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A5DBBD-593A-B0D6-FCC3-69F162052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54D60-0C1C-1A74-AF84-6528672F1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DB364-C4B7-5B98-7A17-15AD78E9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8CD631-F5FE-3704-492B-E425754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C790D9-91E9-2781-1ADA-109B8B5D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25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ADB92-2B4B-02A1-1FA4-9ED36A07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6010E5-5E73-1C0A-055F-726F4FE97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837F2-1721-B53B-1B60-72091754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7205EE-D7A0-FF64-A099-8108A9C2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3B32B0-6EF8-854C-6D25-2D35AC97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32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BC89A0-8FBA-ABB8-1599-614A8F85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970C40-2648-9DDE-E8A8-324ECE076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4D878-718C-EFEE-49D3-DEC16CAA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B764A-339C-B00B-4DBF-A61B614B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C7DD2-B960-C485-753A-C9B72F4E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75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1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0DCB93-42B4-639E-A7E5-CD96154E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A67D5B-F19B-7225-E047-61ACEB74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7533F-9731-F3F9-8407-5E4F24629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E7ABB-15A5-4996-9533-6F7FE36313B4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5D4F0-F863-939A-61E9-B583CA92D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F7C7C-0C74-1008-F5F4-3916CB0E5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55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97447E4-8E91-4C7D-B8C1-74E5006D1D8B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7B41D-65DF-4522-8A2C-6C77777D119D}"/>
              </a:ext>
            </a:extLst>
          </p:cNvPr>
          <p:cNvSpPr>
            <a:spLocks noGrp="1"/>
          </p:cNvSpPr>
          <p:nvPr/>
        </p:nvSpPr>
        <p:spPr>
          <a:xfrm>
            <a:off x="1523999" y="204352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FFFF"/>
                </a:solidFill>
              </a:defRPr>
            </a:pP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r>
              <a:rPr 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기획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문서</a:t>
            </a:r>
            <a:endParaRPr sz="20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A777D3-6932-4F50-BBB5-842735D1C17E}"/>
              </a:ext>
            </a:extLst>
          </p:cNvPr>
          <p:cNvSpPr>
            <a:spLocks noGrp="1"/>
          </p:cNvSpPr>
          <p:nvPr/>
        </p:nvSpPr>
        <p:spPr>
          <a:xfrm>
            <a:off x="1416048" y="4040323"/>
            <a:ext cx="3263902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조작을 이동 </a:t>
            </a:r>
            <a:r>
              <a:rPr lang="en-US" altLang="ko-KR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은신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소음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대응으로 확장한</a:t>
            </a:r>
            <a:endParaRPr lang="en-US" altLang="ko-KR" sz="100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잠임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액션 핵심 시스템</a:t>
            </a:r>
            <a:endParaRPr sz="1000" b="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3C8938-04FC-4CB8-8D97-E5DFA00EA410}"/>
              </a:ext>
            </a:extLst>
          </p:cNvPr>
          <p:cNvSpPr>
            <a:spLocks noGrp="1"/>
          </p:cNvSpPr>
          <p:nvPr/>
        </p:nvSpPr>
        <p:spPr>
          <a:xfrm>
            <a:off x="994609" y="5195480"/>
            <a:ext cx="4106780" cy="514350"/>
          </a:xfrm>
          <a:prstGeom prst="roundRect">
            <a:avLst>
              <a:gd name="adj" fmla="val 14815"/>
            </a:avLst>
          </a:prstGeom>
          <a:solidFill>
            <a:schemeClr val="bg1">
              <a:alpha val="2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 조절해</a:t>
            </a:r>
            <a:r>
              <a:rPr lang="en-US" altLang="ko-KR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속에서 길을 만들어라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32F7F7-7D35-4512-841E-FB1683574C35}"/>
              </a:ext>
            </a:extLst>
          </p:cNvPr>
          <p:cNvSpPr>
            <a:spLocks noGrp="1"/>
          </p:cNvSpPr>
          <p:nvPr/>
        </p:nvSpPr>
        <p:spPr>
          <a:xfrm>
            <a:off x="7196891" y="1068522"/>
            <a:ext cx="4000500" cy="323850"/>
          </a:xfrm>
          <a:prstGeom prst="roundRect">
            <a:avLst>
              <a:gd name="adj" fmla="val 1470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문서 정보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7A96F3-F878-432B-8D5F-AD731093354A}"/>
              </a:ext>
            </a:extLst>
          </p:cNvPr>
          <p:cNvSpPr>
            <a:spLocks noGrp="1"/>
          </p:cNvSpPr>
          <p:nvPr/>
        </p:nvSpPr>
        <p:spPr>
          <a:xfrm>
            <a:off x="7196891" y="1480684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4B1CBE-57F2-4894-913E-39C2D88A02AE}"/>
              </a:ext>
            </a:extLst>
          </p:cNvPr>
          <p:cNvSpPr>
            <a:spLocks noGrp="1"/>
          </p:cNvSpPr>
          <p:nvPr/>
        </p:nvSpPr>
        <p:spPr>
          <a:xfrm>
            <a:off x="7311191" y="1480685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작성자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2D9DFD-4FBB-4DC9-9530-8FCB23675D0D}"/>
              </a:ext>
            </a:extLst>
          </p:cNvPr>
          <p:cNvSpPr>
            <a:spLocks noGrp="1"/>
          </p:cNvSpPr>
          <p:nvPr/>
        </p:nvSpPr>
        <p:spPr>
          <a:xfrm>
            <a:off x="8377991" y="148068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윤수진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DAB228-973F-4C3A-8518-09AEBB6947BE}"/>
              </a:ext>
            </a:extLst>
          </p:cNvPr>
          <p:cNvSpPr>
            <a:spLocks noGrp="1"/>
          </p:cNvSpPr>
          <p:nvPr/>
        </p:nvSpPr>
        <p:spPr>
          <a:xfrm>
            <a:off x="7196891" y="1891552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FDC81-25BB-4EF8-A268-A3D338ECB19F}"/>
              </a:ext>
            </a:extLst>
          </p:cNvPr>
          <p:cNvSpPr>
            <a:spLocks noGrp="1"/>
          </p:cNvSpPr>
          <p:nvPr/>
        </p:nvSpPr>
        <p:spPr>
          <a:xfrm>
            <a:off x="7311191" y="1891553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문서 유형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95B12-99CD-43B8-9092-2ED1C70D6344}"/>
              </a:ext>
            </a:extLst>
          </p:cNvPr>
          <p:cNvSpPr>
            <a:spLocks noGrp="1"/>
          </p:cNvSpPr>
          <p:nvPr/>
        </p:nvSpPr>
        <p:spPr>
          <a:xfrm>
            <a:off x="8377991" y="1891553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기획 포트폴리오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AED878-32CD-4C6C-91F7-10989830DB62}"/>
              </a:ext>
            </a:extLst>
          </p:cNvPr>
          <p:cNvSpPr>
            <a:spLocks noGrp="1"/>
          </p:cNvSpPr>
          <p:nvPr/>
        </p:nvSpPr>
        <p:spPr>
          <a:xfrm>
            <a:off x="7196891" y="2302419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4C84D-8F7E-4CD9-B097-C6A65811C65B}"/>
              </a:ext>
            </a:extLst>
          </p:cNvPr>
          <p:cNvSpPr>
            <a:spLocks noGrp="1"/>
          </p:cNvSpPr>
          <p:nvPr/>
        </p:nvSpPr>
        <p:spPr>
          <a:xfrm>
            <a:off x="7311191" y="230242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최종 수정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F22705-D450-43F2-A6E0-5167828672D3}"/>
              </a:ext>
            </a:extLst>
          </p:cNvPr>
          <p:cNvSpPr>
            <a:spLocks noGrp="1"/>
          </p:cNvSpPr>
          <p:nvPr/>
        </p:nvSpPr>
        <p:spPr>
          <a:xfrm>
            <a:off x="8377991" y="230242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26.09.03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0A9ED70-006F-41D9-BE4C-3AFAE5D5A84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80D9D1"/>
                </a:solidFill>
              </a:defRPr>
            </a:pPr>
            <a:r>
              <a:rPr sz="1000" b="1" dirty="0">
                <a:solidFill>
                  <a:srgbClr val="80D9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SYSTEM DESIGN </a:t>
            </a:r>
            <a:r>
              <a:rPr lang="en-US" sz="1000" b="1" dirty="0">
                <a:solidFill>
                  <a:srgbClr val="80D9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PORTFOLIO</a:t>
            </a:r>
            <a:endParaRPr sz="1000" b="1" dirty="0">
              <a:solidFill>
                <a:srgbClr val="80D9D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0FBAFE-EEB4-EC97-F9AD-130BF4AD5E17}"/>
              </a:ext>
            </a:extLst>
          </p:cNvPr>
          <p:cNvSpPr>
            <a:spLocks noGrp="1"/>
          </p:cNvSpPr>
          <p:nvPr/>
        </p:nvSpPr>
        <p:spPr>
          <a:xfrm>
            <a:off x="7196891" y="3821646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0BB670-ED79-5CE3-93E5-C5EFF87B995A}"/>
              </a:ext>
            </a:extLst>
          </p:cNvPr>
          <p:cNvSpPr>
            <a:spLocks noGrp="1"/>
          </p:cNvSpPr>
          <p:nvPr/>
        </p:nvSpPr>
        <p:spPr>
          <a:xfrm>
            <a:off x="7311191" y="3821647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26.08.24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8B9F0A-9486-7D87-B1ED-57BAFE4B3E0C}"/>
              </a:ext>
            </a:extLst>
          </p:cNvPr>
          <p:cNvSpPr>
            <a:spLocks noGrp="1"/>
          </p:cNvSpPr>
          <p:nvPr/>
        </p:nvSpPr>
        <p:spPr>
          <a:xfrm>
            <a:off x="8377991" y="3821647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구조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문서 구성 정리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92A8F3-AB5C-7863-3B7B-A7808C1B4367}"/>
              </a:ext>
            </a:extLst>
          </p:cNvPr>
          <p:cNvSpPr>
            <a:spLocks noGrp="1"/>
          </p:cNvSpPr>
          <p:nvPr/>
        </p:nvSpPr>
        <p:spPr>
          <a:xfrm>
            <a:off x="7196891" y="3407717"/>
            <a:ext cx="4000500" cy="323850"/>
          </a:xfrm>
          <a:prstGeom prst="roundRect">
            <a:avLst>
              <a:gd name="adj" fmla="val 1470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 내역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0AF01D-DD3E-4EB9-BF09-F5254E2374AF}"/>
              </a:ext>
            </a:extLst>
          </p:cNvPr>
          <p:cNvSpPr>
            <a:spLocks noGrp="1"/>
          </p:cNvSpPr>
          <p:nvPr/>
        </p:nvSpPr>
        <p:spPr>
          <a:xfrm>
            <a:off x="7196891" y="4232644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9C7472-35CC-014F-EA44-B3AAA5E11B57}"/>
              </a:ext>
            </a:extLst>
          </p:cNvPr>
          <p:cNvSpPr>
            <a:spLocks noGrp="1"/>
          </p:cNvSpPr>
          <p:nvPr/>
        </p:nvSpPr>
        <p:spPr>
          <a:xfrm>
            <a:off x="7311191" y="4232645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08.26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3F74EC-D85A-5587-3EA4-D02F1C2268D7}"/>
              </a:ext>
            </a:extLst>
          </p:cNvPr>
          <p:cNvSpPr>
            <a:spLocks noGrp="1"/>
          </p:cNvSpPr>
          <p:nvPr/>
        </p:nvSpPr>
        <p:spPr>
          <a:xfrm>
            <a:off x="8377991" y="423264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활용 스토리보드 보완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5C7709F-C3C1-1EBE-CCD8-B28527ECE1E1}"/>
              </a:ext>
            </a:extLst>
          </p:cNvPr>
          <p:cNvSpPr>
            <a:spLocks noGrp="1"/>
          </p:cNvSpPr>
          <p:nvPr/>
        </p:nvSpPr>
        <p:spPr>
          <a:xfrm>
            <a:off x="7196891" y="4643640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A14A03-9879-FF89-79F5-A52E095FB3CD}"/>
              </a:ext>
            </a:extLst>
          </p:cNvPr>
          <p:cNvSpPr>
            <a:spLocks noGrp="1"/>
          </p:cNvSpPr>
          <p:nvPr/>
        </p:nvSpPr>
        <p:spPr>
          <a:xfrm>
            <a:off x="7311191" y="4643641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08.27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316233-627D-57E8-04DC-5F4A9B7C16E8}"/>
              </a:ext>
            </a:extLst>
          </p:cNvPr>
          <p:cNvSpPr>
            <a:spLocks noGrp="1"/>
          </p:cNvSpPr>
          <p:nvPr/>
        </p:nvSpPr>
        <p:spPr>
          <a:xfrm>
            <a:off x="8377991" y="4643641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 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UI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시각화 추가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FB5A897-C728-D648-3CEC-46370691959D}"/>
              </a:ext>
            </a:extLst>
          </p:cNvPr>
          <p:cNvSpPr>
            <a:spLocks noGrp="1"/>
          </p:cNvSpPr>
          <p:nvPr/>
        </p:nvSpPr>
        <p:spPr>
          <a:xfrm>
            <a:off x="7196891" y="5054634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7E6F68-398C-1F87-0377-90E6F7D6879A}"/>
              </a:ext>
            </a:extLst>
          </p:cNvPr>
          <p:cNvSpPr>
            <a:spLocks noGrp="1"/>
          </p:cNvSpPr>
          <p:nvPr/>
        </p:nvSpPr>
        <p:spPr>
          <a:xfrm>
            <a:off x="7311191" y="5054635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09.01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3C5AD5B-B331-3390-8990-AF25B1027504}"/>
              </a:ext>
            </a:extLst>
          </p:cNvPr>
          <p:cNvSpPr>
            <a:spLocks noGrp="1"/>
          </p:cNvSpPr>
          <p:nvPr/>
        </p:nvSpPr>
        <p:spPr>
          <a:xfrm>
            <a:off x="8377991" y="505463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판정 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게이지 보완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0105D2F-EA56-6460-0F27-AD1C8F0B0713}"/>
              </a:ext>
            </a:extLst>
          </p:cNvPr>
          <p:cNvSpPr>
            <a:spLocks noGrp="1"/>
          </p:cNvSpPr>
          <p:nvPr/>
        </p:nvSpPr>
        <p:spPr>
          <a:xfrm>
            <a:off x="7196891" y="5465627"/>
            <a:ext cx="4000500" cy="32385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179EE16-836B-A97F-DE8D-625CD601CCEC}"/>
              </a:ext>
            </a:extLst>
          </p:cNvPr>
          <p:cNvSpPr>
            <a:spLocks noGrp="1"/>
          </p:cNvSpPr>
          <p:nvPr/>
        </p:nvSpPr>
        <p:spPr>
          <a:xfrm>
            <a:off x="7311191" y="5465628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09.03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D02B862-E221-6C6D-F640-392D635B9E69}"/>
              </a:ext>
            </a:extLst>
          </p:cNvPr>
          <p:cNvSpPr>
            <a:spLocks noGrp="1"/>
          </p:cNvSpPr>
          <p:nvPr/>
        </p:nvSpPr>
        <p:spPr>
          <a:xfrm>
            <a:off x="8377991" y="5465628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중복 정리 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능력 재정의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35155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FC15F4EE-9F20-9EC3-21CD-B95BDB6FF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68" t="37865" b="34460"/>
          <a:stretch>
            <a:fillRect/>
          </a:stretch>
        </p:blipFill>
        <p:spPr>
          <a:xfrm>
            <a:off x="3328076" y="5514878"/>
            <a:ext cx="1113251" cy="704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BBE2DE2-06D4-B9C5-891B-CC8F63277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98" b="36769"/>
          <a:stretch>
            <a:fillRect/>
          </a:stretch>
        </p:blipFill>
        <p:spPr>
          <a:xfrm>
            <a:off x="787486" y="5409576"/>
            <a:ext cx="2639355" cy="782150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F81AC9-977E-4585-911B-99F56406C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0ABD68-21A3-4937-8D1B-BEE4E507701F}"/>
              </a:ext>
            </a:extLst>
          </p:cNvPr>
          <p:cNvSpPr>
            <a:spLocks noGrp="1"/>
          </p:cNvSpPr>
          <p:nvPr/>
        </p:nvSpPr>
        <p:spPr>
          <a:xfrm>
            <a:off x="457200" y="354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목차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F3A480F-EFF0-4A75-BE7A-417D165F0847}"/>
              </a:ext>
            </a:extLst>
          </p:cNvPr>
          <p:cNvSpPr>
            <a:spLocks noGrp="1"/>
          </p:cNvSpPr>
          <p:nvPr/>
        </p:nvSpPr>
        <p:spPr>
          <a:xfrm>
            <a:off x="457200" y="849550"/>
            <a:ext cx="112395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64F5B-F309-4E9D-BDF7-3FFEA4860222}"/>
              </a:ext>
            </a:extLst>
          </p:cNvPr>
          <p:cNvSpPr>
            <a:spLocks noGrp="1"/>
          </p:cNvSpPr>
          <p:nvPr/>
        </p:nvSpPr>
        <p:spPr>
          <a:xfrm>
            <a:off x="6711926" y="4363509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B2674A-0914-4652-AB53-3B96ECADC228}"/>
              </a:ext>
            </a:extLst>
          </p:cNvPr>
          <p:cNvSpPr>
            <a:spLocks noGrp="1"/>
          </p:cNvSpPr>
          <p:nvPr/>
        </p:nvSpPr>
        <p:spPr>
          <a:xfrm>
            <a:off x="7340576" y="4363509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413D7A-564A-4B42-98C6-1BF39FA068D4}"/>
              </a:ext>
            </a:extLst>
          </p:cNvPr>
          <p:cNvSpPr>
            <a:spLocks noGrp="1"/>
          </p:cNvSpPr>
          <p:nvPr/>
        </p:nvSpPr>
        <p:spPr>
          <a:xfrm>
            <a:off x="7340576" y="4601633"/>
            <a:ext cx="2203474" cy="516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비교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EF31B1-2EFA-4639-9E86-E163795435BF}"/>
              </a:ext>
            </a:extLst>
          </p:cNvPr>
          <p:cNvSpPr>
            <a:spLocks noGrp="1"/>
          </p:cNvSpPr>
          <p:nvPr/>
        </p:nvSpPr>
        <p:spPr>
          <a:xfrm>
            <a:off x="6711926" y="5304372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lang="en-US"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500" b="1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DCA54E-87F6-499D-B63D-EBB269C3EC57}"/>
              </a:ext>
            </a:extLst>
          </p:cNvPr>
          <p:cNvSpPr>
            <a:spLocks noGrp="1"/>
          </p:cNvSpPr>
          <p:nvPr/>
        </p:nvSpPr>
        <p:spPr>
          <a:xfrm>
            <a:off x="7340576" y="5304372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94448B-8FB5-48A4-961D-E7C1DCFA5440}"/>
              </a:ext>
            </a:extLst>
          </p:cNvPr>
          <p:cNvSpPr>
            <a:spLocks noGrp="1"/>
          </p:cNvSpPr>
          <p:nvPr/>
        </p:nvSpPr>
        <p:spPr>
          <a:xfrm>
            <a:off x="7340576" y="5552021"/>
            <a:ext cx="1924050" cy="484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 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/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2A8D47-4063-4D11-AC26-BE48D76C7357}"/>
              </a:ext>
            </a:extLst>
          </p:cNvPr>
          <p:cNvSpPr>
            <a:spLocks noGrp="1"/>
          </p:cNvSpPr>
          <p:nvPr/>
        </p:nvSpPr>
        <p:spPr>
          <a:xfrm>
            <a:off x="898399" y="1826234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48712B-9DF7-45FC-A77D-4E62D5C4AA21}"/>
              </a:ext>
            </a:extLst>
          </p:cNvPr>
          <p:cNvSpPr>
            <a:spLocks noGrp="1"/>
          </p:cNvSpPr>
          <p:nvPr/>
        </p:nvSpPr>
        <p:spPr>
          <a:xfrm>
            <a:off x="1527049" y="1826234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0743D7-D45D-4443-BA0E-7B9481D31A5A}"/>
              </a:ext>
            </a:extLst>
          </p:cNvPr>
          <p:cNvSpPr>
            <a:spLocks noGrp="1"/>
          </p:cNvSpPr>
          <p:nvPr/>
        </p:nvSpPr>
        <p:spPr>
          <a:xfrm>
            <a:off x="1527049" y="2073884"/>
            <a:ext cx="1924050" cy="663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소개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설명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순환 구조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35B1767-A9C3-46AB-948B-A107DA2F407D}"/>
              </a:ext>
            </a:extLst>
          </p:cNvPr>
          <p:cNvSpPr>
            <a:spLocks noGrp="1"/>
          </p:cNvSpPr>
          <p:nvPr/>
        </p:nvSpPr>
        <p:spPr>
          <a:xfrm>
            <a:off x="898399" y="2994697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  <a:endParaRPr sz="15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1DD881-56F8-44F3-A3C7-13873C5D2301}"/>
              </a:ext>
            </a:extLst>
          </p:cNvPr>
          <p:cNvSpPr>
            <a:spLocks noGrp="1"/>
          </p:cNvSpPr>
          <p:nvPr/>
        </p:nvSpPr>
        <p:spPr>
          <a:xfrm>
            <a:off x="1527049" y="2994697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84BA72D-8CB9-471D-A137-AD556C3E7FC3}"/>
              </a:ext>
            </a:extLst>
          </p:cNvPr>
          <p:cNvSpPr>
            <a:spLocks noGrp="1"/>
          </p:cNvSpPr>
          <p:nvPr/>
        </p:nvSpPr>
        <p:spPr>
          <a:xfrm>
            <a:off x="1527049" y="3242347"/>
            <a:ext cx="1924050" cy="4344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정보 구조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상세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F96419-FFEB-437A-8309-8FACBD148463}"/>
              </a:ext>
            </a:extLst>
          </p:cNvPr>
          <p:cNvSpPr>
            <a:spLocks noGrp="1"/>
          </p:cNvSpPr>
          <p:nvPr/>
        </p:nvSpPr>
        <p:spPr>
          <a:xfrm>
            <a:off x="898399" y="3935421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0A05A1-A778-422E-83CA-813EF665DB00}"/>
              </a:ext>
            </a:extLst>
          </p:cNvPr>
          <p:cNvSpPr>
            <a:spLocks noGrp="1"/>
          </p:cNvSpPr>
          <p:nvPr/>
        </p:nvSpPr>
        <p:spPr>
          <a:xfrm>
            <a:off x="1527049" y="3935421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BEB037B-A700-420C-B40D-6A113FB7BE8B}"/>
              </a:ext>
            </a:extLst>
          </p:cNvPr>
          <p:cNvSpPr>
            <a:spLocks noGrp="1"/>
          </p:cNvSpPr>
          <p:nvPr/>
        </p:nvSpPr>
        <p:spPr>
          <a:xfrm>
            <a:off x="1527049" y="4183071"/>
            <a:ext cx="1924050" cy="701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 규칙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세부 판정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활용 스토리보드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AI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80564B-9503-46AA-8D82-3FA093548A93}"/>
              </a:ext>
            </a:extLst>
          </p:cNvPr>
          <p:cNvSpPr>
            <a:spLocks noGrp="1"/>
          </p:cNvSpPr>
          <p:nvPr/>
        </p:nvSpPr>
        <p:spPr>
          <a:xfrm>
            <a:off x="6711926" y="1798883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9F47D0-27C8-4348-BED1-45E60A772892}"/>
              </a:ext>
            </a:extLst>
          </p:cNvPr>
          <p:cNvSpPr>
            <a:spLocks noGrp="1"/>
          </p:cNvSpPr>
          <p:nvPr/>
        </p:nvSpPr>
        <p:spPr>
          <a:xfrm>
            <a:off x="7340576" y="1830682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2C2395-CD94-4B9E-AAF6-247F6CB0344C}"/>
              </a:ext>
            </a:extLst>
          </p:cNvPr>
          <p:cNvSpPr>
            <a:spLocks noGrp="1"/>
          </p:cNvSpPr>
          <p:nvPr/>
        </p:nvSpPr>
        <p:spPr>
          <a:xfrm>
            <a:off x="7340576" y="2046533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통합 플로우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플로우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플로우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51AB5-C57E-B545-67C0-474F0A16C5B8}"/>
              </a:ext>
            </a:extLst>
          </p:cNvPr>
          <p:cNvSpPr txBox="1"/>
          <p:nvPr/>
        </p:nvSpPr>
        <p:spPr>
          <a:xfrm>
            <a:off x="2022049" y="208573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· 3p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1096C-3673-51AE-2F45-7B2EF4525AF5}"/>
              </a:ext>
            </a:extLst>
          </p:cNvPr>
          <p:cNvSpPr txBox="1"/>
          <p:nvPr/>
        </p:nvSpPr>
        <p:spPr>
          <a:xfrm>
            <a:off x="2022049" y="231253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4p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665A-F109-64D8-E010-A2943F8BB315}"/>
              </a:ext>
            </a:extLst>
          </p:cNvPr>
          <p:cNvSpPr txBox="1"/>
          <p:nvPr/>
        </p:nvSpPr>
        <p:spPr>
          <a:xfrm>
            <a:off x="2022049" y="256071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5p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47A48-C50A-C791-3ABE-0157698319A2}"/>
              </a:ext>
            </a:extLst>
          </p:cNvPr>
          <p:cNvSpPr txBox="1"/>
          <p:nvPr/>
        </p:nvSpPr>
        <p:spPr>
          <a:xfrm>
            <a:off x="2022049" y="325289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6p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E8AA85-8881-3C41-28A6-F9CC8E62A007}"/>
              </a:ext>
            </a:extLst>
          </p:cNvPr>
          <p:cNvSpPr txBox="1"/>
          <p:nvPr/>
        </p:nvSpPr>
        <p:spPr>
          <a:xfrm>
            <a:off x="2022049" y="348170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· · · 7p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732F31-3411-55FB-D1F0-BD8170D8B019}"/>
              </a:ext>
            </a:extLst>
          </p:cNvPr>
          <p:cNvSpPr txBox="1"/>
          <p:nvPr/>
        </p:nvSpPr>
        <p:spPr>
          <a:xfrm>
            <a:off x="2022049" y="419822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8p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F1B24-073D-31D6-DA90-243E4CED12F5}"/>
              </a:ext>
            </a:extLst>
          </p:cNvPr>
          <p:cNvSpPr txBox="1"/>
          <p:nvPr/>
        </p:nvSpPr>
        <p:spPr>
          <a:xfrm>
            <a:off x="2022048" y="4424670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· · · · 9p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420030-5E4A-C3E1-190D-D6DCC4CC5078}"/>
              </a:ext>
            </a:extLst>
          </p:cNvPr>
          <p:cNvSpPr txBox="1"/>
          <p:nvPr/>
        </p:nvSpPr>
        <p:spPr>
          <a:xfrm>
            <a:off x="2022047" y="4640789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10p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B8204-6724-A0B5-67B2-3D7B932B9E19}"/>
              </a:ext>
            </a:extLst>
          </p:cNvPr>
          <p:cNvSpPr txBox="1"/>
          <p:nvPr/>
        </p:nvSpPr>
        <p:spPr>
          <a:xfrm>
            <a:off x="7835574" y="2057899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13p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2CBDB6-EC3E-8E7F-7CFB-3C519EF24A16}"/>
              </a:ext>
            </a:extLst>
          </p:cNvPr>
          <p:cNvSpPr txBox="1"/>
          <p:nvPr/>
        </p:nvSpPr>
        <p:spPr>
          <a:xfrm>
            <a:off x="7835574" y="229697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· 14p</a:t>
            </a:r>
            <a:endParaRPr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6BD4A9-6815-B4FA-4FF7-366D5E5636E0}"/>
              </a:ext>
            </a:extLst>
          </p:cNvPr>
          <p:cNvSpPr>
            <a:spLocks noGrp="1"/>
          </p:cNvSpPr>
          <p:nvPr/>
        </p:nvSpPr>
        <p:spPr>
          <a:xfrm>
            <a:off x="6711926" y="3208429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50A9B5-E26F-C913-C61C-69F1F9F09016}"/>
              </a:ext>
            </a:extLst>
          </p:cNvPr>
          <p:cNvSpPr>
            <a:spLocks noGrp="1"/>
          </p:cNvSpPr>
          <p:nvPr/>
        </p:nvSpPr>
        <p:spPr>
          <a:xfrm>
            <a:off x="7340576" y="3208429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FF3A14-D9E6-D110-7A37-72BE54F2C4D2}"/>
              </a:ext>
            </a:extLst>
          </p:cNvPr>
          <p:cNvSpPr>
            <a:spLocks noGrp="1"/>
          </p:cNvSpPr>
          <p:nvPr/>
        </p:nvSpPr>
        <p:spPr>
          <a:xfrm>
            <a:off x="7340576" y="3446554"/>
            <a:ext cx="1924050" cy="436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리소스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2D5000-615A-5A40-6684-644B50C3F7EC}"/>
              </a:ext>
            </a:extLst>
          </p:cNvPr>
          <p:cNvSpPr txBox="1"/>
          <p:nvPr/>
        </p:nvSpPr>
        <p:spPr>
          <a:xfrm>
            <a:off x="7978140" y="3466318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· 16p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2FD04E-D8CD-ECF3-880D-8AA5E0B8F6A9}"/>
              </a:ext>
            </a:extLst>
          </p:cNvPr>
          <p:cNvSpPr txBox="1"/>
          <p:nvPr/>
        </p:nvSpPr>
        <p:spPr>
          <a:xfrm>
            <a:off x="7826350" y="3699005"/>
            <a:ext cx="3467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17p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8842C0-98A1-F8AA-3CAA-D38B8263E7B3}"/>
              </a:ext>
            </a:extLst>
          </p:cNvPr>
          <p:cNvSpPr txBox="1"/>
          <p:nvPr/>
        </p:nvSpPr>
        <p:spPr>
          <a:xfrm>
            <a:off x="8073876" y="463294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18p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26BE85-3F69-A204-369E-77CBCFD46867}"/>
              </a:ext>
            </a:extLst>
          </p:cNvPr>
          <p:cNvSpPr txBox="1"/>
          <p:nvPr/>
        </p:nvSpPr>
        <p:spPr>
          <a:xfrm>
            <a:off x="8073874" y="5584835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19p</a:t>
            </a:r>
            <a:endParaRPr lang="ko-KR" altLang="en-US" sz="1000" dirty="0"/>
          </a:p>
        </p:txBody>
      </p:sp>
      <p:sp>
        <p:nvSpPr>
          <p:cNvPr id="81" name="직선 연결선 80">
            <a:extLst>
              <a:ext uri="{FF2B5EF4-FFF2-40B4-BE49-F238E27FC236}">
                <a16:creationId xmlns:a16="http://schemas.microsoft.com/office/drawing/2014/main" id="{63F040BE-7C2A-0C3A-F5AB-80C8E9F93E27}"/>
              </a:ext>
            </a:extLst>
          </p:cNvPr>
          <p:cNvSpPr>
            <a:spLocks noGrp="1"/>
          </p:cNvSpPr>
          <p:nvPr/>
        </p:nvSpPr>
        <p:spPr>
          <a:xfrm rot="5400000">
            <a:off x="3468118" y="3935421"/>
            <a:ext cx="5135113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863230-6953-D99D-4D58-3427C3472222}"/>
              </a:ext>
            </a:extLst>
          </p:cNvPr>
          <p:cNvSpPr txBox="1"/>
          <p:nvPr/>
        </p:nvSpPr>
        <p:spPr>
          <a:xfrm>
            <a:off x="2050900" y="1784446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3-5p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7429E4-A393-8B0F-83D7-A3AF3110E0E5}"/>
              </a:ext>
            </a:extLst>
          </p:cNvPr>
          <p:cNvSpPr txBox="1"/>
          <p:nvPr/>
        </p:nvSpPr>
        <p:spPr>
          <a:xfrm>
            <a:off x="2050899" y="2948084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6-7p</a:t>
            </a:r>
            <a:endParaRPr lang="ko-KR" altLang="en-US" sz="1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8978F0-565B-6072-335A-97B4D3F8CF70}"/>
              </a:ext>
            </a:extLst>
          </p:cNvPr>
          <p:cNvSpPr txBox="1"/>
          <p:nvPr/>
        </p:nvSpPr>
        <p:spPr>
          <a:xfrm>
            <a:off x="2050898" y="3901907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8-12p</a:t>
            </a:r>
            <a:endParaRPr lang="ko-KR" altLang="en-US" sz="1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A33A9C-A1F8-B0DF-55B5-0FBAA3075441}"/>
              </a:ext>
            </a:extLst>
          </p:cNvPr>
          <p:cNvSpPr txBox="1"/>
          <p:nvPr/>
        </p:nvSpPr>
        <p:spPr>
          <a:xfrm>
            <a:off x="7864424" y="1784446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13-15p</a:t>
            </a:r>
            <a:endParaRPr lang="ko-KR" altLang="en-US" sz="1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BDD7264-2CCF-B49E-FC24-3790A3B689ED}"/>
              </a:ext>
            </a:extLst>
          </p:cNvPr>
          <p:cNvSpPr txBox="1"/>
          <p:nvPr/>
        </p:nvSpPr>
        <p:spPr>
          <a:xfrm>
            <a:off x="8073873" y="3165909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16-17p</a:t>
            </a:r>
            <a:endParaRPr lang="ko-KR" altLang="en-US" sz="1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2655DC-1608-123F-E185-768322B89551}"/>
              </a:ext>
            </a:extLst>
          </p:cNvPr>
          <p:cNvSpPr txBox="1"/>
          <p:nvPr/>
        </p:nvSpPr>
        <p:spPr>
          <a:xfrm>
            <a:off x="8073873" y="4320141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18p</a:t>
            </a:r>
            <a:endParaRPr lang="ko-KR" altLang="en-US" sz="1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28F81D-1A8C-B70D-76F6-6FD2C1296420}"/>
              </a:ext>
            </a:extLst>
          </p:cNvPr>
          <p:cNvSpPr txBox="1"/>
          <p:nvPr/>
        </p:nvSpPr>
        <p:spPr>
          <a:xfrm>
            <a:off x="7978141" y="5267958"/>
            <a:ext cx="3315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· · ·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19p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24D-21E0-ABAE-FD3E-B5D443C8908F}"/>
              </a:ext>
            </a:extLst>
          </p:cNvPr>
          <p:cNvSpPr txBox="1"/>
          <p:nvPr/>
        </p:nvSpPr>
        <p:spPr>
          <a:xfrm>
            <a:off x="2050896" y="488497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11-12p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D9ACD-C6DA-7A48-A797-0D4DBAFBB442}"/>
              </a:ext>
            </a:extLst>
          </p:cNvPr>
          <p:cNvSpPr txBox="1"/>
          <p:nvPr/>
        </p:nvSpPr>
        <p:spPr>
          <a:xfrm>
            <a:off x="7835574" y="251146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15p</a:t>
            </a:r>
            <a:endParaRPr lang="ko-KR" altLang="en-US" sz="10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6AFDA95-E9C8-15E2-48B2-BA6FB81FA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7" t="5165" r="15839" b="5882"/>
          <a:stretch>
            <a:fillRect/>
          </a:stretch>
        </p:blipFill>
        <p:spPr>
          <a:xfrm>
            <a:off x="3775895" y="5810750"/>
            <a:ext cx="376880" cy="475424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A5D37E45-54E9-A742-56F9-3B9C49E8C6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773" y="5179766"/>
            <a:ext cx="883667" cy="88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7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F02FB9F8-8A73-454E-87D7-0CE9A98439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8663A1-B0ED-4D6C-9123-5FD6EABA060A}"/>
              </a:ext>
            </a:extLst>
          </p:cNvPr>
          <p:cNvSpPr>
            <a:spLocks noGrp="1"/>
          </p:cNvSpPr>
          <p:nvPr/>
        </p:nvSpPr>
        <p:spPr>
          <a:xfrm>
            <a:off x="6887997" y="1920165"/>
            <a:ext cx="4320867" cy="457200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8AB4CE-0B21-4791-BDD5-D777D611B0BE}"/>
              </a:ext>
            </a:extLst>
          </p:cNvPr>
          <p:cNvSpPr>
            <a:spLocks noGrp="1"/>
          </p:cNvSpPr>
          <p:nvPr/>
        </p:nvSpPr>
        <p:spPr>
          <a:xfrm>
            <a:off x="7154698" y="203446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게임명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F7823E-07C9-46D4-B5B1-DA165BDEFCAC}"/>
              </a:ext>
            </a:extLst>
          </p:cNvPr>
          <p:cNvSpPr>
            <a:spLocks noGrp="1"/>
          </p:cNvSpPr>
          <p:nvPr/>
        </p:nvSpPr>
        <p:spPr>
          <a:xfrm>
            <a:off x="8431048" y="192016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1A25F8-3979-424E-8432-7B1431CD67AD}"/>
              </a:ext>
            </a:extLst>
          </p:cNvPr>
          <p:cNvSpPr>
            <a:spLocks noGrp="1"/>
          </p:cNvSpPr>
          <p:nvPr/>
        </p:nvSpPr>
        <p:spPr>
          <a:xfrm>
            <a:off x="6887997" y="2701215"/>
            <a:ext cx="4320867" cy="457200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8FE847-DF78-4C82-BCB1-65EB9C8B2808}"/>
              </a:ext>
            </a:extLst>
          </p:cNvPr>
          <p:cNvSpPr>
            <a:spLocks noGrp="1"/>
          </p:cNvSpPr>
          <p:nvPr/>
        </p:nvSpPr>
        <p:spPr>
          <a:xfrm>
            <a:off x="7154698" y="281551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장르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05D3FA-D8D1-4205-A3BC-CA5B692B2E58}"/>
              </a:ext>
            </a:extLst>
          </p:cNvPr>
          <p:cNvSpPr>
            <a:spLocks noGrp="1"/>
          </p:cNvSpPr>
          <p:nvPr/>
        </p:nvSpPr>
        <p:spPr>
          <a:xfrm>
            <a:off x="8431048" y="270121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잠입</a:t>
            </a:r>
            <a:r>
              <a:rPr lang="en-US"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액션</a:t>
            </a:r>
            <a:r>
              <a:rPr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어드벤처</a:t>
            </a:r>
            <a:endParaRPr sz="1000" b="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244A151-AEC8-43E0-A354-930CA725CF26}"/>
              </a:ext>
            </a:extLst>
          </p:cNvPr>
          <p:cNvSpPr>
            <a:spLocks noGrp="1"/>
          </p:cNvSpPr>
          <p:nvPr/>
        </p:nvSpPr>
        <p:spPr>
          <a:xfrm>
            <a:off x="6887997" y="3482265"/>
            <a:ext cx="4320867" cy="457200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9467DD-691B-4E35-B7ED-1201020777F7}"/>
              </a:ext>
            </a:extLst>
          </p:cNvPr>
          <p:cNvSpPr>
            <a:spLocks noGrp="1"/>
          </p:cNvSpPr>
          <p:nvPr/>
        </p:nvSpPr>
        <p:spPr>
          <a:xfrm>
            <a:off x="7154698" y="359656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</a:t>
            </a:r>
            <a:r>
              <a:rPr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방식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4F0599-B21E-4664-A964-A7635507D3BD}"/>
              </a:ext>
            </a:extLst>
          </p:cNvPr>
          <p:cNvSpPr>
            <a:spLocks noGrp="1"/>
          </p:cNvSpPr>
          <p:nvPr/>
        </p:nvSpPr>
        <p:spPr>
          <a:xfrm>
            <a:off x="8431048" y="348226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2.5D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횡스크롤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탐색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2BF6292-CAAB-487B-901F-FE07EA116275}"/>
              </a:ext>
            </a:extLst>
          </p:cNvPr>
          <p:cNvSpPr>
            <a:spLocks noGrp="1"/>
          </p:cNvSpPr>
          <p:nvPr/>
        </p:nvSpPr>
        <p:spPr>
          <a:xfrm>
            <a:off x="6887997" y="4263315"/>
            <a:ext cx="4320867" cy="457200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A3A36D-C585-4B72-A417-DE8D48167D49}"/>
              </a:ext>
            </a:extLst>
          </p:cNvPr>
          <p:cNvSpPr>
            <a:spLocks noGrp="1"/>
          </p:cNvSpPr>
          <p:nvPr/>
        </p:nvSpPr>
        <p:spPr>
          <a:xfrm>
            <a:off x="7154698" y="437761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</a:t>
            </a:r>
            <a:r>
              <a:rPr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목표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BDF646-39C2-48AB-9BC7-B68315DBFC78}"/>
              </a:ext>
            </a:extLst>
          </p:cNvPr>
          <p:cNvSpPr>
            <a:spLocks noGrp="1"/>
          </p:cNvSpPr>
          <p:nvPr/>
        </p:nvSpPr>
        <p:spPr>
          <a:xfrm>
            <a:off x="8431048" y="426331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조절해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적과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요소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돌파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EDA340-C77A-4A56-867A-CB3EB1902B4D}"/>
              </a:ext>
            </a:extLst>
          </p:cNvPr>
          <p:cNvSpPr>
            <a:spLocks noGrp="1"/>
          </p:cNvSpPr>
          <p:nvPr/>
        </p:nvSpPr>
        <p:spPr>
          <a:xfrm>
            <a:off x="1129553" y="5053777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</a:t>
            </a: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흐름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07F9B50-9C49-47A8-BA0F-2E061B01B3F2}"/>
              </a:ext>
            </a:extLst>
          </p:cNvPr>
          <p:cNvSpPr>
            <a:spLocks noGrp="1"/>
          </p:cNvSpPr>
          <p:nvPr/>
        </p:nvSpPr>
        <p:spPr>
          <a:xfrm>
            <a:off x="1129553" y="5592556"/>
            <a:ext cx="2305517" cy="701488"/>
          </a:xfrm>
          <a:prstGeom prst="roundRect">
            <a:avLst>
              <a:gd name="adj" fmla="val 19048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en-US" altLang="ko-KR" sz="1000" dirty="0"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</a:rPr>
              <a:t>회보 위치 파악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32F716-B5C4-40E1-872F-39C0D7276E91}"/>
              </a:ext>
            </a:extLst>
          </p:cNvPr>
          <p:cNvSpPr>
            <a:spLocks noGrp="1"/>
          </p:cNvSpPr>
          <p:nvPr/>
        </p:nvSpPr>
        <p:spPr>
          <a:xfrm>
            <a:off x="3435070" y="5809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E42B5BD-962D-4B9F-A7DF-033E85843EC8}"/>
              </a:ext>
            </a:extLst>
          </p:cNvPr>
          <p:cNvSpPr>
            <a:spLocks noGrp="1"/>
          </p:cNvSpPr>
          <p:nvPr/>
        </p:nvSpPr>
        <p:spPr>
          <a:xfrm>
            <a:off x="3720820" y="5592556"/>
            <a:ext cx="2305517" cy="701488"/>
          </a:xfrm>
          <a:prstGeom prst="roundRect">
            <a:avLst>
              <a:gd name="adj" fmla="val 19048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선택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r>
              <a:rPr lang="en-US" altLang="ko-KR" sz="1000" dirty="0"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</a:rPr>
              <a:t>숨 참기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내쉬기 조절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8FA7E6-F2AD-49C6-B6F7-A7722E72EEA5}"/>
              </a:ext>
            </a:extLst>
          </p:cNvPr>
          <p:cNvSpPr>
            <a:spLocks noGrp="1"/>
          </p:cNvSpPr>
          <p:nvPr/>
        </p:nvSpPr>
        <p:spPr>
          <a:xfrm>
            <a:off x="6026337" y="5809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46154FF-A5C1-44A2-B118-EDCDF8EF7C1B}"/>
              </a:ext>
            </a:extLst>
          </p:cNvPr>
          <p:cNvSpPr>
            <a:spLocks noGrp="1"/>
          </p:cNvSpPr>
          <p:nvPr/>
        </p:nvSpPr>
        <p:spPr>
          <a:xfrm>
            <a:off x="6312088" y="5592556"/>
            <a:ext cx="2305516" cy="701488"/>
          </a:xfrm>
          <a:prstGeom prst="roundRect">
            <a:avLst>
              <a:gd name="adj" fmla="val 19048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 활용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은신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체공</a:t>
            </a:r>
            <a:r>
              <a:rPr lang="en-US" altLang="ko-KR" sz="1000" dirty="0"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</a:rPr>
              <a:t>오브젝트 조작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E57072B-212D-4975-BF15-579D2BE4B4BF}"/>
              </a:ext>
            </a:extLst>
          </p:cNvPr>
          <p:cNvSpPr>
            <a:spLocks noGrp="1"/>
          </p:cNvSpPr>
          <p:nvPr/>
        </p:nvSpPr>
        <p:spPr>
          <a:xfrm>
            <a:off x="8617605" y="5809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6EF354D-CE1F-4D6C-A6F0-C9CF58EFA22E}"/>
              </a:ext>
            </a:extLst>
          </p:cNvPr>
          <p:cNvSpPr>
            <a:spLocks noGrp="1"/>
          </p:cNvSpPr>
          <p:nvPr/>
        </p:nvSpPr>
        <p:spPr>
          <a:xfrm>
            <a:off x="8903355" y="5592556"/>
            <a:ext cx="2305514" cy="701488"/>
          </a:xfrm>
          <a:prstGeom prst="roundRect">
            <a:avLst>
              <a:gd name="adj" fmla="val 19048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돌파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상황에 맞는 경로 확보</a:t>
            </a:r>
          </a:p>
        </p:txBody>
      </p:sp>
      <p:sp>
        <p:nvSpPr>
          <p:cNvPr id="54" name="직선 연결선 53">
            <a:extLst>
              <a:ext uri="{FF2B5EF4-FFF2-40B4-BE49-F238E27FC236}">
                <a16:creationId xmlns:a16="http://schemas.microsoft.com/office/drawing/2014/main" id="{9988EE61-6B2B-4B8E-B551-6683A2F16300}"/>
              </a:ext>
            </a:extLst>
          </p:cNvPr>
          <p:cNvSpPr>
            <a:spLocks noGrp="1"/>
          </p:cNvSpPr>
          <p:nvPr/>
        </p:nvSpPr>
        <p:spPr>
          <a:xfrm flipH="1">
            <a:off x="8184278" y="1920165"/>
            <a:ext cx="0" cy="45720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11C4EBE-BC60-C52E-60D7-86834B8815B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2395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B2E93E-EE9F-5ACE-407A-D5A1C5AB970C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25426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 </a:t>
            </a: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1" name="모서리가 둥근 직사각형 10">
            <a:extLst>
              <a:ext uri="{FF2B5EF4-FFF2-40B4-BE49-F238E27FC236}">
                <a16:creationId xmlns:a16="http://schemas.microsoft.com/office/drawing/2014/main" id="{C4255000-2593-2C6F-193A-AC9DF4619252}"/>
              </a:ext>
            </a:extLst>
          </p:cNvPr>
          <p:cNvSpPr/>
          <p:nvPr/>
        </p:nvSpPr>
        <p:spPr>
          <a:xfrm>
            <a:off x="1129553" y="1898164"/>
            <a:ext cx="4833562" cy="2875689"/>
          </a:xfrm>
          <a:prstGeom prst="roundRect">
            <a:avLst>
              <a:gd name="adj" fmla="val 2912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A19945-7BBE-F6A3-9368-26AD081CC98D}"/>
              </a:ext>
            </a:extLst>
          </p:cNvPr>
          <p:cNvSpPr>
            <a:spLocks noGrp="1"/>
          </p:cNvSpPr>
          <p:nvPr/>
        </p:nvSpPr>
        <p:spPr>
          <a:xfrm>
            <a:off x="1129553" y="1359385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타이틀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6F2999F-5EC1-6889-BC43-EB3937CE0B8B}"/>
              </a:ext>
            </a:extLst>
          </p:cNvPr>
          <p:cNvSpPr>
            <a:spLocks noGrp="1"/>
          </p:cNvSpPr>
          <p:nvPr/>
        </p:nvSpPr>
        <p:spPr>
          <a:xfrm>
            <a:off x="6887997" y="1359385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4270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888</Words>
  <Application>Microsoft Office PowerPoint</Application>
  <PresentationFormat>와이드스크린</PresentationFormat>
  <Paragraphs>100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2026-09-04T01:09:29Z</dcterms:created>
  <dcterms:modified xsi:type="dcterms:W3CDTF">2026-09-04T02:19:57Z</dcterms:modified>
</cp:coreProperties>
</file>