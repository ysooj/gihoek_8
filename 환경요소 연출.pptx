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46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sukie52@gmail.com" userId="017bd91f96aa8751" providerId="LiveId" clId="{5B2C3894-F97E-4CAB-8812-5BB4D83AAC6A}"/>
    <pc:docChg chg="addSld modSld">
      <pc:chgData name="musukie52@gmail.com" userId="017bd91f96aa8751" providerId="LiveId" clId="{5B2C3894-F97E-4CAB-8812-5BB4D83AAC6A}" dt="2026-08-28T01:18:05.218" v="0"/>
      <pc:docMkLst>
        <pc:docMk/>
      </pc:docMkLst>
      <pc:sldChg chg="add">
        <pc:chgData name="musukie52@gmail.com" userId="017bd91f96aa8751" providerId="LiveId" clId="{5B2C3894-F97E-4CAB-8812-5BB4D83AAC6A}" dt="2026-08-28T01:18:05.218" v="0"/>
        <pc:sldMkLst>
          <pc:docMk/>
          <pc:sldMk cId="3055854105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C59D7-19B0-15DF-D7DC-9D7A4BA025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B3E67AB-F2F1-D1FA-31BA-0F97D69CB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AD8B01-A5B0-5D69-60F7-55C91A137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CDF01C-7678-7C95-15D7-432478A6E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770721-3CC1-4A78-CAB8-8FD43BB3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1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0D8B4A-F732-12B2-F61D-C718408C0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2B1CBB-3E05-FBF5-F16C-64BACE422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43A547-C298-A82B-041F-8DAACDFE71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58A09D-A59A-66C4-83D2-758F21525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CD179A4-6381-D52E-8550-0542D61D3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2473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0BF9E7-8341-76BC-E00F-82B6E72F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05B927-9EB3-EE22-C027-7B60E977A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62DB48-7C14-1B41-0967-2F7FF3B88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02F164-C9C5-7182-2E21-49D34EF36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318186-EA41-C205-BF00-4094B08CC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239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D8028D-5E3F-544B-92E4-918D8CD90C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B1362A-1262-7746-3DBF-61EBE698DD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F19CDC-3A8A-DCBE-0569-84610A408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BC0CDB-6D71-EEE1-4B3D-0448F6B76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6CDF74-680A-2CB6-6C46-F5C49A5C3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2749F3-0302-1CAC-0598-3FFF756BF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0620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4D7ED2-D0A4-466F-DADA-FEC91ADE1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7311C4-7DA7-30BB-A750-DE941BB22A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E51ED80-0E78-5C41-1FAE-216A662B3D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1E0484-FF6B-7F82-71AC-FD5DC7CB1F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6867FD9-34E2-0B57-09AE-194F31E9B2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420D356-C691-FD61-2B94-515E69FEB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7CA6BB-745F-4113-0920-ADC8618EA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C675EF8-A619-1D5F-A582-7B78B144C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7687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10970-A1C7-BFA3-9FFF-0DEA79E49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8139E3-CB22-91AB-D84C-0673E7D33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BC7511-BFA1-FF3A-18EF-F9D89F80D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361AC0E-CA96-81D7-B617-16C8BF98B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3370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41F6F0F-5C1A-8982-60AE-F2BE5A575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98171E3-C197-381F-9394-BEAECC93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0A396F-4D7A-409B-348F-EFE52EF2C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4116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F059E9-D9BD-A5FF-7CD4-2F61BD16E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5D3C34-F747-56CD-F895-D5F2BF1448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FD889A3-4A7A-D724-41F5-A430B677A9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111AE24-F9EC-9FAF-7B85-2893B0C53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B0C252-166C-98E5-1B58-CB9CD7D2E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FEBF2C5-6CF9-579D-29BA-3BD121D7C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7596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28CA8A-F560-9FCD-18BD-E1130376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7409DB8-82DA-139E-8B59-ECC95C3290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2F9F551-B507-8323-F1F4-B4472E166E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6EE888-97C1-C833-013F-FDB7A607A8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44C2AA3-EDBF-51B0-967C-1266B380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297D1B-C4C5-A4D9-8A21-EF167A9E2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2190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8068D8-ADDE-D116-47A6-E483DCA6C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FDAE89D-D7EF-D0B1-40D8-0DDCFF586F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2FECE1-38DD-BB1A-845D-8460F438C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2700417-1065-59E9-60DF-19F34FF16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DFEDA9-E85F-9E91-E18C-276A940E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745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4667046-1409-996C-D947-0CE6B271F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70BDE-C5EC-473A-CFCF-970DD4C90B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9D551E9-8C4C-7633-C518-04EA4A5F8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00A767-059C-349E-A15D-24C0F8CEA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8F63C5-1C2D-5949-ADB0-F823BFEC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61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7771B01-C13D-9D30-D14B-1F1DDA227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6487A55-26F7-1BC6-6E3D-1218D2BBA0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73A1B85-B794-2D87-4994-31C7B16F5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C84C8-C8DD-454B-B032-7F675CF9386F}" type="datetimeFigureOut">
              <a:rPr lang="ko-KR" altLang="en-US" smtClean="0"/>
              <a:t>2026-08-28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23F010-B51C-3C54-3104-47EE010F68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3C7EDE-8913-FB71-D0B2-AEC746D9C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79CF7C-6926-404C-93EC-D25767298F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4213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모서리가 둥근 직사각형 20"/>
          <p:cNvSpPr/>
          <p:nvPr/>
        </p:nvSpPr>
        <p:spPr>
          <a:xfrm>
            <a:off x="983411" y="1709211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000" r="-8000"/>
            </a:stretch>
          </a:blipFill>
          <a:ln w="38100">
            <a:solidFill>
              <a:srgbClr val="FFD75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1D8DFC5-1C70-AD55-9E47-469A3B8959D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073B5C"/>
          </a:solidFill>
          <a:ln w="9525">
            <a:solidFill>
              <a:srgbClr val="073B5C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C7F4075-DBE3-2A46-0EE7-D0547E9B74A3}"/>
              </a:ext>
            </a:extLst>
          </p:cNvPr>
          <p:cNvSpPr>
            <a:spLocks noGrp="1"/>
          </p:cNvSpPr>
          <p:nvPr/>
        </p:nvSpPr>
        <p:spPr>
          <a:xfrm>
            <a:off x="457200" y="371477"/>
            <a:ext cx="3644464" cy="466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50000"/>
              </a:lnSpc>
              <a:defRPr sz="1000" b="1">
                <a:solidFill>
                  <a:srgbClr val="20A6A0"/>
                </a:solidFill>
              </a:defRPr>
            </a:pPr>
            <a:r>
              <a:rPr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0</a:t>
            </a:r>
            <a:r>
              <a:rPr 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8 </a:t>
            </a:r>
            <a:r>
              <a:rPr lang="ko-KR" altLang="en-US" sz="2000" b="1" dirty="0">
                <a:solidFill>
                  <a:srgbClr val="20A6A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맑은 고딕"/>
              </a:rPr>
              <a:t>환경 연출</a:t>
            </a:r>
            <a:endParaRPr sz="2000" b="1" dirty="0">
              <a:solidFill>
                <a:srgbClr val="20A6A0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맑은 고딕"/>
            </a:endParaRPr>
          </a:p>
        </p:txBody>
      </p:sp>
      <p:sp>
        <p:nvSpPr>
          <p:cNvPr id="9" name="직선 연결선 8">
            <a:extLst>
              <a:ext uri="{FF2B5EF4-FFF2-40B4-BE49-F238E27FC236}">
                <a16:creationId xmlns:a16="http://schemas.microsoft.com/office/drawing/2014/main" id="{A117C29A-8012-1D80-C2F3-C98BC02F8E31}"/>
              </a:ext>
            </a:extLst>
          </p:cNvPr>
          <p:cNvSpPr>
            <a:spLocks noGrp="1"/>
          </p:cNvSpPr>
          <p:nvPr/>
        </p:nvSpPr>
        <p:spPr>
          <a:xfrm>
            <a:off x="457200" y="971550"/>
            <a:ext cx="11239500" cy="0"/>
          </a:xfrm>
          <a:prstGeom prst="line">
            <a:avLst/>
          </a:prstGeom>
          <a:noFill/>
          <a:ln w="9525">
            <a:solidFill>
              <a:srgbClr val="D8E3EA"/>
            </a:solidFill>
            <a:prstDash val="solid"/>
          </a:ln>
        </p:spPr>
        <p:txBody>
          <a:bodyPr anchor="ctr"/>
          <a:lstStyle/>
          <a:p>
            <a:endParaRPr lang="ko-KR" altLang="en-US"/>
          </a:p>
        </p:txBody>
      </p:sp>
      <p:sp>
        <p:nvSpPr>
          <p:cNvPr id="26" name="모서리가 둥근 직사각형 25"/>
          <p:cNvSpPr/>
          <p:nvPr/>
        </p:nvSpPr>
        <p:spPr>
          <a:xfrm>
            <a:off x="6383545" y="3044216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3"/>
            <a:srcRect/>
            <a:stretch>
              <a:fillRect l="-8000" r="-8000"/>
            </a:stretch>
          </a:blipFill>
          <a:ln w="38100">
            <a:solidFill>
              <a:srgbClr val="EE899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모서리가 둥근 직사각형 27"/>
          <p:cNvSpPr/>
          <p:nvPr/>
        </p:nvSpPr>
        <p:spPr>
          <a:xfrm>
            <a:off x="983410" y="4418676"/>
            <a:ext cx="4917057" cy="2086052"/>
          </a:xfrm>
          <a:prstGeom prst="roundRect">
            <a:avLst>
              <a:gd name="adj" fmla="val 6742"/>
            </a:avLst>
          </a:prstGeom>
          <a:blipFill dpi="0" rotWithShape="1">
            <a:blip r:embed="rId4"/>
            <a:srcRect/>
            <a:stretch>
              <a:fillRect l="-8000" r="-8000"/>
            </a:stretch>
          </a:blipFill>
          <a:ln w="38100">
            <a:solidFill>
              <a:srgbClr val="5BAD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983410" y="1259232"/>
            <a:ext cx="5629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강한 날숨으로 오브젝트를 움직여서 소리를 발생시킴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3409" y="3971738"/>
            <a:ext cx="2533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적의 시선을 피해 이동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20288" y="2563401"/>
            <a:ext cx="1780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dirty="0"/>
              <a:t>적의 시선을 끔</a:t>
            </a:r>
          </a:p>
        </p:txBody>
      </p:sp>
      <p:cxnSp>
        <p:nvCxnSpPr>
          <p:cNvPr id="11" name="구부러진 연결선 10"/>
          <p:cNvCxnSpPr/>
          <p:nvPr/>
        </p:nvCxnSpPr>
        <p:spPr>
          <a:xfrm>
            <a:off x="5900468" y="2752237"/>
            <a:ext cx="2941607" cy="320744"/>
          </a:xfrm>
          <a:prstGeom prst="curvedConnector2">
            <a:avLst/>
          </a:prstGeom>
          <a:ln w="25400">
            <a:solidFill>
              <a:srgbClr val="5E4180"/>
            </a:solidFill>
            <a:headEnd w="lg" len="lg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구부러진 연결선 12"/>
          <p:cNvCxnSpPr/>
          <p:nvPr/>
        </p:nvCxnSpPr>
        <p:spPr>
          <a:xfrm flipV="1">
            <a:off x="5900468" y="5159033"/>
            <a:ext cx="2941607" cy="302669"/>
          </a:xfrm>
          <a:prstGeom prst="curvedConnector2">
            <a:avLst/>
          </a:prstGeom>
          <a:ln w="25400">
            <a:solidFill>
              <a:srgbClr val="5E4180"/>
            </a:solidFill>
            <a:headEnd type="triangl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8541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와이드스크린</PresentationFormat>
  <Paragraphs>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musukie52@gmail.com</dc:creator>
  <cp:lastModifiedBy>musukie52@gmail.com</cp:lastModifiedBy>
  <cp:revision>1</cp:revision>
  <dcterms:created xsi:type="dcterms:W3CDTF">2026-08-28T01:18:02Z</dcterms:created>
  <dcterms:modified xsi:type="dcterms:W3CDTF">2026-08-28T01:18:06Z</dcterms:modified>
</cp:coreProperties>
</file>