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1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77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36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71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92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77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48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3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09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04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16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756D-6E55-4E1C-949B-EC11486C2A47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658B-1348-415C-B077-761530211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5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기획 문서 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2031" y="1383324"/>
            <a:ext cx="11347938" cy="5474676"/>
          </a:xfrm>
        </p:spPr>
        <p:txBody>
          <a:bodyPr>
            <a:normAutofit/>
          </a:bodyPr>
          <a:lstStyle/>
          <a:p>
            <a:r>
              <a:rPr lang="ko-KR" altLang="en-US" smtClean="0"/>
              <a:t>표</a:t>
            </a:r>
            <a:endParaRPr lang="en-US" altLang="ko-KR" smtClean="0"/>
          </a:p>
          <a:p>
            <a:pPr lvl="1"/>
            <a:r>
              <a:rPr lang="ko-KR" altLang="en-US" smtClean="0"/>
              <a:t>대부분은 표로서 정량화와 신뢰성을 높여야 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시스템이 사용되는 게임 화면의 흐름</a:t>
            </a:r>
            <a:endParaRPr lang="en-US" altLang="ko-KR" smtClean="0"/>
          </a:p>
          <a:p>
            <a:r>
              <a:rPr lang="en-US" altLang="ko-KR" smtClean="0"/>
              <a:t>UI</a:t>
            </a:r>
          </a:p>
          <a:p>
            <a:pPr lvl="1"/>
            <a:r>
              <a:rPr lang="ko-KR" altLang="en-US" smtClean="0"/>
              <a:t>시스템 구성을 위해 필요한 </a:t>
            </a:r>
            <a:r>
              <a:rPr lang="en-US" altLang="ko-KR" smtClean="0"/>
              <a:t>UI</a:t>
            </a:r>
            <a:r>
              <a:rPr lang="ko-KR" altLang="en-US" smtClean="0"/>
              <a:t>를 구성할 수 있어야 한다</a:t>
            </a:r>
            <a:r>
              <a:rPr lang="en-US" altLang="ko-KR" smtClean="0"/>
              <a:t>. =&gt; </a:t>
            </a:r>
            <a:r>
              <a:rPr lang="ko-KR" altLang="en-US" smtClean="0">
                <a:solidFill>
                  <a:srgbClr val="FF0000"/>
                </a:solidFill>
              </a:rPr>
              <a:t>필수</a:t>
            </a:r>
            <a:r>
              <a:rPr lang="en-US" altLang="ko-KR" smtClean="0">
                <a:solidFill>
                  <a:srgbClr val="FF0000"/>
                </a:solidFill>
              </a:rPr>
              <a:t>!</a:t>
            </a:r>
          </a:p>
          <a:p>
            <a:r>
              <a:rPr lang="ko-KR" altLang="en-US" smtClean="0"/>
              <a:t>도식</a:t>
            </a:r>
            <a:endParaRPr lang="en-US" altLang="ko-KR" smtClean="0"/>
          </a:p>
          <a:p>
            <a:pPr lvl="1"/>
            <a:r>
              <a:rPr lang="ko-KR" altLang="en-US" smtClean="0"/>
              <a:t>도식</a:t>
            </a:r>
            <a:r>
              <a:rPr lang="en-US" altLang="ko-KR" smtClean="0"/>
              <a:t>, </a:t>
            </a:r>
            <a:r>
              <a:rPr lang="ko-KR" altLang="en-US" smtClean="0"/>
              <a:t>그래프</a:t>
            </a:r>
            <a:r>
              <a:rPr lang="en-US" altLang="ko-KR"/>
              <a:t> </a:t>
            </a:r>
            <a:r>
              <a:rPr lang="ko-KR" altLang="en-US" smtClean="0"/>
              <a:t>등 다양한 도식을 아주 잘 활용해야 한다</a:t>
            </a:r>
            <a:r>
              <a:rPr lang="en-US" altLang="ko-KR" smtClean="0"/>
              <a:t>. =&gt; </a:t>
            </a:r>
            <a:r>
              <a:rPr lang="ko-KR" altLang="en-US" smtClean="0">
                <a:solidFill>
                  <a:srgbClr val="FF0000"/>
                </a:solidFill>
              </a:rPr>
              <a:t>중요</a:t>
            </a:r>
            <a:r>
              <a:rPr lang="en-US" altLang="ko-KR" smtClean="0">
                <a:solidFill>
                  <a:srgbClr val="FF0000"/>
                </a:solidFill>
              </a:rPr>
              <a:t>!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ko-KR" altLang="en-US" smtClean="0"/>
              <a:t>시스템 플레이 플로우</a:t>
            </a:r>
            <a:endParaRPr lang="en-US" altLang="ko-KR" smtClean="0"/>
          </a:p>
          <a:p>
            <a:pPr lvl="1"/>
            <a:r>
              <a:rPr lang="ko-KR" altLang="en-US" smtClean="0"/>
              <a:t>기획자의 플로우는 코드 개발자의 플로우보다 간단하다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순서도</a:t>
            </a:r>
            <a:r>
              <a:rPr lang="en-US" altLang="ko-KR" smtClean="0"/>
              <a:t>. </a:t>
            </a:r>
            <a:r>
              <a:rPr lang="ko-KR" altLang="en-US" smtClean="0"/>
              <a:t>최소 하나는 들어가야 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8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인포그래픽</a:t>
            </a:r>
            <a:endParaRPr lang="en-US" altLang="ko-KR" smtClean="0"/>
          </a:p>
          <a:p>
            <a:r>
              <a:rPr lang="ko-KR" altLang="en-US" smtClean="0"/>
              <a:t>성공한 게임의 </a:t>
            </a:r>
            <a:r>
              <a:rPr lang="ko-KR" altLang="en-US" b="1" smtClean="0"/>
              <a:t>분석된</a:t>
            </a:r>
            <a:r>
              <a:rPr lang="ko-KR" altLang="en-US" smtClean="0"/>
              <a:t> 크린샷</a:t>
            </a:r>
            <a:endParaRPr lang="en-US" altLang="ko-KR" smtClean="0"/>
          </a:p>
          <a:p>
            <a:pPr lvl="1"/>
            <a:r>
              <a:rPr lang="ko-KR" altLang="en-US" smtClean="0"/>
              <a:t>대표님이 묻는 것 </a:t>
            </a:r>
            <a:r>
              <a:rPr lang="en-US" altLang="ko-KR" smtClean="0"/>
              <a:t>: </a:t>
            </a:r>
            <a:r>
              <a:rPr lang="ko-KR" altLang="en-US" smtClean="0"/>
              <a:t>뭐가 재밌니</a:t>
            </a:r>
            <a:r>
              <a:rPr lang="en-US" altLang="ko-KR" smtClean="0"/>
              <a:t>? </a:t>
            </a:r>
            <a:r>
              <a:rPr lang="ko-KR" altLang="en-US" smtClean="0"/>
              <a:t>그래서 성공하니</a:t>
            </a:r>
            <a:r>
              <a:rPr lang="en-US" altLang="ko-KR" smtClean="0"/>
              <a:t>? </a:t>
            </a:r>
            <a:r>
              <a:rPr lang="ko-KR" altLang="en-US" smtClean="0"/>
              <a:t>그래서 돈 많이 버니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이걸 응답할 수 있는 가장 좋은 표현법</a:t>
            </a:r>
            <a:endParaRPr lang="en-US" altLang="ko-KR" smtClean="0"/>
          </a:p>
          <a:p>
            <a:pPr lvl="1"/>
            <a:r>
              <a:rPr lang="ko-KR" altLang="en-US" smtClean="0"/>
              <a:t>성공한 게임을 벤치마킹해서</a:t>
            </a:r>
            <a:r>
              <a:rPr lang="en-US" altLang="ko-KR" smtClean="0"/>
              <a:t>, </a:t>
            </a:r>
            <a:r>
              <a:rPr lang="ko-KR" altLang="en-US" smtClean="0"/>
              <a:t>우리도 차용했습니다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뻔해도</a:t>
            </a:r>
            <a:r>
              <a:rPr lang="en-US" altLang="ko-KR" smtClean="0"/>
              <a:t>, </a:t>
            </a:r>
            <a:r>
              <a:rPr lang="ko-KR" altLang="en-US" smtClean="0"/>
              <a:t>뻔한 게 재밌으니까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스토리보드</a:t>
            </a:r>
            <a:endParaRPr lang="en-US" altLang="ko-KR" smtClean="0"/>
          </a:p>
          <a:p>
            <a:pPr lvl="1"/>
            <a:r>
              <a:rPr lang="ko-KR" altLang="en-US" smtClean="0"/>
              <a:t>시스템이 사용된 상황을 스토리보드로 표현한다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웹툰이나 만화의 컷신처럼</a:t>
            </a:r>
            <a:r>
              <a:rPr lang="en-US" altLang="ko-KR" smtClean="0"/>
              <a:t>. </a:t>
            </a:r>
            <a:r>
              <a:rPr lang="ko-KR" altLang="en-US" smtClean="0"/>
              <a:t>시각적인 상황 제시로</a:t>
            </a:r>
            <a:endParaRPr lang="en-US" altLang="ko-KR" smtClean="0"/>
          </a:p>
          <a:p>
            <a:pPr lvl="1"/>
            <a:r>
              <a:rPr lang="ko-KR" altLang="en-US" smtClean="0"/>
              <a:t>스케치업</a:t>
            </a:r>
            <a:r>
              <a:rPr lang="en-US" altLang="ko-KR" smtClean="0"/>
              <a:t>, </a:t>
            </a:r>
            <a:r>
              <a:rPr lang="ko-KR" altLang="en-US" smtClean="0"/>
              <a:t>스타일돌</a:t>
            </a:r>
            <a:r>
              <a:rPr lang="en-US" altLang="ko-KR" smtClean="0"/>
              <a:t>(?), </a:t>
            </a:r>
            <a:r>
              <a:rPr lang="ko-KR" altLang="en-US" smtClean="0"/>
              <a:t>포토샵 등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기획 문서 표현법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37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18574"/>
            <a:ext cx="11631648" cy="6820852"/>
          </a:xfrm>
          <a:prstGeom prst="rect">
            <a:avLst/>
          </a:prstGeom>
        </p:spPr>
      </p:pic>
      <p:sp>
        <p:nvSpPr>
          <p:cNvPr id="8" name="자유형 7"/>
          <p:cNvSpPr/>
          <p:nvPr/>
        </p:nvSpPr>
        <p:spPr>
          <a:xfrm>
            <a:off x="3507971" y="382385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7035338" y="101692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3665913" y="1684712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5749636" y="2152996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 11"/>
          <p:cNvSpPr/>
          <p:nvPr/>
        </p:nvSpPr>
        <p:spPr>
          <a:xfrm>
            <a:off x="11310851" y="301336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7470371" y="4511039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4860174" y="5608320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/>
        </p:nvSpPr>
        <p:spPr>
          <a:xfrm>
            <a:off x="4879571" y="3729643"/>
            <a:ext cx="315884" cy="415637"/>
          </a:xfrm>
          <a:custGeom>
            <a:avLst/>
            <a:gdLst>
              <a:gd name="connsiteX0" fmla="*/ 0 w 315884"/>
              <a:gd name="connsiteY0" fmla="*/ 216131 h 415637"/>
              <a:gd name="connsiteX1" fmla="*/ 33251 w 315884"/>
              <a:gd name="connsiteY1" fmla="*/ 299259 h 415637"/>
              <a:gd name="connsiteX2" fmla="*/ 99753 w 315884"/>
              <a:gd name="connsiteY2" fmla="*/ 415637 h 415637"/>
              <a:gd name="connsiteX3" fmla="*/ 199505 w 315884"/>
              <a:gd name="connsiteY3" fmla="*/ 266008 h 415637"/>
              <a:gd name="connsiteX4" fmla="*/ 232756 w 315884"/>
              <a:gd name="connsiteY4" fmla="*/ 166255 h 415637"/>
              <a:gd name="connsiteX5" fmla="*/ 249382 w 315884"/>
              <a:gd name="connsiteY5" fmla="*/ 83128 h 415637"/>
              <a:gd name="connsiteX6" fmla="*/ 299258 w 315884"/>
              <a:gd name="connsiteY6" fmla="*/ 33251 h 415637"/>
              <a:gd name="connsiteX7" fmla="*/ 315884 w 315884"/>
              <a:gd name="connsiteY7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884" h="415637">
                <a:moveTo>
                  <a:pt x="0" y="216131"/>
                </a:moveTo>
                <a:cubicBezTo>
                  <a:pt x="11084" y="243840"/>
                  <a:pt x="18758" y="273171"/>
                  <a:pt x="33251" y="299259"/>
                </a:cubicBezTo>
                <a:cubicBezTo>
                  <a:pt x="117129" y="450240"/>
                  <a:pt x="59510" y="294909"/>
                  <a:pt x="99753" y="415637"/>
                </a:cubicBezTo>
                <a:cubicBezTo>
                  <a:pt x="135175" y="368407"/>
                  <a:pt x="174839" y="320273"/>
                  <a:pt x="199505" y="266008"/>
                </a:cubicBezTo>
                <a:cubicBezTo>
                  <a:pt x="214009" y="234100"/>
                  <a:pt x="225882" y="200624"/>
                  <a:pt x="232756" y="166255"/>
                </a:cubicBezTo>
                <a:cubicBezTo>
                  <a:pt x="238298" y="138546"/>
                  <a:pt x="236745" y="108403"/>
                  <a:pt x="249382" y="83128"/>
                </a:cubicBezTo>
                <a:cubicBezTo>
                  <a:pt x="259897" y="62098"/>
                  <a:pt x="284570" y="51611"/>
                  <a:pt x="299258" y="33251"/>
                </a:cubicBezTo>
                <a:cubicBezTo>
                  <a:pt x="306999" y="23574"/>
                  <a:pt x="310342" y="11084"/>
                  <a:pt x="315884" y="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1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smtClean="0"/>
              <a:t>취업한 분의 포트폴리오 예시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5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1" y="147321"/>
            <a:ext cx="5181598" cy="65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2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640" y="108466"/>
            <a:ext cx="5584720" cy="664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130</Words>
  <Application>Microsoft Office PowerPoint</Application>
  <PresentationFormat>와이드스크린</PresentationFormat>
  <Paragraphs>23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기획 문서 표현법</vt:lpstr>
      <vt:lpstr>기획 문서 표현법</vt:lpstr>
      <vt:lpstr>PowerPoint 프레젠테이션</vt:lpstr>
      <vt:lpstr>취업한 분의 포트폴리오 예시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 문서 표현법</dc:title>
  <dc:creator>FullName</dc:creator>
  <cp:lastModifiedBy>FullName</cp:lastModifiedBy>
  <cp:revision>7</cp:revision>
  <dcterms:created xsi:type="dcterms:W3CDTF">2026-08-31T05:02:10Z</dcterms:created>
  <dcterms:modified xsi:type="dcterms:W3CDTF">2026-08-31T06:50:56Z</dcterms:modified>
</cp:coreProperties>
</file>