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30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0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76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334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70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51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65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0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9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58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37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4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1CD8D-2AA1-4D86-9ED4-C6BAC9D3F8E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28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인포그래픽 활용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기획서의 내용과 동떨어진</a:t>
            </a:r>
            <a:r>
              <a:rPr lang="en-US" altLang="ko-KR" smtClean="0"/>
              <a:t>, </a:t>
            </a:r>
            <a:r>
              <a:rPr lang="ko-KR" altLang="en-US" smtClean="0"/>
              <a:t>어울리지 않는 인포그래픽을 사용하지 않게 주의하자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평소에 내가 미래에 사용할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인포그래픽을 미리 찾아두자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322" y="2756400"/>
            <a:ext cx="6236677" cy="41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3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스토리보드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262" y="1825625"/>
            <a:ext cx="11113476" cy="4351338"/>
          </a:xfrm>
        </p:spPr>
        <p:txBody>
          <a:bodyPr/>
          <a:lstStyle/>
          <a:p>
            <a:r>
              <a:rPr lang="ko-KR" altLang="en-US" smtClean="0"/>
              <a:t>시스템이 진행되는 전개에 대한 내용을 스토리보드로 표현해보자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19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559" y="0"/>
            <a:ext cx="9440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3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298061"/>
              </p:ext>
            </p:extLst>
          </p:nvPr>
        </p:nvGraphicFramePr>
        <p:xfrm>
          <a:off x="334295" y="719666"/>
          <a:ext cx="11523408" cy="4324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852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426373257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3314811685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8100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496" y="749163"/>
            <a:ext cx="2797908" cy="209843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98"/>
          <a:stretch/>
        </p:blipFill>
        <p:spPr>
          <a:xfrm>
            <a:off x="9000801" y="749161"/>
            <a:ext cx="2829818" cy="209843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" r="24607"/>
          <a:stretch/>
        </p:blipFill>
        <p:spPr>
          <a:xfrm>
            <a:off x="343173" y="723762"/>
            <a:ext cx="2857227" cy="215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6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다양한 표현법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인포그래픽</a:t>
            </a:r>
            <a:r>
              <a:rPr lang="en-US" altLang="ko-KR" smtClean="0"/>
              <a:t>, </a:t>
            </a:r>
            <a:r>
              <a:rPr lang="ko-KR" altLang="en-US" smtClean="0"/>
              <a:t>스토리보드 등 다양한 표현법을 사용하면</a:t>
            </a:r>
            <a:endParaRPr lang="en-US" altLang="ko-KR" smtClean="0"/>
          </a:p>
          <a:p>
            <a:r>
              <a:rPr lang="ko-KR" altLang="en-US" smtClean="0"/>
              <a:t>처음 보는 사람도 한번에 이해하기 용이하다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이런 표현법을 활용하지 못하면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성공한 게임의 시스템을 역기획하는 게 낫긴 한데</a:t>
            </a:r>
            <a:endParaRPr lang="en-US" altLang="ko-KR" smtClean="0"/>
          </a:p>
          <a:p>
            <a:r>
              <a:rPr lang="ko-KR" altLang="en-US" smtClean="0"/>
              <a:t>굳이</a:t>
            </a:r>
            <a:r>
              <a:rPr lang="en-US" altLang="ko-KR" smtClean="0"/>
              <a:t>…</a:t>
            </a:r>
          </a:p>
          <a:p>
            <a:r>
              <a:rPr lang="ko-KR" altLang="en-US" smtClean="0"/>
              <a:t>직접 처음부터 끝까지 창작한 시스템을 보여준 게 훨씬 좋다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809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타 게임의 화면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을 통해</a:t>
            </a:r>
            <a:endParaRPr lang="en-US" altLang="ko-KR" smtClean="0"/>
          </a:p>
          <a:p>
            <a:r>
              <a:rPr lang="ko-KR" altLang="en-US" smtClean="0"/>
              <a:t>약속의 효과가 얼마나 중요한지 확인했다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시장의 결과를 확인할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역기획서의 핵심 </a:t>
            </a:r>
            <a:r>
              <a:rPr lang="en-US" altLang="ko-KR" smtClean="0"/>
              <a:t>: </a:t>
            </a:r>
            <a:r>
              <a:rPr lang="ko-KR" altLang="en-US" smtClean="0"/>
              <a:t>내가 생각한 시스템이</a:t>
            </a:r>
            <a:r>
              <a:rPr lang="en-US" altLang="ko-KR" smtClean="0"/>
              <a:t>, </a:t>
            </a:r>
            <a:r>
              <a:rPr lang="ko-KR" altLang="en-US" smtClean="0"/>
              <a:t>성공한 게임의 어떤 시스템과 비슷하다는 것을 어필하는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99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성공한 게임 차용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성공한 게임의 스크린샷</a:t>
            </a:r>
            <a:endParaRPr lang="en-US" altLang="ko-KR" smtClean="0"/>
          </a:p>
          <a:p>
            <a:r>
              <a:rPr lang="ko-KR" altLang="en-US" smtClean="0"/>
              <a:t>성공한 게임의 </a:t>
            </a:r>
            <a:r>
              <a:rPr lang="en-US" altLang="ko-KR" smtClean="0"/>
              <a:t>70%</a:t>
            </a:r>
            <a:r>
              <a:rPr lang="ko-KR" altLang="en-US" smtClean="0"/>
              <a:t>의 좋은 점은 비슷하지만</a:t>
            </a:r>
            <a:endParaRPr lang="en-US" altLang="ko-KR" smtClean="0"/>
          </a:p>
          <a:p>
            <a:r>
              <a:rPr lang="en-US" altLang="ko-KR" smtClean="0"/>
              <a:t>30%</a:t>
            </a:r>
            <a:r>
              <a:rPr lang="ko-KR" altLang="en-US" smtClean="0"/>
              <a:t>는 독창적이고</a:t>
            </a:r>
            <a:r>
              <a:rPr lang="en-US" altLang="ko-KR" smtClean="0"/>
              <a:t>, </a:t>
            </a:r>
            <a:r>
              <a:rPr lang="ko-KR" altLang="en-US" smtClean="0"/>
              <a:t>수정</a:t>
            </a:r>
            <a:r>
              <a:rPr lang="en-US" altLang="ko-KR" smtClean="0"/>
              <a:t>/</a:t>
            </a:r>
            <a:r>
              <a:rPr lang="ko-KR" altLang="en-US" smtClean="0"/>
              <a:t>보완하고</a:t>
            </a:r>
            <a:r>
              <a:rPr lang="en-US" altLang="ko-KR" smtClean="0"/>
              <a:t>, </a:t>
            </a:r>
            <a:r>
              <a:rPr lang="ko-KR" altLang="en-US" smtClean="0"/>
              <a:t>시장의 트렌드에 대응했다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주의</a:t>
            </a:r>
            <a:r>
              <a:rPr lang="en-US" altLang="ko-KR" smtClean="0"/>
              <a:t>!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실패한 게임에서 참고하지는 말자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55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892" y="141321"/>
            <a:ext cx="9050216" cy="657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7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은신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92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저장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74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70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136</Words>
  <Application>Microsoft Office PowerPoint</Application>
  <PresentationFormat>와이드스크린</PresentationFormat>
  <Paragraphs>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인포그래픽 활용</vt:lpstr>
      <vt:lpstr>스토리보드</vt:lpstr>
      <vt:lpstr>PowerPoint 프레젠테이션</vt:lpstr>
      <vt:lpstr>PowerPoint 프레젠테이션</vt:lpstr>
      <vt:lpstr>다양한 표현법</vt:lpstr>
      <vt:lpstr>타 게임의 화면</vt:lpstr>
      <vt:lpstr>성공한 게임 차용</vt:lpstr>
      <vt:lpstr>PowerPoint 프레젠테이션</vt:lpstr>
      <vt:lpstr>은신</vt:lpstr>
      <vt:lpstr>저장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9</cp:revision>
  <dcterms:created xsi:type="dcterms:W3CDTF">2026-08-26T04:44:16Z</dcterms:created>
  <dcterms:modified xsi:type="dcterms:W3CDTF">2026-08-26T06:51:16Z</dcterms:modified>
</cp:coreProperties>
</file>