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518"/>
    <a:srgbClr val="949598"/>
    <a:srgbClr val="181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-624" y="10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9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92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77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93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08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7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32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8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11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17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97B2A-AC78-4104-97F2-964085CDBEB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7C96-D574-46B3-BAC7-DFC84EA5E1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17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등장무대 </a:t>
            </a:r>
            <a:r>
              <a:rPr lang="en-US" altLang="ko-KR" smtClean="0"/>
              <a:t>- </a:t>
            </a:r>
            <a:r>
              <a:rPr lang="ko-KR" altLang="en-US" smtClean="0"/>
              <a:t>게임의 시작 지점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등장무대 어디서 시작하는 지에 따라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지형이 어떤 재료를 바탕으로 만들어졌는지에 따라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즉</a:t>
            </a:r>
            <a:r>
              <a:rPr lang="en-US" altLang="ko-KR" smtClean="0"/>
              <a:t>, ‘</a:t>
            </a:r>
            <a:r>
              <a:rPr lang="ko-KR" altLang="en-US" smtClean="0"/>
              <a:t>상황</a:t>
            </a:r>
            <a:r>
              <a:rPr lang="en-US" altLang="ko-KR" smtClean="0"/>
              <a:t>’</a:t>
            </a:r>
            <a:r>
              <a:rPr lang="ko-KR" altLang="en-US" smtClean="0"/>
              <a:t>에 따라 게임은 무궁무진해진다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00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246" y="1825625"/>
            <a:ext cx="1153550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상황 </a:t>
            </a:r>
            <a:r>
              <a:rPr lang="en-US" altLang="ko-KR" smtClean="0"/>
              <a:t>= </a:t>
            </a:r>
            <a:r>
              <a:rPr lang="ko-KR" altLang="en-US" smtClean="0"/>
              <a:t>등장인물 </a:t>
            </a:r>
            <a:r>
              <a:rPr lang="en-US" altLang="ko-KR" smtClean="0"/>
              <a:t>+ </a:t>
            </a:r>
            <a:r>
              <a:rPr lang="ko-KR" altLang="en-US" smtClean="0"/>
              <a:t>등장무대 </a:t>
            </a:r>
            <a:r>
              <a:rPr lang="en-US" altLang="ko-KR" smtClean="0"/>
              <a:t>+ </a:t>
            </a:r>
            <a:r>
              <a:rPr lang="ko-KR" altLang="en-US" smtClean="0"/>
              <a:t>대본</a:t>
            </a:r>
            <a:endParaRPr lang="en-US" altLang="ko-KR" smtClean="0"/>
          </a:p>
          <a:p>
            <a:r>
              <a:rPr lang="ko-KR" altLang="en-US" smtClean="0"/>
              <a:t>대본 </a:t>
            </a:r>
            <a:r>
              <a:rPr lang="en-US" altLang="ko-KR" smtClean="0"/>
              <a:t>= to do list (</a:t>
            </a:r>
            <a:r>
              <a:rPr lang="ko-KR" altLang="en-US" smtClean="0"/>
              <a:t>할 일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플레이의 작용 요소 </a:t>
            </a:r>
            <a:r>
              <a:rPr lang="en-US" altLang="ko-KR" smtClean="0"/>
              <a:t>= </a:t>
            </a:r>
            <a:r>
              <a:rPr lang="ko-KR" altLang="en-US" smtClean="0"/>
              <a:t>게임을 조작할 수 있는 디바이스로 조작하는 것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Rule ; </a:t>
            </a:r>
            <a:r>
              <a:rPr lang="ko-KR" altLang="en-US" smtClean="0"/>
              <a:t>할 수 있는 것들</a:t>
            </a:r>
            <a:endParaRPr lang="en-US" altLang="ko-KR" smtClean="0"/>
          </a:p>
          <a:p>
            <a:r>
              <a:rPr lang="en-US" altLang="ko-KR" smtClean="0"/>
              <a:t>Rule</a:t>
            </a:r>
            <a:r>
              <a:rPr lang="ko-KR" altLang="en-US" smtClean="0"/>
              <a:t>이 </a:t>
            </a:r>
            <a:r>
              <a:rPr lang="en-US" altLang="ko-KR" smtClean="0"/>
              <a:t>System</a:t>
            </a:r>
            <a:r>
              <a:rPr lang="ko-KR" altLang="en-US" smtClean="0"/>
              <a:t>이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플레이의 메커니즘 </a:t>
            </a:r>
            <a:r>
              <a:rPr lang="en-US" altLang="ko-KR" smtClean="0"/>
              <a:t>: </a:t>
            </a:r>
            <a:r>
              <a:rPr lang="ko-KR" altLang="en-US" smtClean="0"/>
              <a:t>메인 플레이의 순환 반복 구조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37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2" y="113139"/>
            <a:ext cx="8675076" cy="663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5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플레이의 메커니즘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연역적인 공부법 </a:t>
            </a:r>
            <a:r>
              <a:rPr lang="en-US" altLang="ko-KR" smtClean="0"/>
              <a:t>: </a:t>
            </a:r>
            <a:r>
              <a:rPr lang="ko-KR" altLang="en-US" smtClean="0"/>
              <a:t>플레이의 메커니즘이 뭐야</a:t>
            </a:r>
            <a:r>
              <a:rPr lang="en-US" altLang="ko-KR" smtClean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귀납적인 공부법 </a:t>
            </a:r>
            <a:r>
              <a:rPr lang="en-US" altLang="ko-KR" smtClean="0"/>
              <a:t>: </a:t>
            </a:r>
            <a:r>
              <a:rPr lang="ko-KR" altLang="en-US" smtClean="0"/>
              <a:t>과거부터의 모든 게임들의 플레이의 메커니즘을 보는 것</a:t>
            </a:r>
            <a:endParaRPr lang="en-US" altLang="ko-KR" smtClean="0"/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내 캐릭터가 무엇을 하는 지를 고민하고 구현해는 게 근본</a:t>
            </a:r>
            <a:r>
              <a:rPr lang="en-US" altLang="ko-KR" smtClean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그렇지 않으면 캐릭터와 게임이 어울리지 않을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6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장르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장르라는 게 </a:t>
            </a:r>
            <a:r>
              <a:rPr lang="en-US" altLang="ko-KR" smtClean="0"/>
              <a:t>rule</a:t>
            </a:r>
            <a:r>
              <a:rPr lang="ko-KR" altLang="en-US" smtClean="0"/>
              <a:t>을 제한한다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장르에 맞지 않는 시스템을 만들면</a:t>
            </a:r>
            <a:r>
              <a:rPr lang="en-US" altLang="ko-KR" smtClean="0"/>
              <a:t>, </a:t>
            </a:r>
            <a:r>
              <a:rPr lang="ko-KR" altLang="en-US" smtClean="0"/>
              <a:t>아무리 참신하게 만들어도 아무도 취업 연락이 오지 않는다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장르에 따라 넣어도 되는 시스템</a:t>
            </a:r>
            <a:r>
              <a:rPr lang="en-US" altLang="ko-KR" smtClean="0"/>
              <a:t>, </a:t>
            </a:r>
            <a:r>
              <a:rPr lang="ko-KR" altLang="en-US" smtClean="0"/>
              <a:t>넣으면 안 되는 시스템이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96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시각화</a:t>
            </a:r>
            <a:r>
              <a:rPr lang="en-US" altLang="ko-KR" smtClean="0"/>
              <a:t>, </a:t>
            </a:r>
            <a:r>
              <a:rPr lang="ko-KR" altLang="en-US" smtClean="0"/>
              <a:t>구현</a:t>
            </a:r>
            <a:r>
              <a:rPr lang="en-US" altLang="ko-KR" smtClean="0"/>
              <a:t>, </a:t>
            </a:r>
            <a:r>
              <a:rPr lang="ko-KR" altLang="en-US" smtClean="0"/>
              <a:t>재미 설계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장르</a:t>
            </a:r>
            <a:r>
              <a:rPr lang="en-US" altLang="ko-KR" smtClean="0"/>
              <a:t>, </a:t>
            </a:r>
            <a:r>
              <a:rPr lang="ko-KR" altLang="en-US" smtClean="0"/>
              <a:t>시스템</a:t>
            </a:r>
            <a:r>
              <a:rPr lang="en-US" altLang="ko-KR" smtClean="0"/>
              <a:t>, </a:t>
            </a:r>
            <a:r>
              <a:rPr lang="ko-KR" altLang="en-US" smtClean="0"/>
              <a:t>방해요인</a:t>
            </a:r>
            <a:r>
              <a:rPr lang="en-US" altLang="ko-KR" smtClean="0"/>
              <a:t>, </a:t>
            </a:r>
            <a:r>
              <a:rPr lang="ko-KR" altLang="en-US" smtClean="0"/>
              <a:t>목적 등에 따라서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시각화</a:t>
            </a:r>
            <a:r>
              <a:rPr lang="en-US" altLang="ko-KR" smtClean="0"/>
              <a:t>, </a:t>
            </a:r>
            <a:r>
              <a:rPr lang="ko-KR" altLang="en-US" smtClean="0"/>
              <a:t>구현</a:t>
            </a:r>
            <a:r>
              <a:rPr lang="en-US" altLang="ko-KR" smtClean="0"/>
              <a:t>, </a:t>
            </a:r>
            <a:r>
              <a:rPr lang="ko-KR" altLang="en-US" smtClean="0"/>
              <a:t>재미 설계가 다 달라진다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8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톱니바퀴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상황에 들어간 규칙과 내용물이 잘 맞물려 돌아가게 할 수 있도록 하는 게 시스템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따라서 게임의 정의를 알아야 한다</a:t>
            </a:r>
            <a:r>
              <a:rPr lang="en-US" altLang="ko-KR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모르면 게임의 근본을 모른다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94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186490"/>
            <a:ext cx="8534398" cy="648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3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우리가 만든 캐릭터가 어떤 일을 할 수 있는지</a:t>
            </a:r>
            <a:r>
              <a:rPr lang="en-US" altLang="ko-KR" smtClean="0"/>
              <a:t>, </a:t>
            </a:r>
            <a:r>
              <a:rPr lang="ko-KR" altLang="en-US" smtClean="0"/>
              <a:t>어떤 구현 요소를 만들 수 있을 지를 고민하자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그저 톱니바퀴 하나지만</a:t>
            </a:r>
            <a:r>
              <a:rPr lang="en-US" altLang="ko-KR" smtClean="0"/>
              <a:t>, </a:t>
            </a:r>
            <a:r>
              <a:rPr lang="ko-KR" altLang="en-US" smtClean="0"/>
              <a:t>잘못 넣으면 게임 자체가 망하게 할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179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1" y="22523"/>
            <a:ext cx="9220198" cy="681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8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312" y="966444"/>
            <a:ext cx="5201376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1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재미에 대해서 시스템이 어떻게 기여하는지</a:t>
            </a:r>
            <a:endParaRPr lang="en-US" altLang="ko-KR" smtClean="0"/>
          </a:p>
          <a:p>
            <a:r>
              <a:rPr lang="ko-KR" altLang="en-US" smtClean="0"/>
              <a:t>어떤 내용을 체계적으로 구현할 필요가 있는지 산정하는 능력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웹툰</a:t>
            </a:r>
            <a:r>
              <a:rPr lang="en-US" altLang="ko-KR" smtClean="0"/>
              <a:t>, </a:t>
            </a:r>
            <a:r>
              <a:rPr lang="ko-KR" altLang="en-US" smtClean="0"/>
              <a:t>영화</a:t>
            </a:r>
            <a:r>
              <a:rPr lang="en-US" altLang="ko-KR" smtClean="0"/>
              <a:t>, </a:t>
            </a:r>
            <a:r>
              <a:rPr lang="ko-KR" altLang="en-US" smtClean="0"/>
              <a:t>스토리보드 등을</a:t>
            </a:r>
            <a:r>
              <a:rPr lang="en-US" altLang="ko-KR" smtClean="0"/>
              <a:t> AI </a:t>
            </a:r>
            <a:r>
              <a:rPr lang="ko-KR" altLang="en-US" smtClean="0"/>
              <a:t>생성 이미지로 시스템에 대한 설명을</a:t>
            </a:r>
            <a:r>
              <a:rPr lang="en-US" altLang="ko-KR" smtClean="0"/>
              <a:t>, </a:t>
            </a:r>
            <a:r>
              <a:rPr lang="ko-KR" altLang="en-US" smtClean="0"/>
              <a:t>보는 사람이 알아듣기 쉽게 표현하자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우리 시스템의 복잡한 내용을 쉽게 설명할 수 있게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2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01311"/>
            <a:ext cx="4876800" cy="645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8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기계</a:t>
            </a:r>
            <a:r>
              <a:rPr lang="en-US" altLang="ko-KR" smtClean="0"/>
              <a:t>, </a:t>
            </a:r>
            <a:r>
              <a:rPr lang="ko-KR" altLang="en-US" smtClean="0"/>
              <a:t>로봇들이 사는 세상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지상의 생물들은 환경 오염과 기계의 무분별한 작동으로 대략 살상되어</a:t>
            </a:r>
            <a:r>
              <a:rPr lang="en-US" altLang="ko-KR" smtClean="0"/>
              <a:t>, </a:t>
            </a:r>
            <a:r>
              <a:rPr lang="ko-KR" altLang="en-US" smtClean="0"/>
              <a:t>지상에 생물은 거의 존재</a:t>
            </a:r>
            <a:r>
              <a:rPr lang="en-US" altLang="ko-KR" smtClean="0"/>
              <a:t>x.</a:t>
            </a:r>
          </a:p>
          <a:p>
            <a:r>
              <a:rPr lang="ko-KR" altLang="en-US" smtClean="0"/>
              <a:t>숨어 사는 인간들은 지하에서 생활</a:t>
            </a:r>
            <a:endParaRPr lang="en-US" altLang="ko-KR" smtClean="0"/>
          </a:p>
          <a:p>
            <a:r>
              <a:rPr lang="ko-KR" altLang="en-US" smtClean="0"/>
              <a:t>기계들의 물자를 훔치기 위해 지상으로 가야 함</a:t>
            </a:r>
            <a:endParaRPr lang="en-US" altLang="ko-KR" smtClean="0"/>
          </a:p>
          <a:p>
            <a:r>
              <a:rPr lang="ko-KR" altLang="en-US" smtClean="0"/>
              <a:t>기계들은 호흡하지 않음</a:t>
            </a:r>
            <a:endParaRPr lang="en-US" altLang="ko-KR" smtClean="0"/>
          </a:p>
          <a:p>
            <a:r>
              <a:rPr lang="ko-KR" altLang="en-US" smtClean="0"/>
              <a:t>기계들은 호흡하는 생물을 적으로 인식</a:t>
            </a:r>
            <a:endParaRPr lang="en-US" altLang="ko-KR" smtClean="0"/>
          </a:p>
          <a:p>
            <a:r>
              <a:rPr lang="ko-KR" altLang="en-US" smtClean="0"/>
              <a:t>기계 근처에서 호흡하면 기계가 적으로 인식해서 공격한다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호흡을 잘 사용하여 플레이하자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32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105775" y="3689349"/>
            <a:ext cx="438150" cy="219076"/>
          </a:xfrm>
          <a:prstGeom prst="rect">
            <a:avLst/>
          </a:prstGeom>
          <a:solidFill>
            <a:srgbClr val="181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069260" y="3857625"/>
            <a:ext cx="468314" cy="88900"/>
          </a:xfrm>
          <a:prstGeom prst="rect">
            <a:avLst/>
          </a:prstGeom>
          <a:solidFill>
            <a:srgbClr val="1415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7556499" y="3854450"/>
            <a:ext cx="981075" cy="1714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949598"/>
            </a:solidFill>
          </a:ln>
          <a:effectLst>
            <a:softEdge rad="381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175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64" y="1"/>
            <a:ext cx="10386872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29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수식으로 표현할 수 있는 부분이 있다면</a:t>
            </a:r>
            <a:r>
              <a:rPr lang="en-US" altLang="ko-KR" smtClean="0"/>
              <a:t>, </a:t>
            </a:r>
            <a:r>
              <a:rPr lang="ko-KR" altLang="en-US" smtClean="0"/>
              <a:t>반드시 수식을 만들어서 문서에 표현하자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면접에서도 면접관님이 질문할 수 있고</a:t>
            </a:r>
            <a:r>
              <a:rPr lang="en-US" altLang="ko-KR" smtClean="0"/>
              <a:t>, </a:t>
            </a:r>
            <a:r>
              <a:rPr lang="ko-KR" altLang="en-US" smtClean="0"/>
              <a:t>준비를 잘 해서 대답을 잘 하면 아마 반드시 합격일 것이다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034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호흡 시스템의 수식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기침 게이지</a:t>
            </a:r>
            <a:endParaRPr lang="en-US" altLang="ko-KR" smtClean="0"/>
          </a:p>
          <a:p>
            <a:r>
              <a:rPr lang="ko-KR" altLang="en-US" smtClean="0"/>
              <a:t>독가스 들이마시기 시 </a:t>
            </a:r>
            <a:r>
              <a:rPr lang="en-US" altLang="ko-KR" smtClean="0"/>
              <a:t>hp </a:t>
            </a:r>
            <a:r>
              <a:rPr lang="ko-KR" altLang="en-US" smtClean="0"/>
              <a:t>감소</a:t>
            </a:r>
            <a:endParaRPr lang="en-US" altLang="ko-KR" smtClean="0"/>
          </a:p>
          <a:p>
            <a:r>
              <a:rPr lang="ko-KR" altLang="en-US" smtClean="0"/>
              <a:t>숨 참기 중 은신</a:t>
            </a:r>
            <a:r>
              <a:rPr lang="en-US" altLang="ko-KR" smtClean="0"/>
              <a:t>/</a:t>
            </a:r>
            <a:r>
              <a:rPr lang="ko-KR" altLang="en-US" smtClean="0"/>
              <a:t>공중부유 사용 가능 시간 계산 공식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6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</a:t>
            </a:r>
            <a:r>
              <a:rPr lang="ko-KR" altLang="en-US" smtClean="0"/>
              <a:t>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886899" y="4815222"/>
                <a:ext cx="8277988" cy="8228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소음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범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위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최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소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범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방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출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한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호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흡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량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최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호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흡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량</m:t>
                        </m:r>
                      </m:den>
                    </m:f>
                  </m:oMath>
                </a14:m>
                <a:r>
                  <a:rPr lang="ko-KR" altLang="en-US" smtClean="0"/>
                  <a:t> 곱하기</a:t>
                </a:r>
                <a:r>
                  <a:rPr lang="en-US" altLang="ko-KR" smtClean="0"/>
                  <a:t> (</a:t>
                </a:r>
                <a:r>
                  <a:rPr lang="ko-KR" altLang="en-US" smtClean="0"/>
                  <a:t>최대 소음 범위 </a:t>
                </a:r>
                <a:r>
                  <a:rPr lang="en-US" altLang="ko-KR" smtClean="0"/>
                  <a:t>– </a:t>
                </a:r>
                <a:r>
                  <a:rPr lang="ko-KR" altLang="en-US" smtClean="0"/>
                  <a:t>최소 소음 범위</a:t>
                </a:r>
                <a:r>
                  <a:rPr lang="en-US" altLang="ko-KR" smtClean="0"/>
                  <a:t>)</a:t>
                </a:r>
                <a:endParaRPr lang="ko-KR" altLang="en-US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899" y="4815222"/>
                <a:ext cx="8277988" cy="822854"/>
              </a:xfrm>
              <a:prstGeom prst="rect">
                <a:avLst/>
              </a:prstGeom>
              <a:blipFill>
                <a:blip r:embed="rId2"/>
                <a:stretch>
                  <a:fillRect l="-1767" r="-736" b="-16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4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378</Words>
  <Application>Microsoft Office PowerPoint</Application>
  <PresentationFormat>와이드스크린</PresentationFormat>
  <Paragraphs>55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Cambria Math</vt:lpstr>
      <vt:lpstr>Office 테마</vt:lpstr>
      <vt:lpstr>등장무대 - 게임의 시작 지점</vt:lpstr>
      <vt:lpstr>상황</vt:lpstr>
      <vt:lpstr>PowerPoint 프레젠테이션</vt:lpstr>
      <vt:lpstr>플레이의 메커니즘</vt:lpstr>
      <vt:lpstr>장르</vt:lpstr>
      <vt:lpstr>시각화, 구현, 재미 설계</vt:lpstr>
      <vt:lpstr>톱니바퀴</vt:lpstr>
      <vt:lpstr>PowerPoint 프레젠테이션</vt:lpstr>
      <vt:lpstr>캐릭터</vt:lpstr>
      <vt:lpstr>PowerPoint 프레젠테이션</vt:lpstr>
      <vt:lpstr>PowerPoint 프레젠테이션</vt:lpstr>
      <vt:lpstr>오늘 할 일</vt:lpstr>
      <vt:lpstr>PowerPoint 프레젠테이션</vt:lpstr>
      <vt:lpstr>배경</vt:lpstr>
      <vt:lpstr>PowerPoint 프레젠테이션</vt:lpstr>
      <vt:lpstr>PowerPoint 프레젠테이션</vt:lpstr>
      <vt:lpstr>수식</vt:lpstr>
      <vt:lpstr>호흡 시스템의 수식</vt:lpstr>
      <vt:lpstr>수식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등장무대 - 게임의 시작 지점</dc:title>
  <dc:creator>FullName</dc:creator>
  <cp:lastModifiedBy>FullName</cp:lastModifiedBy>
  <cp:revision>7</cp:revision>
  <dcterms:created xsi:type="dcterms:W3CDTF">2026-09-04T05:01:40Z</dcterms:created>
  <dcterms:modified xsi:type="dcterms:W3CDTF">2026-09-04T06:51:20Z</dcterms:modified>
</cp:coreProperties>
</file>