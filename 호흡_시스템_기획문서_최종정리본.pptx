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D3C6"/>
    <a:srgbClr val="78B5EC"/>
    <a:srgbClr val="797979"/>
    <a:srgbClr val="B5B5B5"/>
    <a:srgbClr val="F8D49B"/>
    <a:srgbClr val="C91D29"/>
    <a:srgbClr val="EE8991"/>
    <a:srgbClr val="1A6DB8"/>
    <a:srgbClr val="FFE3D4"/>
    <a:srgbClr val="DDE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74CD7F-A3A6-49E5-B64E-8309485C5D66}" v="51" dt="2026-08-26T02:48:56.6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3180" y="-27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modSld">
      <pc:chgData name="musukie52@gmail.com" userId="017bd91f96aa8751" providerId="LiveId" clId="{5B2C3894-F97E-4CAB-8812-5BB4D83AAC6A}" dt="2026-08-26T02:49:28.798" v="890" actId="208"/>
      <pc:docMkLst>
        <pc:docMk/>
      </pc:docMkLst>
      <pc:sldChg chg="modSp mod">
        <pc:chgData name="musukie52@gmail.com" userId="017bd91f96aa8751" providerId="LiveId" clId="{5B2C3894-F97E-4CAB-8812-5BB4D83AAC6A}" dt="2026-08-26T02:21:56.606" v="217" actId="27636"/>
        <pc:sldMkLst>
          <pc:docMk/>
          <pc:sldMk cId="261610795" sldId="258"/>
        </pc:sldMkLst>
        <pc:spChg chg="mod">
          <ac:chgData name="musukie52@gmail.com" userId="017bd91f96aa8751" providerId="LiveId" clId="{5B2C3894-F97E-4CAB-8812-5BB4D83AAC6A}" dt="2026-08-26T02:21:56.601" v="216" actId="27636"/>
          <ac:spMkLst>
            <pc:docMk/>
            <pc:sldMk cId="261610795" sldId="258"/>
            <ac:spMk id="18" creationId="{8A48534E-BF69-42F3-B8BA-FB4765ADD3D8}"/>
          </ac:spMkLst>
        </pc:spChg>
        <pc:spChg chg="mod">
          <ac:chgData name="musukie52@gmail.com" userId="017bd91f96aa8751" providerId="LiveId" clId="{5B2C3894-F97E-4CAB-8812-5BB4D83AAC6A}" dt="2026-08-26T02:21:56.596" v="214" actId="27636"/>
          <ac:spMkLst>
            <pc:docMk/>
            <pc:sldMk cId="261610795" sldId="258"/>
            <ac:spMk id="21" creationId="{78363AF7-D771-4BA7-8228-C04B3A5777F9}"/>
          </ac:spMkLst>
        </pc:spChg>
        <pc:spChg chg="mod">
          <ac:chgData name="musukie52@gmail.com" userId="017bd91f96aa8751" providerId="LiveId" clId="{5B2C3894-F97E-4CAB-8812-5BB4D83AAC6A}" dt="2026-08-26T02:21:56.599" v="215" actId="27636"/>
          <ac:spMkLst>
            <pc:docMk/>
            <pc:sldMk cId="261610795" sldId="258"/>
            <ac:spMk id="51" creationId="{7F97BD8F-222E-40EF-A77D-7D8CA2AE24D5}"/>
          </ac:spMkLst>
        </pc:spChg>
        <pc:spChg chg="mod">
          <ac:chgData name="musukie52@gmail.com" userId="017bd91f96aa8751" providerId="LiveId" clId="{5B2C3894-F97E-4CAB-8812-5BB4D83AAC6A}" dt="2026-08-26T02:21:56.606" v="217" actId="27636"/>
          <ac:spMkLst>
            <pc:docMk/>
            <pc:sldMk cId="261610795" sldId="258"/>
            <ac:spMk id="52" creationId="{6443DCEA-EDE6-4425-82D8-FA5D6D5C6679}"/>
          </ac:spMkLst>
        </pc:spChg>
      </pc:sldChg>
      <pc:sldChg chg="modSp mod">
        <pc:chgData name="musukie52@gmail.com" userId="017bd91f96aa8751" providerId="LiveId" clId="{5B2C3894-F97E-4CAB-8812-5BB4D83AAC6A}" dt="2026-08-26T02:21:56.629" v="225" actId="27636"/>
        <pc:sldMkLst>
          <pc:docMk/>
          <pc:sldMk cId="807505549" sldId="260"/>
        </pc:sldMkLst>
        <pc:spChg chg="mod">
          <ac:chgData name="musukie52@gmail.com" userId="017bd91f96aa8751" providerId="LiveId" clId="{5B2C3894-F97E-4CAB-8812-5BB4D83AAC6A}" dt="2026-08-26T02:21:56.613" v="218" actId="27636"/>
          <ac:spMkLst>
            <pc:docMk/>
            <pc:sldMk cId="807505549" sldId="260"/>
            <ac:spMk id="8" creationId="{A48AB4CE-0B21-4791-BDD5-D777D611B0BE}"/>
          </ac:spMkLst>
        </pc:spChg>
        <pc:spChg chg="mod">
          <ac:chgData name="musukie52@gmail.com" userId="017bd91f96aa8751" providerId="LiveId" clId="{5B2C3894-F97E-4CAB-8812-5BB4D83AAC6A}" dt="2026-08-26T02:21:56.625" v="223" actId="27636"/>
          <ac:spMkLst>
            <pc:docMk/>
            <pc:sldMk cId="807505549" sldId="260"/>
            <ac:spMk id="11" creationId="{8B8FE847-DF78-4C82-BCB1-65EB9C8B2808}"/>
          </ac:spMkLst>
        </pc:spChg>
        <pc:spChg chg="mod">
          <ac:chgData name="musukie52@gmail.com" userId="017bd91f96aa8751" providerId="LiveId" clId="{5B2C3894-F97E-4CAB-8812-5BB4D83AAC6A}" dt="2026-08-26T02:21:56.623" v="222" actId="27636"/>
          <ac:spMkLst>
            <pc:docMk/>
            <pc:sldMk cId="807505549" sldId="260"/>
            <ac:spMk id="14" creationId="{569467DD-691B-4E35-B7ED-1201020777F7}"/>
          </ac:spMkLst>
        </pc:spChg>
        <pc:spChg chg="mod">
          <ac:chgData name="musukie52@gmail.com" userId="017bd91f96aa8751" providerId="LiveId" clId="{5B2C3894-F97E-4CAB-8812-5BB4D83AAC6A}" dt="2026-08-26T02:21:56.616" v="219" actId="27636"/>
          <ac:spMkLst>
            <pc:docMk/>
            <pc:sldMk cId="807505549" sldId="260"/>
            <ac:spMk id="17" creationId="{D9A3A36D-C585-4B72-A417-DE8D48167D49}"/>
          </ac:spMkLst>
        </pc:spChg>
        <pc:spChg chg="mod">
          <ac:chgData name="musukie52@gmail.com" userId="017bd91f96aa8751" providerId="LiveId" clId="{5B2C3894-F97E-4CAB-8812-5BB4D83AAC6A}" dt="2026-08-26T02:21:56.619" v="220" actId="27636"/>
          <ac:spMkLst>
            <pc:docMk/>
            <pc:sldMk cId="807505549" sldId="260"/>
            <ac:spMk id="33" creationId="{82EDA340-C77A-4A56-867A-CB3EB1902B4D}"/>
          </ac:spMkLst>
        </pc:spChg>
        <pc:spChg chg="mod">
          <ac:chgData name="musukie52@gmail.com" userId="017bd91f96aa8751" providerId="LiveId" clId="{5B2C3894-F97E-4CAB-8812-5BB4D83AAC6A}" dt="2026-08-26T02:21:56.629" v="225" actId="27636"/>
          <ac:spMkLst>
            <pc:docMk/>
            <pc:sldMk cId="807505549" sldId="260"/>
            <ac:spMk id="36" creationId="{3E32F716-B5C4-40E1-872F-39C0D7276E91}"/>
          </ac:spMkLst>
        </pc:spChg>
        <pc:spChg chg="mod">
          <ac:chgData name="musukie52@gmail.com" userId="017bd91f96aa8751" providerId="LiveId" clId="{5B2C3894-F97E-4CAB-8812-5BB4D83AAC6A}" dt="2026-08-26T02:21:56.627" v="224" actId="27636"/>
          <ac:spMkLst>
            <pc:docMk/>
            <pc:sldMk cId="807505549" sldId="260"/>
            <ac:spMk id="39" creationId="{4C8FA7E6-F2AD-49C6-B6F7-A7722E72EEA5}"/>
          </ac:spMkLst>
        </pc:spChg>
        <pc:spChg chg="mod">
          <ac:chgData name="musukie52@gmail.com" userId="017bd91f96aa8751" providerId="LiveId" clId="{5B2C3894-F97E-4CAB-8812-5BB4D83AAC6A}" dt="2026-08-26T02:21:56.621" v="221" actId="27636"/>
          <ac:spMkLst>
            <pc:docMk/>
            <pc:sldMk cId="807505549" sldId="260"/>
            <ac:spMk id="42" creationId="{7E57072B-212D-4975-BF15-579D2BE4B4BF}"/>
          </ac:spMkLst>
        </pc:spChg>
      </pc:sldChg>
      <pc:sldChg chg="modSp mod">
        <pc:chgData name="musukie52@gmail.com" userId="017bd91f96aa8751" providerId="LiveId" clId="{5B2C3894-F97E-4CAB-8812-5BB4D83AAC6A}" dt="2026-08-26T02:21:56.651" v="231" actId="27636"/>
        <pc:sldMkLst>
          <pc:docMk/>
          <pc:sldMk cId="1034871529" sldId="261"/>
        </pc:sldMkLst>
        <pc:spChg chg="mod">
          <ac:chgData name="musukie52@gmail.com" userId="017bd91f96aa8751" providerId="LiveId" clId="{5B2C3894-F97E-4CAB-8812-5BB4D83AAC6A}" dt="2026-08-26T02:21:56.651" v="231" actId="27636"/>
          <ac:spMkLst>
            <pc:docMk/>
            <pc:sldMk cId="1034871529" sldId="261"/>
            <ac:spMk id="26" creationId="{BD2BB49E-F807-4DFB-8513-3815200599B0}"/>
          </ac:spMkLst>
        </pc:spChg>
        <pc:spChg chg="mod">
          <ac:chgData name="musukie52@gmail.com" userId="017bd91f96aa8751" providerId="LiveId" clId="{5B2C3894-F97E-4CAB-8812-5BB4D83AAC6A}" dt="2026-08-26T02:21:56.648" v="229" actId="27636"/>
          <ac:spMkLst>
            <pc:docMk/>
            <pc:sldMk cId="1034871529" sldId="261"/>
            <ac:spMk id="27" creationId="{9923EFED-B3AE-4E25-BBEF-DE32866519B1}"/>
          </ac:spMkLst>
        </pc:spChg>
        <pc:spChg chg="mod">
          <ac:chgData name="musukie52@gmail.com" userId="017bd91f96aa8751" providerId="LiveId" clId="{5B2C3894-F97E-4CAB-8812-5BB4D83AAC6A}" dt="2026-08-26T02:21:56.641" v="226" actId="27636"/>
          <ac:spMkLst>
            <pc:docMk/>
            <pc:sldMk cId="1034871529" sldId="261"/>
            <ac:spMk id="41" creationId="{C2946533-5D26-43BB-A5E6-A8FEBF856441}"/>
          </ac:spMkLst>
        </pc:spChg>
        <pc:spChg chg="mod">
          <ac:chgData name="musukie52@gmail.com" userId="017bd91f96aa8751" providerId="LiveId" clId="{5B2C3894-F97E-4CAB-8812-5BB4D83AAC6A}" dt="2026-08-26T02:21:56.646" v="228" actId="27636"/>
          <ac:spMkLst>
            <pc:docMk/>
            <pc:sldMk cId="1034871529" sldId="261"/>
            <ac:spMk id="42" creationId="{2F623E12-6579-42A9-9B96-CE7CA7582FD2}"/>
          </ac:spMkLst>
        </pc:spChg>
        <pc:spChg chg="mod">
          <ac:chgData name="musukie52@gmail.com" userId="017bd91f96aa8751" providerId="LiveId" clId="{5B2C3894-F97E-4CAB-8812-5BB4D83AAC6A}" dt="2026-08-26T02:21:56.649" v="230" actId="27636"/>
          <ac:spMkLst>
            <pc:docMk/>
            <pc:sldMk cId="1034871529" sldId="261"/>
            <ac:spMk id="56" creationId="{D436C7F2-13AC-4140-AC04-7AE2B79691B0}"/>
          </ac:spMkLst>
        </pc:spChg>
        <pc:spChg chg="mod">
          <ac:chgData name="musukie52@gmail.com" userId="017bd91f96aa8751" providerId="LiveId" clId="{5B2C3894-F97E-4CAB-8812-5BB4D83AAC6A}" dt="2026-08-26T02:21:56.644" v="227" actId="27636"/>
          <ac:spMkLst>
            <pc:docMk/>
            <pc:sldMk cId="1034871529" sldId="261"/>
            <ac:spMk id="57" creationId="{C7FADA2A-75E5-47F4-9583-B1603923784C}"/>
          </ac:spMkLst>
        </pc:spChg>
      </pc:sldChg>
      <pc:sldChg chg="addSp delSp modSp mod">
        <pc:chgData name="musukie52@gmail.com" userId="017bd91f96aa8751" providerId="LiveId" clId="{5B2C3894-F97E-4CAB-8812-5BB4D83AAC6A}" dt="2026-08-26T02:49:28.798" v="890" actId="208"/>
        <pc:sldMkLst>
          <pc:docMk/>
          <pc:sldMk cId="254101679" sldId="263"/>
        </pc:sldMkLst>
        <pc:spChg chg="mod">
          <ac:chgData name="musukie52@gmail.com" userId="017bd91f96aa8751" providerId="LiveId" clId="{5B2C3894-F97E-4CAB-8812-5BB4D83AAC6A}" dt="2026-08-26T02:37:49.029" v="624" actId="27636"/>
          <ac:spMkLst>
            <pc:docMk/>
            <pc:sldMk cId="254101679" sldId="263"/>
            <ac:spMk id="6" creationId="{D04C9F5D-6276-44A7-8958-15D82899D9E4}"/>
          </ac:spMkLst>
        </pc:spChg>
        <pc:spChg chg="mod">
          <ac:chgData name="musukie52@gmail.com" userId="017bd91f96aa8751" providerId="LiveId" clId="{5B2C3894-F97E-4CAB-8812-5BB4D83AAC6A}" dt="2026-08-26T02:21:56.537" v="207" actId="27636"/>
          <ac:spMkLst>
            <pc:docMk/>
            <pc:sldMk cId="254101679" sldId="263"/>
            <ac:spMk id="7" creationId="{E71DF36B-299F-442D-9D53-7796E8E54CF9}"/>
          </ac:spMkLst>
        </pc:spChg>
        <pc:spChg chg="mod">
          <ac:chgData name="musukie52@gmail.com" userId="017bd91f96aa8751" providerId="LiveId" clId="{5B2C3894-F97E-4CAB-8812-5BB4D83AAC6A}" dt="2026-08-26T02:37:35.104" v="621" actId="1076"/>
          <ac:spMkLst>
            <pc:docMk/>
            <pc:sldMk cId="254101679" sldId="263"/>
            <ac:spMk id="8" creationId="{E5059CE5-956D-4785-899E-8D05041CC266}"/>
          </ac:spMkLst>
        </pc:spChg>
        <pc:spChg chg="del">
          <ac:chgData name="musukie52@gmail.com" userId="017bd91f96aa8751" providerId="LiveId" clId="{5B2C3894-F97E-4CAB-8812-5BB4D83AAC6A}" dt="2026-08-26T02:33:52.295" v="408" actId="478"/>
          <ac:spMkLst>
            <pc:docMk/>
            <pc:sldMk cId="254101679" sldId="263"/>
            <ac:spMk id="9" creationId="{0BB3075D-5594-4804-89E0-96DBC94D622E}"/>
          </ac:spMkLst>
        </pc:spChg>
        <pc:spChg chg="mod">
          <ac:chgData name="musukie52@gmail.com" userId="017bd91f96aa8751" providerId="LiveId" clId="{5B2C3894-F97E-4CAB-8812-5BB4D83AAC6A}" dt="2026-08-26T02:40:03.111" v="660" actId="1076"/>
          <ac:spMkLst>
            <pc:docMk/>
            <pc:sldMk cId="254101679" sldId="263"/>
            <ac:spMk id="12" creationId="{C22771D2-050B-4655-9AE0-B68D44547AD2}"/>
          </ac:spMkLst>
        </pc:spChg>
        <pc:spChg chg="del">
          <ac:chgData name="musukie52@gmail.com" userId="017bd91f96aa8751" providerId="LiveId" clId="{5B2C3894-F97E-4CAB-8812-5BB4D83AAC6A}" dt="2026-08-26T02:34:22.923" v="458" actId="478"/>
          <ac:spMkLst>
            <pc:docMk/>
            <pc:sldMk cId="254101679" sldId="263"/>
            <ac:spMk id="13" creationId="{9E6E4592-C786-427C-B869-A09EF6FA6959}"/>
          </ac:spMkLst>
        </pc:spChg>
        <pc:spChg chg="del">
          <ac:chgData name="musukie52@gmail.com" userId="017bd91f96aa8751" providerId="LiveId" clId="{5B2C3894-F97E-4CAB-8812-5BB4D83AAC6A}" dt="2026-08-26T02:34:26.673" v="459" actId="478"/>
          <ac:spMkLst>
            <pc:docMk/>
            <pc:sldMk cId="254101679" sldId="263"/>
            <ac:spMk id="14" creationId="{709CFECD-8C9C-4A63-8F48-AC6C912DD3CB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15" creationId="{A3B7EBF8-57CD-3027-3F3B-BED99A5704FB}"/>
          </ac:spMkLst>
        </pc:spChg>
        <pc:spChg chg="mod">
          <ac:chgData name="musukie52@gmail.com" userId="017bd91f96aa8751" providerId="LiveId" clId="{5B2C3894-F97E-4CAB-8812-5BB4D83AAC6A}" dt="2026-08-26T02:40:13.349" v="662" actId="1076"/>
          <ac:spMkLst>
            <pc:docMk/>
            <pc:sldMk cId="254101679" sldId="263"/>
            <ac:spMk id="16" creationId="{81D60253-EB63-4ABB-8152-9300B5AC3EF3}"/>
          </ac:spMkLst>
        </pc:spChg>
        <pc:spChg chg="del">
          <ac:chgData name="musukie52@gmail.com" userId="017bd91f96aa8751" providerId="LiveId" clId="{5B2C3894-F97E-4CAB-8812-5BB4D83AAC6A}" dt="2026-08-26T02:35:09.684" v="499" actId="478"/>
          <ac:spMkLst>
            <pc:docMk/>
            <pc:sldMk cId="254101679" sldId="263"/>
            <ac:spMk id="17" creationId="{8598ED97-EC08-485E-861A-4379D68B922C}"/>
          </ac:spMkLst>
        </pc:spChg>
        <pc:spChg chg="del">
          <ac:chgData name="musukie52@gmail.com" userId="017bd91f96aa8751" providerId="LiveId" clId="{5B2C3894-F97E-4CAB-8812-5BB4D83AAC6A}" dt="2026-08-26T02:35:09.684" v="499" actId="478"/>
          <ac:spMkLst>
            <pc:docMk/>
            <pc:sldMk cId="254101679" sldId="263"/>
            <ac:spMk id="18" creationId="{03FEDE07-63C2-4317-9A06-20A31B795B0F}"/>
          </ac:spMkLst>
        </pc:spChg>
        <pc:spChg chg="mod">
          <ac:chgData name="musukie52@gmail.com" userId="017bd91f96aa8751" providerId="LiveId" clId="{5B2C3894-F97E-4CAB-8812-5BB4D83AAC6A}" dt="2026-08-26T02:40:23.115" v="664" actId="1076"/>
          <ac:spMkLst>
            <pc:docMk/>
            <pc:sldMk cId="254101679" sldId="263"/>
            <ac:spMk id="20" creationId="{2941F831-4AB3-4663-A646-A3DA7E32601E}"/>
          </ac:spMkLst>
        </pc:spChg>
        <pc:spChg chg="del">
          <ac:chgData name="musukie52@gmail.com" userId="017bd91f96aa8751" providerId="LiveId" clId="{5B2C3894-F97E-4CAB-8812-5BB4D83AAC6A}" dt="2026-08-26T02:35:45.802" v="547" actId="478"/>
          <ac:spMkLst>
            <pc:docMk/>
            <pc:sldMk cId="254101679" sldId="263"/>
            <ac:spMk id="21" creationId="{081DFF6B-63AD-4B25-8D36-DA6D75A3E375}"/>
          </ac:spMkLst>
        </pc:spChg>
        <pc:spChg chg="del">
          <ac:chgData name="musukie52@gmail.com" userId="017bd91f96aa8751" providerId="LiveId" clId="{5B2C3894-F97E-4CAB-8812-5BB4D83AAC6A}" dt="2026-08-26T02:35:45.802" v="547" actId="478"/>
          <ac:spMkLst>
            <pc:docMk/>
            <pc:sldMk cId="254101679" sldId="263"/>
            <ac:spMk id="22" creationId="{475F6C5A-5811-447C-B2BD-0157D9B29548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23" creationId="{F548A083-C694-9F81-BC3B-9821B117470B}"/>
          </ac:spMkLst>
        </pc:spChg>
        <pc:spChg chg="mod">
          <ac:chgData name="musukie52@gmail.com" userId="017bd91f96aa8751" providerId="LiveId" clId="{5B2C3894-F97E-4CAB-8812-5BB4D83AAC6A}" dt="2026-08-26T02:40:36.466" v="666" actId="1076"/>
          <ac:spMkLst>
            <pc:docMk/>
            <pc:sldMk cId="254101679" sldId="263"/>
            <ac:spMk id="24" creationId="{39D25AD7-90BA-4486-8A1F-707A5BBE3FD7}"/>
          </ac:spMkLst>
        </pc:spChg>
        <pc:spChg chg="del">
          <ac:chgData name="musukie52@gmail.com" userId="017bd91f96aa8751" providerId="LiveId" clId="{5B2C3894-F97E-4CAB-8812-5BB4D83AAC6A}" dt="2026-08-26T02:36:11.463" v="605" actId="478"/>
          <ac:spMkLst>
            <pc:docMk/>
            <pc:sldMk cId="254101679" sldId="263"/>
            <ac:spMk id="25" creationId="{7203993D-593F-4498-BD2D-70AE2144CCDC}"/>
          </ac:spMkLst>
        </pc:spChg>
        <pc:spChg chg="del">
          <ac:chgData name="musukie52@gmail.com" userId="017bd91f96aa8751" providerId="LiveId" clId="{5B2C3894-F97E-4CAB-8812-5BB4D83AAC6A}" dt="2026-08-26T02:36:11.463" v="605" actId="478"/>
          <ac:spMkLst>
            <pc:docMk/>
            <pc:sldMk cId="254101679" sldId="263"/>
            <ac:spMk id="26" creationId="{82461B41-39C0-4BF1-8C66-DADCA9D44507}"/>
          </ac:spMkLst>
        </pc:spChg>
        <pc:spChg chg="mod">
          <ac:chgData name="musukie52@gmail.com" userId="017bd91f96aa8751" providerId="LiveId" clId="{5B2C3894-F97E-4CAB-8812-5BB4D83AAC6A}" dt="2026-08-26T02:37:52.471" v="626" actId="27636"/>
          <ac:spMkLst>
            <pc:docMk/>
            <pc:sldMk cId="254101679" sldId="263"/>
            <ac:spMk id="28" creationId="{2DF2D9AD-C105-4282-B746-2BA83049A4C2}"/>
          </ac:spMkLst>
        </pc:spChg>
        <pc:spChg chg="mod">
          <ac:chgData name="musukie52@gmail.com" userId="017bd91f96aa8751" providerId="LiveId" clId="{5B2C3894-F97E-4CAB-8812-5BB4D83AAC6A}" dt="2026-08-26T02:21:56.547" v="211" actId="27636"/>
          <ac:spMkLst>
            <pc:docMk/>
            <pc:sldMk cId="254101679" sldId="263"/>
            <ac:spMk id="29" creationId="{BD2035FC-75D1-4599-B0D7-43A6C747B2E9}"/>
          </ac:spMkLst>
        </pc:spChg>
        <pc:spChg chg="mod">
          <ac:chgData name="musukie52@gmail.com" userId="017bd91f96aa8751" providerId="LiveId" clId="{5B2C3894-F97E-4CAB-8812-5BB4D83AAC6A}" dt="2026-08-26T02:37:39.593" v="622" actId="1076"/>
          <ac:spMkLst>
            <pc:docMk/>
            <pc:sldMk cId="254101679" sldId="263"/>
            <ac:spMk id="30" creationId="{B931D36A-9D7A-41AE-A5E4-280077871ED0}"/>
          </ac:spMkLst>
        </pc:spChg>
        <pc:spChg chg="add mod">
          <ac:chgData name="musukie52@gmail.com" userId="017bd91f96aa8751" providerId="LiveId" clId="{5B2C3894-F97E-4CAB-8812-5BB4D83AAC6A}" dt="2026-08-26T02:20:41.765" v="189" actId="1076"/>
          <ac:spMkLst>
            <pc:docMk/>
            <pc:sldMk cId="254101679" sldId="263"/>
            <ac:spMk id="31" creationId="{7D1501EB-A271-BC94-6BC8-75537A63B83F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33" creationId="{996E85F2-84F5-51BC-C769-DD63894DED57}"/>
          </ac:spMkLst>
        </pc:spChg>
        <pc:spChg chg="add mod or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35" creationId="{E260C22B-C70F-129A-FA20-03B98F67E543}"/>
          </ac:spMkLst>
        </pc:spChg>
        <pc:spChg chg="add del mod">
          <ac:chgData name="musukie52@gmail.com" userId="017bd91f96aa8751" providerId="LiveId" clId="{5B2C3894-F97E-4CAB-8812-5BB4D83AAC6A}" dt="2026-08-26T02:23:08.101" v="245" actId="478"/>
          <ac:spMkLst>
            <pc:docMk/>
            <pc:sldMk cId="254101679" sldId="263"/>
            <ac:spMk id="44" creationId="{159E84D4-09E8-DDA6-98B5-852A517C40D8}"/>
          </ac:spMkLst>
        </pc:spChg>
        <pc:spChg chg="add del mod">
          <ac:chgData name="musukie52@gmail.com" userId="017bd91f96aa8751" providerId="LiveId" clId="{5B2C3894-F97E-4CAB-8812-5BB4D83AAC6A}" dt="2026-08-26T02:24:28.009" v="249" actId="478"/>
          <ac:spMkLst>
            <pc:docMk/>
            <pc:sldMk cId="254101679" sldId="263"/>
            <ac:spMk id="45" creationId="{23FB1CD0-14A5-1286-BC7E-D963D310B28F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46" creationId="{D813DB76-4BB3-5BBE-814A-AFAEE59E2C51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49" creationId="{EF4DCD3C-AFFD-5ABA-2501-28E3CE25D355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51" creationId="{F8B261CF-7AF2-12CD-5741-7BEF96F7831F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52" creationId="{BBA8CC2C-06C0-8539-1AD2-7252148E373A}"/>
          </ac:spMkLst>
        </pc:spChg>
        <pc:spChg chg="add mod">
          <ac:chgData name="musukie52@gmail.com" userId="017bd91f96aa8751" providerId="LiveId" clId="{5B2C3894-F97E-4CAB-8812-5BB4D83AAC6A}" dt="2026-08-26T02:44:49.093" v="791" actId="207"/>
          <ac:spMkLst>
            <pc:docMk/>
            <pc:sldMk cId="254101679" sldId="263"/>
            <ac:spMk id="57" creationId="{18070F26-F60A-EAE1-9C5D-1FB6DA85877F}"/>
          </ac:spMkLst>
        </pc:spChg>
        <pc:spChg chg="add mod">
          <ac:chgData name="musukie52@gmail.com" userId="017bd91f96aa8751" providerId="LiveId" clId="{5B2C3894-F97E-4CAB-8812-5BB4D83AAC6A}" dt="2026-08-26T02:31:45.791" v="354" actId="1076"/>
          <ac:spMkLst>
            <pc:docMk/>
            <pc:sldMk cId="254101679" sldId="263"/>
            <ac:spMk id="59" creationId="{8796A6A7-4E5A-248B-7E21-989C140934BF}"/>
          </ac:spMkLst>
        </pc:spChg>
        <pc:spChg chg="add mod">
          <ac:chgData name="musukie52@gmail.com" userId="017bd91f96aa8751" providerId="LiveId" clId="{5B2C3894-F97E-4CAB-8812-5BB4D83AAC6A}" dt="2026-08-26T02:44:56.555" v="793" actId="207"/>
          <ac:spMkLst>
            <pc:docMk/>
            <pc:sldMk cId="254101679" sldId="263"/>
            <ac:spMk id="60" creationId="{A20A9190-B235-3638-F924-C51BBFB8D193}"/>
          </ac:spMkLst>
        </pc:spChg>
        <pc:spChg chg="mod">
          <ac:chgData name="musukie52@gmail.com" userId="017bd91f96aa8751" providerId="LiveId" clId="{5B2C3894-F97E-4CAB-8812-5BB4D83AAC6A}" dt="2026-08-26T02:48:26.174" v="869"/>
          <ac:spMkLst>
            <pc:docMk/>
            <pc:sldMk cId="254101679" sldId="263"/>
            <ac:spMk id="61" creationId="{EC6C89CB-B87B-487D-F921-279D1425B80A}"/>
          </ac:spMkLst>
        </pc:spChg>
        <pc:spChg chg="add mod">
          <ac:chgData name="musukie52@gmail.com" userId="017bd91f96aa8751" providerId="LiveId" clId="{5B2C3894-F97E-4CAB-8812-5BB4D83AAC6A}" dt="2026-08-26T02:48:30.947" v="879"/>
          <ac:spMkLst>
            <pc:docMk/>
            <pc:sldMk cId="254101679" sldId="263"/>
            <ac:spMk id="62" creationId="{D7ACBB52-99FE-FBC1-4E71-8270539FBCCF}"/>
          </ac:spMkLst>
        </pc:spChg>
        <pc:spChg chg="del mod">
          <ac:chgData name="musukie52@gmail.com" userId="017bd91f96aa8751" providerId="LiveId" clId="{5B2C3894-F97E-4CAB-8812-5BB4D83AAC6A}" dt="2026-08-26T02:44:33.996" v="787" actId="21"/>
          <ac:spMkLst>
            <pc:docMk/>
            <pc:sldMk cId="254101679" sldId="263"/>
            <ac:spMk id="63" creationId="{D7407487-C4EA-3042-C64E-E2E77D7A7D66}"/>
          </ac:spMkLst>
        </pc:spChg>
        <pc:spChg chg="mod">
          <ac:chgData name="musukie52@gmail.com" userId="017bd91f96aa8751" providerId="LiveId" clId="{5B2C3894-F97E-4CAB-8812-5BB4D83AAC6A}" dt="2026-08-26T02:42:22.168" v="698"/>
          <ac:spMkLst>
            <pc:docMk/>
            <pc:sldMk cId="254101679" sldId="263"/>
            <ac:spMk id="64" creationId="{516C374F-EB6E-3EE4-D9DA-AD647EA43EFF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65" creationId="{49678816-1C8D-72FD-A73B-BD3E4EBA739B}"/>
          </ac:spMkLst>
        </pc:spChg>
        <pc:spChg chg="add del mod">
          <ac:chgData name="musukie52@gmail.com" userId="017bd91f96aa8751" providerId="LiveId" clId="{5B2C3894-F97E-4CAB-8812-5BB4D83AAC6A}" dt="2026-08-26T02:48:35.630" v="880" actId="478"/>
          <ac:spMkLst>
            <pc:docMk/>
            <pc:sldMk cId="254101679" sldId="263"/>
            <ac:spMk id="66" creationId="{AC065C16-20AA-FE68-5662-7EECE9ADE461}"/>
          </ac:spMkLst>
        </pc:spChg>
        <pc:spChg chg="add del mod">
          <ac:chgData name="musukie52@gmail.com" userId="017bd91f96aa8751" providerId="LiveId" clId="{5B2C3894-F97E-4CAB-8812-5BB4D83AAC6A}" dt="2026-08-26T02:42:31.400" v="700" actId="478"/>
          <ac:spMkLst>
            <pc:docMk/>
            <pc:sldMk cId="254101679" sldId="263"/>
            <ac:spMk id="68" creationId="{8E55710A-7A9D-C840-6D5B-06DD629D49B2}"/>
          </ac:spMkLst>
        </pc:spChg>
        <pc:spChg chg="add del mod">
          <ac:chgData name="musukie52@gmail.com" userId="017bd91f96aa8751" providerId="LiveId" clId="{5B2C3894-F97E-4CAB-8812-5BB4D83AAC6A}" dt="2026-08-26T02:45:57.633" v="819" actId="478"/>
          <ac:spMkLst>
            <pc:docMk/>
            <pc:sldMk cId="254101679" sldId="263"/>
            <ac:spMk id="69" creationId="{0E1E6141-BF55-497F-6AE3-2E8999725C0D}"/>
          </ac:spMkLst>
        </pc:spChg>
        <pc:spChg chg="add del mod">
          <ac:chgData name="musukie52@gmail.com" userId="017bd91f96aa8751" providerId="LiveId" clId="{5B2C3894-F97E-4CAB-8812-5BB4D83AAC6A}" dt="2026-08-26T02:42:33.016" v="701" actId="478"/>
          <ac:spMkLst>
            <pc:docMk/>
            <pc:sldMk cId="254101679" sldId="263"/>
            <ac:spMk id="70" creationId="{FD9FADA3-69ED-B305-FF89-D790B00A40E9}"/>
          </ac:spMkLst>
        </pc:spChg>
        <pc:spChg chg="del">
          <ac:chgData name="musukie52@gmail.com" userId="017bd91f96aa8751" providerId="LiveId" clId="{5B2C3894-F97E-4CAB-8812-5BB4D83AAC6A}" dt="2026-08-26T02:42:29.288" v="699" actId="478"/>
          <ac:spMkLst>
            <pc:docMk/>
            <pc:sldMk cId="254101679" sldId="263"/>
            <ac:spMk id="71" creationId="{283E94C1-27C9-8732-7CE5-889AD5CAFD09}"/>
          </ac:spMkLst>
        </pc:spChg>
        <pc:spChg chg="add mod">
          <ac:chgData name="musukie52@gmail.com" userId="017bd91f96aa8751" providerId="LiveId" clId="{5B2C3894-F97E-4CAB-8812-5BB4D83AAC6A}" dt="2026-08-26T02:48:07.464" v="846" actId="1038"/>
          <ac:spMkLst>
            <pc:docMk/>
            <pc:sldMk cId="254101679" sldId="263"/>
            <ac:spMk id="78" creationId="{F2A3A3F7-E0AD-F290-29F5-6FFC47C7EAE8}"/>
          </ac:spMkLst>
        </pc:spChg>
        <pc:spChg chg="add del mod">
          <ac:chgData name="musukie52@gmail.com" userId="017bd91f96aa8751" providerId="LiveId" clId="{5B2C3894-F97E-4CAB-8812-5BB4D83AAC6A}" dt="2026-08-26T02:33:50.940" v="407" actId="21"/>
          <ac:spMkLst>
            <pc:docMk/>
            <pc:sldMk cId="254101679" sldId="263"/>
            <ac:spMk id="79" creationId="{12F8E6A3-4DD2-C4FF-4E7A-1512FA6ECD9D}"/>
          </ac:spMkLst>
        </pc:spChg>
        <pc:spChg chg="add del mod">
          <ac:chgData name="musukie52@gmail.com" userId="017bd91f96aa8751" providerId="LiveId" clId="{5B2C3894-F97E-4CAB-8812-5BB4D83AAC6A}" dt="2026-08-26T02:38:56.166" v="638" actId="21"/>
          <ac:spMkLst>
            <pc:docMk/>
            <pc:sldMk cId="254101679" sldId="263"/>
            <ac:spMk id="81" creationId="{19326F21-5EC9-9429-88A4-1BA1C7EC1A43}"/>
          </ac:spMkLst>
        </pc:spChg>
        <pc:spChg chg="add del mod">
          <ac:chgData name="musukie52@gmail.com" userId="017bd91f96aa8751" providerId="LiveId" clId="{5B2C3894-F97E-4CAB-8812-5BB4D83AAC6A}" dt="2026-08-26T02:39:13.980" v="644" actId="21"/>
          <ac:spMkLst>
            <pc:docMk/>
            <pc:sldMk cId="254101679" sldId="263"/>
            <ac:spMk id="83" creationId="{E1B6425D-FB41-CD17-027A-DA90F639A307}"/>
          </ac:spMkLst>
        </pc:spChg>
        <pc:spChg chg="add del mod">
          <ac:chgData name="musukie52@gmail.com" userId="017bd91f96aa8751" providerId="LiveId" clId="{5B2C3894-F97E-4CAB-8812-5BB4D83AAC6A}" dt="2026-08-26T02:38:56.166" v="638" actId="21"/>
          <ac:spMkLst>
            <pc:docMk/>
            <pc:sldMk cId="254101679" sldId="263"/>
            <ac:spMk id="85" creationId="{8CBF3D56-C3C0-E160-B158-D6F0CECEE9A0}"/>
          </ac:spMkLst>
        </pc:spChg>
        <pc:spChg chg="add del mod">
          <ac:chgData name="musukie52@gmail.com" userId="017bd91f96aa8751" providerId="LiveId" clId="{5B2C3894-F97E-4CAB-8812-5BB4D83AAC6A}" dt="2026-08-26T02:39:24.667" v="649" actId="21"/>
          <ac:spMkLst>
            <pc:docMk/>
            <pc:sldMk cId="254101679" sldId="263"/>
            <ac:spMk id="87" creationId="{E2BEB031-AEFB-97B3-2492-6AAEC57E6CE9}"/>
          </ac:spMkLst>
        </pc:spChg>
        <pc:spChg chg="mod">
          <ac:chgData name="musukie52@gmail.com" userId="017bd91f96aa8751" providerId="LiveId" clId="{5B2C3894-F97E-4CAB-8812-5BB4D83AAC6A}" dt="2026-08-26T02:41:09.412" v="669" actId="1076"/>
          <ac:spMkLst>
            <pc:docMk/>
            <pc:sldMk cId="254101679" sldId="263"/>
            <ac:spMk id="89" creationId="{00DDDC44-8F59-4735-8F4E-7C239C33B8E0}"/>
          </ac:spMkLst>
        </pc:spChg>
        <pc:spChg chg="add del mod">
          <ac:chgData name="musukie52@gmail.com" userId="017bd91f96aa8751" providerId="LiveId" clId="{5B2C3894-F97E-4CAB-8812-5BB4D83AAC6A}" dt="2026-08-26T02:38:56.166" v="638" actId="21"/>
          <ac:spMkLst>
            <pc:docMk/>
            <pc:sldMk cId="254101679" sldId="263"/>
            <ac:spMk id="91" creationId="{03D1B85A-3A04-3A2A-97B4-6FF30DD7584D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3" creationId="{757FDA1E-13C2-4753-96A4-92FBA4DC76CE}"/>
          </ac:spMkLst>
        </pc:spChg>
        <pc:spChg chg="mod or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6" creationId="{D2D1C2CA-DBEC-438A-BB07-9E8ED47C0EFD}"/>
          </ac:spMkLst>
        </pc:spChg>
        <pc:spChg chg="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97" creationId="{367FCF8B-0D5C-4486-BE0F-6DB8056CB6D2}"/>
          </ac:spMkLst>
        </pc:spChg>
        <pc:spChg chg="mod or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8" creationId="{339C8DE4-9DA6-4E92-90B4-C06B3FCA8E5A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9" creationId="{89D0E425-D7A3-4E7E-BE50-1D6A504A6499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0" creationId="{76C37814-2736-4A08-A850-A6A37BB4411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1" creationId="{5CD50E5F-E34A-4A03-BC32-B7B7D8ECA260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2" creationId="{C6C754C6-72EC-482F-BBF7-D1284A9CB8BD}"/>
          </ac:spMkLst>
        </pc:spChg>
        <pc:spChg chg="mod">
          <ac:chgData name="musukie52@gmail.com" userId="017bd91f96aa8751" providerId="LiveId" clId="{5B2C3894-F97E-4CAB-8812-5BB4D83AAC6A}" dt="2026-08-26T02:14:45.043" v="117" actId="1076"/>
          <ac:spMkLst>
            <pc:docMk/>
            <pc:sldMk cId="254101679" sldId="263"/>
            <ac:spMk id="103" creationId="{F6AF9397-49FC-4722-B53B-D97918F6E4F3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4" creationId="{8E33E34E-A450-4424-A824-F7251053D50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5" creationId="{55E23CA1-9D7F-4144-BDED-8C86151A83F4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6" creationId="{2510472D-BAC4-43A4-AF0E-B9746277DC7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7" creationId="{98846CFC-5F86-4A07-A12F-320B7E4C2A9F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09" creationId="{7D441702-2AF5-49ED-B4ED-B96916EB85B7}"/>
          </ac:spMkLst>
        </pc:spChg>
        <pc:spChg chg="del mod">
          <ac:chgData name="musukie52@gmail.com" userId="017bd91f96aa8751" providerId="LiveId" clId="{5B2C3894-F97E-4CAB-8812-5BB4D83AAC6A}" dt="2026-08-26T02:19:27.888" v="173" actId="21"/>
          <ac:spMkLst>
            <pc:docMk/>
            <pc:sldMk cId="254101679" sldId="263"/>
            <ac:spMk id="110" creationId="{F11E9E76-62BC-48A2-A6F9-9DFF5F0DDE1B}"/>
          </ac:spMkLst>
        </pc:spChg>
        <pc:spChg chg="del mod">
          <ac:chgData name="musukie52@gmail.com" userId="017bd91f96aa8751" providerId="LiveId" clId="{5B2C3894-F97E-4CAB-8812-5BB4D83AAC6A}" dt="2026-08-26T02:21:08.904" v="194" actId="21"/>
          <ac:spMkLst>
            <pc:docMk/>
            <pc:sldMk cId="254101679" sldId="263"/>
            <ac:spMk id="111" creationId="{37474FEE-25D9-4967-8C60-6B6B08A92BA0}"/>
          </ac:spMkLst>
        </pc:spChg>
        <pc:spChg chg="del mod">
          <ac:chgData name="musukie52@gmail.com" userId="017bd91f96aa8751" providerId="LiveId" clId="{5B2C3894-F97E-4CAB-8812-5BB4D83AAC6A}" dt="2026-08-26T02:19:27.888" v="173" actId="21"/>
          <ac:spMkLst>
            <pc:docMk/>
            <pc:sldMk cId="254101679" sldId="263"/>
            <ac:spMk id="112" creationId="{FCA39C40-E206-41CF-AADE-75F4696D78DC}"/>
          </ac:spMkLst>
        </pc:spChg>
        <pc:spChg chg="del mod">
          <ac:chgData name="musukie52@gmail.com" userId="017bd91f96aa8751" providerId="LiveId" clId="{5B2C3894-F97E-4CAB-8812-5BB4D83AAC6A}" dt="2026-08-26T02:21:08.904" v="194" actId="21"/>
          <ac:spMkLst>
            <pc:docMk/>
            <pc:sldMk cId="254101679" sldId="263"/>
            <ac:spMk id="113" creationId="{C6E68E6E-AB19-4B5B-A132-87D7E444AC5D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14" creationId="{AE2F64D4-F9DF-42C6-A3BB-AE4E7C662BDF}"/>
          </ac:spMkLst>
        </pc:spChg>
        <pc:spChg chg="mod">
          <ac:chgData name="musukie52@gmail.com" userId="017bd91f96aa8751" providerId="LiveId" clId="{5B2C3894-F97E-4CAB-8812-5BB4D83AAC6A}" dt="2026-08-26T02:30:24.001" v="341"/>
          <ac:spMkLst>
            <pc:docMk/>
            <pc:sldMk cId="254101679" sldId="263"/>
            <ac:spMk id="115" creationId="{610F1376-2997-47C3-A254-A24888E72EC8}"/>
          </ac:spMkLst>
        </pc:spChg>
        <pc:spChg chg="mod">
          <ac:chgData name="musukie52@gmail.com" userId="017bd91f96aa8751" providerId="LiveId" clId="{5B2C3894-F97E-4CAB-8812-5BB4D83AAC6A}" dt="2026-08-26T02:16:54.847" v="145" actId="1076"/>
          <ac:spMkLst>
            <pc:docMk/>
            <pc:sldMk cId="254101679" sldId="263"/>
            <ac:spMk id="116" creationId="{21231A13-A0DD-4353-A7EF-CF44A7BF7F9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17" creationId="{AB552B1E-3C4A-4235-9C27-3C9879402D20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18" creationId="{992C5127-4D87-43FD-8632-4D4F898826D8}"/>
          </ac:spMkLst>
        </pc:spChg>
        <pc:spChg chg="del mod">
          <ac:chgData name="musukie52@gmail.com" userId="017bd91f96aa8751" providerId="LiveId" clId="{5B2C3894-F97E-4CAB-8812-5BB4D83AAC6A}" dt="2026-08-26T02:19:27.888" v="173" actId="21"/>
          <ac:spMkLst>
            <pc:docMk/>
            <pc:sldMk cId="254101679" sldId="263"/>
            <ac:spMk id="119" creationId="{ED8C71F5-9F4D-410F-88FA-8A2656011F7C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21" creationId="{BF7D3794-2B55-479C-8C96-B1F8B9DFFFC0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22" creationId="{DEA472C6-A258-4FFD-8EE6-F9233A7B6225}"/>
          </ac:spMkLst>
        </pc:spChg>
        <pc:spChg chg="add del">
          <ac:chgData name="musukie52@gmail.com" userId="017bd91f96aa8751" providerId="LiveId" clId="{5B2C3894-F97E-4CAB-8812-5BB4D83AAC6A}" dt="2026-08-26T02:39:13.980" v="644" actId="21"/>
          <ac:spMkLst>
            <pc:docMk/>
            <pc:sldMk cId="254101679" sldId="263"/>
            <ac:spMk id="126" creationId="{96751E25-A3F5-499D-61F2-25C41F834877}"/>
          </ac:spMkLst>
        </pc:spChg>
        <pc:spChg chg="add del">
          <ac:chgData name="musukie52@gmail.com" userId="017bd91f96aa8751" providerId="LiveId" clId="{5B2C3894-F97E-4CAB-8812-5BB4D83AAC6A}" dt="2026-08-26T02:39:13.980" v="644" actId="21"/>
          <ac:spMkLst>
            <pc:docMk/>
            <pc:sldMk cId="254101679" sldId="263"/>
            <ac:spMk id="128" creationId="{404E0127-8F51-C034-DD00-FFAFFE66D2B7}"/>
          </ac:spMkLst>
        </pc:spChg>
        <pc:spChg chg="add del">
          <ac:chgData name="musukie52@gmail.com" userId="017bd91f96aa8751" providerId="LiveId" clId="{5B2C3894-F97E-4CAB-8812-5BB4D83AAC6A}" dt="2026-08-26T02:39:24.667" v="649" actId="21"/>
          <ac:spMkLst>
            <pc:docMk/>
            <pc:sldMk cId="254101679" sldId="263"/>
            <ac:spMk id="130" creationId="{5A69F1E3-2683-27B2-6A7B-3282359F2637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132" creationId="{B74D533E-8A99-733A-9FD6-A1E16A77A05D}"/>
          </ac:spMkLst>
        </pc:spChg>
        <pc:spChg chg="add">
          <ac:chgData name="musukie52@gmail.com" userId="017bd91f96aa8751" providerId="LiveId" clId="{5B2C3894-F97E-4CAB-8812-5BB4D83AAC6A}" dt="2026-08-26T02:39:21.853" v="648" actId="22"/>
          <ac:spMkLst>
            <pc:docMk/>
            <pc:sldMk cId="254101679" sldId="263"/>
            <ac:spMk id="134" creationId="{C73C3A9B-E5B9-5DC6-25F8-162463F90C95}"/>
          </ac:spMkLst>
        </pc:spChg>
        <pc:spChg chg="add del">
          <ac:chgData name="musukie52@gmail.com" userId="017bd91f96aa8751" providerId="LiveId" clId="{5B2C3894-F97E-4CAB-8812-5BB4D83AAC6A}" dt="2026-08-26T02:39:24.667" v="649" actId="21"/>
          <ac:spMkLst>
            <pc:docMk/>
            <pc:sldMk cId="254101679" sldId="263"/>
            <ac:spMk id="136" creationId="{B643FD8D-DC3D-D10A-8C06-84F28647C204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38" creationId="{904E3BEE-932F-8A2F-B4F5-7AE1F7967B28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40" creationId="{C5D9DC01-CFCF-5986-FFF7-5D855112EDE7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42" creationId="{E1B017D1-D89B-7D51-2951-C37F840D7016}"/>
          </ac:spMkLst>
        </pc:spChg>
        <pc:spChg chg="add">
          <ac:chgData name="musukie52@gmail.com" userId="017bd91f96aa8751" providerId="LiveId" clId="{5B2C3894-F97E-4CAB-8812-5BB4D83AAC6A}" dt="2026-08-26T02:44:51.847" v="792" actId="22"/>
          <ac:spMkLst>
            <pc:docMk/>
            <pc:sldMk cId="254101679" sldId="263"/>
            <ac:spMk id="144" creationId="{BDB020E3-D5E9-3DFE-2091-EC491A7C521F}"/>
          </ac:spMkLst>
        </pc:spChg>
        <pc:spChg chg="add del mod">
          <ac:chgData name="musukie52@gmail.com" userId="017bd91f96aa8751" providerId="LiveId" clId="{5B2C3894-F97E-4CAB-8812-5BB4D83AAC6A}" dt="2026-08-26T02:45:56.512" v="818" actId="21"/>
          <ac:spMkLst>
            <pc:docMk/>
            <pc:sldMk cId="254101679" sldId="263"/>
            <ac:spMk id="146" creationId="{39D3F44A-0350-AD0F-29BE-AC2CC392F87E}"/>
          </ac:spMkLst>
        </pc:spChg>
        <pc:spChg chg="add del mod">
          <ac:chgData name="musukie52@gmail.com" userId="017bd91f96aa8751" providerId="LiveId" clId="{5B2C3894-F97E-4CAB-8812-5BB4D83AAC6A}" dt="2026-08-26T02:45:56.512" v="818" actId="21"/>
          <ac:spMkLst>
            <pc:docMk/>
            <pc:sldMk cId="254101679" sldId="263"/>
            <ac:spMk id="148" creationId="{CA8D0282-81F4-6496-58CD-896568E7A977}"/>
          </ac:spMkLst>
        </pc:spChg>
        <pc:spChg chg="add del mod">
          <ac:chgData name="musukie52@gmail.com" userId="017bd91f96aa8751" providerId="LiveId" clId="{5B2C3894-F97E-4CAB-8812-5BB4D83AAC6A}" dt="2026-08-26T02:45:56.512" v="818" actId="21"/>
          <ac:spMkLst>
            <pc:docMk/>
            <pc:sldMk cId="254101679" sldId="263"/>
            <ac:spMk id="150" creationId="{FA633B58-6EF1-56A4-C16F-A4819E1D1ED3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2" creationId="{FBCA5BF4-52C1-5362-CBA7-4C051A9868E3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4" creationId="{615E2F2B-48EB-F096-696D-D4EF5F839A8E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6" creationId="{13A12BAD-6097-92BD-8DB4-0B82E65BF3D0}"/>
          </ac:spMkLst>
        </pc:spChg>
        <pc:spChg chg="add mod">
          <ac:chgData name="musukie52@gmail.com" userId="017bd91f96aa8751" providerId="LiveId" clId="{5B2C3894-F97E-4CAB-8812-5BB4D83AAC6A}" dt="2026-08-26T02:47:36.641" v="840" actId="14100"/>
          <ac:spMkLst>
            <pc:docMk/>
            <pc:sldMk cId="254101679" sldId="263"/>
            <ac:spMk id="157" creationId="{6A0A789A-6557-2405-78AB-D0F0C953BBCA}"/>
          </ac:spMkLst>
        </pc:spChg>
        <pc:grpChg chg="add mod">
          <ac:chgData name="musukie52@gmail.com" userId="017bd91f96aa8751" providerId="LiveId" clId="{5B2C3894-F97E-4CAB-8812-5BB4D83AAC6A}" dt="2026-08-26T02:29:19.392" v="322" actId="14100"/>
          <ac:grpSpMkLst>
            <pc:docMk/>
            <pc:sldMk cId="254101679" sldId="263"/>
            <ac:grpSpMk id="53" creationId="{09241A0E-E8B5-9424-0A0A-17692109FD63}"/>
          </ac:grpSpMkLst>
        </pc:grpChg>
        <pc:grpChg chg="del">
          <ac:chgData name="musukie52@gmail.com" userId="017bd91f96aa8751" providerId="LiveId" clId="{5B2C3894-F97E-4CAB-8812-5BB4D83AAC6A}" dt="2026-08-26T02:42:34.656" v="702" actId="478"/>
          <ac:grpSpMkLst>
            <pc:docMk/>
            <pc:sldMk cId="254101679" sldId="263"/>
            <ac:grpSpMk id="73" creationId="{65AAD208-E10F-9F14-F57F-8ED834241801}"/>
          </ac:grpSpMkLst>
        </pc:grpChg>
        <pc:picChg chg="add mod">
          <ac:chgData name="musukie52@gmail.com" userId="017bd91f96aa8751" providerId="LiveId" clId="{5B2C3894-F97E-4CAB-8812-5BB4D83AAC6A}" dt="2026-08-26T02:25:27.032" v="265" actId="571"/>
          <ac:picMkLst>
            <pc:docMk/>
            <pc:sldMk cId="254101679" sldId="263"/>
            <ac:picMk id="47" creationId="{FAF3A5DA-1955-720A-7D9F-01D3EE0BC84D}"/>
          </ac:picMkLst>
        </pc:picChg>
        <pc:picChg chg="mod">
          <ac:chgData name="musukie52@gmail.com" userId="017bd91f96aa8751" providerId="LiveId" clId="{5B2C3894-F97E-4CAB-8812-5BB4D83AAC6A}" dt="2026-08-26T02:45:06.597" v="805" actId="1076"/>
          <ac:picMkLst>
            <pc:docMk/>
            <pc:sldMk cId="254101679" sldId="263"/>
            <ac:picMk id="58" creationId="{6FC1F4D8-5D6F-0E19-C29A-8C2EBB658B38}"/>
          </ac:picMkLst>
        </pc:picChg>
        <pc:picChg chg="mod">
          <ac:chgData name="musukie52@gmail.com" userId="017bd91f96aa8751" providerId="LiveId" clId="{5B2C3894-F97E-4CAB-8812-5BB4D83AAC6A}" dt="2026-08-26T02:14:36.401" v="116" actId="1076"/>
          <ac:picMkLst>
            <pc:docMk/>
            <pc:sldMk cId="254101679" sldId="263"/>
            <ac:picMk id="94" creationId="{349B3AC7-C90B-45C3-B4B4-CEC7D22463FF}"/>
          </ac:picMkLst>
        </pc:picChg>
        <pc:picChg chg="mod">
          <ac:chgData name="musukie52@gmail.com" userId="017bd91f96aa8751" providerId="LiveId" clId="{5B2C3894-F97E-4CAB-8812-5BB4D83AAC6A}" dt="2026-08-26T02:29:11.650" v="320" actId="1076"/>
          <ac:picMkLst>
            <pc:docMk/>
            <pc:sldMk cId="254101679" sldId="263"/>
            <ac:picMk id="108" creationId="{834C9A6F-D5B7-4F0E-9A3C-1EE54C46A75D}"/>
          </ac:picMkLst>
        </pc:picChg>
        <pc:picChg chg="add mod modCrop">
          <ac:chgData name="musukie52@gmail.com" userId="017bd91f96aa8751" providerId="LiveId" clId="{5B2C3894-F97E-4CAB-8812-5BB4D83AAC6A}" dt="2026-08-26T02:46:34.227" v="827" actId="1076"/>
          <ac:picMkLst>
            <pc:docMk/>
            <pc:sldMk cId="254101679" sldId="263"/>
            <ac:picMk id="159" creationId="{3235E88E-D658-D1AC-8426-2AD12C599672}"/>
          </ac:picMkLst>
        </pc:picChg>
        <pc:cxnChg chg="add mod">
          <ac:chgData name="musukie52@gmail.com" userId="017bd91f96aa8751" providerId="LiveId" clId="{5B2C3894-F97E-4CAB-8812-5BB4D83AAC6A}" dt="2026-08-26T02:29:02.301" v="316" actId="14100"/>
          <ac:cxnSpMkLst>
            <pc:docMk/>
            <pc:sldMk cId="254101679" sldId="263"/>
            <ac:cxnSpMk id="38" creationId="{B48C66CF-EF3C-1930-69BB-AC91317AA88C}"/>
          </ac:cxnSpMkLst>
        </pc:cxnChg>
        <pc:cxnChg chg="add del mod">
          <ac:chgData name="musukie52@gmail.com" userId="017bd91f96aa8751" providerId="LiveId" clId="{5B2C3894-F97E-4CAB-8812-5BB4D83AAC6A}" dt="2026-08-26T02:29:33.320" v="326" actId="478"/>
          <ac:cxnSpMkLst>
            <pc:docMk/>
            <pc:sldMk cId="254101679" sldId="263"/>
            <ac:cxnSpMk id="55" creationId="{4A43510C-676D-15BB-73FC-B4F59B992916}"/>
          </ac:cxnSpMkLst>
        </pc:cxnChg>
        <pc:cxnChg chg="mod">
          <ac:chgData name="musukie52@gmail.com" userId="017bd91f96aa8751" providerId="LiveId" clId="{5B2C3894-F97E-4CAB-8812-5BB4D83AAC6A}" dt="2026-08-26T02:49:09.452" v="886" actId="14100"/>
          <ac:cxnSpMkLst>
            <pc:docMk/>
            <pc:sldMk cId="254101679" sldId="263"/>
            <ac:cxnSpMk id="67" creationId="{640420CD-4AA6-B15B-AA33-A381B0D08769}"/>
          </ac:cxnSpMkLst>
        </pc:cxnChg>
        <pc:cxnChg chg="del">
          <ac:chgData name="musukie52@gmail.com" userId="017bd91f96aa8751" providerId="LiveId" clId="{5B2C3894-F97E-4CAB-8812-5BB4D83AAC6A}" dt="2026-08-26T02:42:35.587" v="703" actId="478"/>
          <ac:cxnSpMkLst>
            <pc:docMk/>
            <pc:sldMk cId="254101679" sldId="263"/>
            <ac:cxnSpMk id="72" creationId="{AF2EC6D8-DDD2-1C1A-727C-CBFDF20EE2A4}"/>
          </ac:cxnSpMkLst>
        </pc:cxnChg>
        <pc:cxnChg chg="add del mod">
          <ac:chgData name="musukie52@gmail.com" userId="017bd91f96aa8751" providerId="LiveId" clId="{5B2C3894-F97E-4CAB-8812-5BB4D83AAC6A}" dt="2026-08-26T02:29:04.422" v="317" actId="478"/>
          <ac:cxnSpMkLst>
            <pc:docMk/>
            <pc:sldMk cId="254101679" sldId="263"/>
            <ac:cxnSpMk id="120" creationId="{3CC3B4DF-3BD0-4461-8694-9778789D8092}"/>
          </ac:cxnSpMkLst>
        </pc:cxnChg>
        <pc:cxnChg chg="mod">
          <ac:chgData name="musukie52@gmail.com" userId="017bd91f96aa8751" providerId="LiveId" clId="{5B2C3894-F97E-4CAB-8812-5BB4D83AAC6A}" dt="2026-08-26T02:17:07.643" v="147" actId="1076"/>
          <ac:cxnSpMkLst>
            <pc:docMk/>
            <pc:sldMk cId="254101679" sldId="263"/>
            <ac:cxnSpMk id="123" creationId="{AD3AA24B-2D1E-4034-A321-49C8A1CC5CC5}"/>
          </ac:cxnSpMkLst>
        </pc:cxnChg>
        <pc:cxnChg chg="add del mod">
          <ac:chgData name="musukie52@gmail.com" userId="017bd91f96aa8751" providerId="LiveId" clId="{5B2C3894-F97E-4CAB-8812-5BB4D83AAC6A}" dt="2026-08-26T02:14:15.336" v="114" actId="478"/>
          <ac:cxnSpMkLst>
            <pc:docMk/>
            <pc:sldMk cId="254101679" sldId="263"/>
            <ac:cxnSpMk id="124" creationId="{27678888-EE2F-4D93-AAAD-5527E7D9B3C9}"/>
          </ac:cxnSpMkLst>
        </pc:cxnChg>
        <pc:cxnChg chg="add mod">
          <ac:chgData name="musukie52@gmail.com" userId="017bd91f96aa8751" providerId="LiveId" clId="{5B2C3894-F97E-4CAB-8812-5BB4D83AAC6A}" dt="2026-08-26T02:49:28.798" v="890" actId="208"/>
          <ac:cxnSpMkLst>
            <pc:docMk/>
            <pc:sldMk cId="254101679" sldId="263"/>
            <ac:cxnSpMk id="160" creationId="{790A77B9-3266-16DD-05EE-1E658617EE66}"/>
          </ac:cxnSpMkLst>
        </pc:cxnChg>
      </pc:sldChg>
      <pc:sldChg chg="addSp delSp modSp new mod">
        <pc:chgData name="musukie52@gmail.com" userId="017bd91f96aa8751" providerId="LiveId" clId="{5B2C3894-F97E-4CAB-8812-5BB4D83AAC6A}" dt="2026-08-26T02:39:31.819" v="652" actId="21"/>
        <pc:sldMkLst>
          <pc:docMk/>
          <pc:sldMk cId="2259118083" sldId="267"/>
        </pc:sldMkLst>
        <pc:spChg chg="add del mod">
          <ac:chgData name="musukie52@gmail.com" userId="017bd91f96aa8751" providerId="LiveId" clId="{5B2C3894-F97E-4CAB-8812-5BB4D83AAC6A}" dt="2026-08-26T02:19:39.785" v="178" actId="21"/>
          <ac:spMkLst>
            <pc:docMk/>
            <pc:sldMk cId="2259118083" sldId="267"/>
            <ac:spMk id="3" creationId="{91FD6064-DEEB-5E91-6D03-5D8916725E83}"/>
          </ac:spMkLst>
        </pc:spChg>
        <pc:spChg chg="add del">
          <ac:chgData name="musukie52@gmail.com" userId="017bd91f96aa8751" providerId="LiveId" clId="{5B2C3894-F97E-4CAB-8812-5BB4D83AAC6A}" dt="2026-08-26T02:19:39.785" v="178" actId="21"/>
          <ac:spMkLst>
            <pc:docMk/>
            <pc:sldMk cId="2259118083" sldId="267"/>
            <ac:spMk id="5" creationId="{84E79707-5C59-8B9C-A456-7F121AD657E3}"/>
          </ac:spMkLst>
        </pc:spChg>
        <pc:spChg chg="add del">
          <ac:chgData name="musukie52@gmail.com" userId="017bd91f96aa8751" providerId="LiveId" clId="{5B2C3894-F97E-4CAB-8812-5BB4D83AAC6A}" dt="2026-08-26T02:19:39.785" v="178" actId="21"/>
          <ac:spMkLst>
            <pc:docMk/>
            <pc:sldMk cId="2259118083" sldId="267"/>
            <ac:spMk id="7" creationId="{22D28AF1-7A20-41F2-AE1A-BCED28BBDD17}"/>
          </ac:spMkLst>
        </pc:spChg>
        <pc:spChg chg="add del">
          <ac:chgData name="musukie52@gmail.com" userId="017bd91f96aa8751" providerId="LiveId" clId="{5B2C3894-F97E-4CAB-8812-5BB4D83AAC6A}" dt="2026-08-26T02:21:16.237" v="198" actId="21"/>
          <ac:spMkLst>
            <pc:docMk/>
            <pc:sldMk cId="2259118083" sldId="267"/>
            <ac:spMk id="9" creationId="{EF93EDC0-C9F0-2498-309E-F4FEF5B24FE4}"/>
          </ac:spMkLst>
        </pc:spChg>
        <pc:spChg chg="add del mod">
          <ac:chgData name="musukie52@gmail.com" userId="017bd91f96aa8751" providerId="LiveId" clId="{5B2C3894-F97E-4CAB-8812-5BB4D83AAC6A}" dt="2026-08-26T02:21:16.237" v="198" actId="21"/>
          <ac:spMkLst>
            <pc:docMk/>
            <pc:sldMk cId="2259118083" sldId="267"/>
            <ac:spMk id="11" creationId="{54BCD3AD-4702-F010-E827-240877605386}"/>
          </ac:spMkLst>
        </pc:spChg>
        <pc:spChg chg="add del">
          <ac:chgData name="musukie52@gmail.com" userId="017bd91f96aa8751" providerId="LiveId" clId="{5B2C3894-F97E-4CAB-8812-5BB4D83AAC6A}" dt="2026-08-26T02:39:02.618" v="641" actId="21"/>
          <ac:spMkLst>
            <pc:docMk/>
            <pc:sldMk cId="2259118083" sldId="267"/>
            <ac:spMk id="13" creationId="{0769CF26-B717-D94E-9643-47E9D503AFE6}"/>
          </ac:spMkLst>
        </pc:spChg>
        <pc:spChg chg="add del mod">
          <ac:chgData name="musukie52@gmail.com" userId="017bd91f96aa8751" providerId="LiveId" clId="{5B2C3894-F97E-4CAB-8812-5BB4D83AAC6A}" dt="2026-08-26T02:39:02.618" v="641" actId="21"/>
          <ac:spMkLst>
            <pc:docMk/>
            <pc:sldMk cId="2259118083" sldId="267"/>
            <ac:spMk id="15" creationId="{971266E4-2F02-E2E0-6379-0C62C7194CD6}"/>
          </ac:spMkLst>
        </pc:spChg>
        <pc:spChg chg="add del">
          <ac:chgData name="musukie52@gmail.com" userId="017bd91f96aa8751" providerId="LiveId" clId="{5B2C3894-F97E-4CAB-8812-5BB4D83AAC6A}" dt="2026-08-26T02:39:02.618" v="641" actId="21"/>
          <ac:spMkLst>
            <pc:docMk/>
            <pc:sldMk cId="2259118083" sldId="267"/>
            <ac:spMk id="17" creationId="{FC0BA1F9-DB7E-18DB-AFEF-9541AA2C58D9}"/>
          </ac:spMkLst>
        </pc:spChg>
        <pc:spChg chg="add del mod">
          <ac:chgData name="musukie52@gmail.com" userId="017bd91f96aa8751" providerId="LiveId" clId="{5B2C3894-F97E-4CAB-8812-5BB4D83AAC6A}" dt="2026-08-26T02:39:20.377" v="647" actId="21"/>
          <ac:spMkLst>
            <pc:docMk/>
            <pc:sldMk cId="2259118083" sldId="267"/>
            <ac:spMk id="19" creationId="{BFF915DC-9BB0-F74B-18E8-CEE9BA694181}"/>
          </ac:spMkLst>
        </pc:spChg>
        <pc:spChg chg="add del">
          <ac:chgData name="musukie52@gmail.com" userId="017bd91f96aa8751" providerId="LiveId" clId="{5B2C3894-F97E-4CAB-8812-5BB4D83AAC6A}" dt="2026-08-26T02:39:20.377" v="647" actId="21"/>
          <ac:spMkLst>
            <pc:docMk/>
            <pc:sldMk cId="2259118083" sldId="267"/>
            <ac:spMk id="21" creationId="{19F37BA1-C899-E43F-4CDC-C18CBE7790C8}"/>
          </ac:spMkLst>
        </pc:spChg>
        <pc:spChg chg="add del">
          <ac:chgData name="musukie52@gmail.com" userId="017bd91f96aa8751" providerId="LiveId" clId="{5B2C3894-F97E-4CAB-8812-5BB4D83AAC6A}" dt="2026-08-26T02:39:20.377" v="647" actId="21"/>
          <ac:spMkLst>
            <pc:docMk/>
            <pc:sldMk cId="2259118083" sldId="267"/>
            <ac:spMk id="23" creationId="{2CCB0F39-0F8D-8DBE-800D-12AB5EC8D250}"/>
          </ac:spMkLst>
        </pc:spChg>
        <pc:spChg chg="add del mod">
          <ac:chgData name="musukie52@gmail.com" userId="017bd91f96aa8751" providerId="LiveId" clId="{5B2C3894-F97E-4CAB-8812-5BB4D83AAC6A}" dt="2026-08-26T02:39:31.819" v="652" actId="21"/>
          <ac:spMkLst>
            <pc:docMk/>
            <pc:sldMk cId="2259118083" sldId="267"/>
            <ac:spMk id="25" creationId="{4C6945A9-FD07-4557-97EE-09B970C5FA7A}"/>
          </ac:spMkLst>
        </pc:spChg>
        <pc:spChg chg="add del">
          <ac:chgData name="musukie52@gmail.com" userId="017bd91f96aa8751" providerId="LiveId" clId="{5B2C3894-F97E-4CAB-8812-5BB4D83AAC6A}" dt="2026-08-26T02:39:31.819" v="652" actId="21"/>
          <ac:spMkLst>
            <pc:docMk/>
            <pc:sldMk cId="2259118083" sldId="267"/>
            <ac:spMk id="27" creationId="{5E8D7501-82AF-42C4-6F49-F1D1E1A3F5CD}"/>
          </ac:spMkLst>
        </pc:spChg>
        <pc:spChg chg="add del">
          <ac:chgData name="musukie52@gmail.com" userId="017bd91f96aa8751" providerId="LiveId" clId="{5B2C3894-F97E-4CAB-8812-5BB4D83AAC6A}" dt="2026-08-26T02:39:31.819" v="652" actId="21"/>
          <ac:spMkLst>
            <pc:docMk/>
            <pc:sldMk cId="2259118083" sldId="267"/>
            <ac:spMk id="29" creationId="{7F7909D5-440C-A962-B687-CD3128C206A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97447E4-8E91-4C7D-B8C1-74E5006D1D8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6096001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E7B41D-65DF-4522-8A2C-6C77777D119D}"/>
              </a:ext>
            </a:extLst>
          </p:cNvPr>
          <p:cNvSpPr>
            <a:spLocks noGrp="1"/>
          </p:cNvSpPr>
          <p:nvPr/>
        </p:nvSpPr>
        <p:spPr>
          <a:xfrm>
            <a:off x="1523999" y="2043520"/>
            <a:ext cx="304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2000" b="1">
                <a:solidFill>
                  <a:srgbClr val="FFFFFF"/>
                </a:solidFill>
              </a:defRPr>
            </a:pP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기획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문서</a:t>
            </a:r>
            <a:endParaRPr sz="2000" b="1" dirty="0"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A777D3-6932-4F50-BBB5-842735D1C17E}"/>
              </a:ext>
            </a:extLst>
          </p:cNvPr>
          <p:cNvSpPr>
            <a:spLocks noGrp="1"/>
          </p:cNvSpPr>
          <p:nvPr/>
        </p:nvSpPr>
        <p:spPr>
          <a:xfrm>
            <a:off x="1523999" y="4040323"/>
            <a:ext cx="304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숨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내쉬기를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대응을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연결하는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3C8938-04FC-4CB8-8D97-E5DFA00EA410}"/>
              </a:ext>
            </a:extLst>
          </p:cNvPr>
          <p:cNvSpPr>
            <a:spLocks noGrp="1"/>
          </p:cNvSpPr>
          <p:nvPr/>
        </p:nvSpPr>
        <p:spPr>
          <a:xfrm>
            <a:off x="994609" y="5195480"/>
            <a:ext cx="4106780" cy="514350"/>
          </a:xfrm>
          <a:prstGeom prst="roundRect">
            <a:avLst>
              <a:gd name="adj" fmla="val 14815"/>
            </a:avLst>
          </a:prstGeom>
          <a:solidFill>
            <a:srgbClr val="0B4A70"/>
          </a:solidFill>
          <a:ln w="9525">
            <a:solidFill>
              <a:srgbClr val="0B4A70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332F0C-5B8B-494B-8361-AF12D5BC4EB6}"/>
              </a:ext>
            </a:extLst>
          </p:cNvPr>
          <p:cNvSpPr>
            <a:spLocks noGrp="1"/>
          </p:cNvSpPr>
          <p:nvPr/>
        </p:nvSpPr>
        <p:spPr>
          <a:xfrm>
            <a:off x="9429750" y="63246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작성자  윤수진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32F7F7-7D35-4512-841E-FB1683574C35}"/>
              </a:ext>
            </a:extLst>
          </p:cNvPr>
          <p:cNvSpPr>
            <a:spLocks noGrp="1"/>
          </p:cNvSpPr>
          <p:nvPr/>
        </p:nvSpPr>
        <p:spPr>
          <a:xfrm>
            <a:off x="7142747" y="1314450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D11F447-ADAE-4A77-8ABA-3D6AA7C10C19}"/>
              </a:ext>
            </a:extLst>
          </p:cNvPr>
          <p:cNvSpPr>
            <a:spLocks noGrp="1"/>
          </p:cNvSpPr>
          <p:nvPr/>
        </p:nvSpPr>
        <p:spPr>
          <a:xfrm>
            <a:off x="7209422" y="13144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수정 이력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7A96F3-F878-432B-8D5F-AD731093354A}"/>
              </a:ext>
            </a:extLst>
          </p:cNvPr>
          <p:cNvSpPr>
            <a:spLocks noGrp="1"/>
          </p:cNvSpPr>
          <p:nvPr/>
        </p:nvSpPr>
        <p:spPr>
          <a:xfrm>
            <a:off x="7142747" y="17526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B1CBE-57F2-4894-913E-39C2D88A02AE}"/>
              </a:ext>
            </a:extLst>
          </p:cNvPr>
          <p:cNvSpPr>
            <a:spLocks noGrp="1"/>
          </p:cNvSpPr>
          <p:nvPr/>
        </p:nvSpPr>
        <p:spPr>
          <a:xfrm>
            <a:off x="7257047" y="18002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2D9DFD-4FBB-4DC9-9530-8FCB23675D0D}"/>
              </a:ext>
            </a:extLst>
          </p:cNvPr>
          <p:cNvSpPr>
            <a:spLocks noGrp="1"/>
          </p:cNvSpPr>
          <p:nvPr/>
        </p:nvSpPr>
        <p:spPr>
          <a:xfrm>
            <a:off x="8323847" y="18002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47쪽 원본을 11쪽 핵심 문서로 재구성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142747" y="234315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257047" y="239077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323847" y="239077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</a:t>
            </a: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이지·속성·UI 피드백 추가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142747" y="29337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257047" y="29813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323847" y="29813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순환·소음/AI·통합 플로우 도식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A9ED70-006F-41D9-BE4C-3AFAE5D5A84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80D9D1"/>
                </a:solidFill>
              </a:defRPr>
            </a:pPr>
            <a:r>
              <a:rPr sz="1000" b="1" dirty="0">
                <a:solidFill>
                  <a:srgbClr val="80D9D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SYSTEM DESIGN DOCUMENT</a:t>
            </a:r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7CF81AC9-977E-4585-911B-99F56406CC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F34D66-170F-4B19-A015-0BEF4103D84C}"/>
              </a:ext>
            </a:extLst>
          </p:cNvPr>
          <p:cNvSpPr>
            <a:spLocks noGrp="1"/>
          </p:cNvSpPr>
          <p:nvPr/>
        </p:nvSpPr>
        <p:spPr>
          <a:xfrm>
            <a:off x="457200" y="2381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DOCUMENT MAP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476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4021CB4-A95A-4A3F-9A15-2D733424D9A7}"/>
              </a:ext>
            </a:extLst>
          </p:cNvPr>
          <p:cNvSpPr>
            <a:spLocks noGrp="1"/>
          </p:cNvSpPr>
          <p:nvPr/>
        </p:nvSpPr>
        <p:spPr>
          <a:xfrm>
            <a:off x="1870911" y="1873920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1D8321-6251-4D90-B1CE-A5F1CD56E55D}"/>
              </a:ext>
            </a:extLst>
          </p:cNvPr>
          <p:cNvSpPr>
            <a:spLocks noGrp="1"/>
          </p:cNvSpPr>
          <p:nvPr/>
        </p:nvSpPr>
        <p:spPr>
          <a:xfrm>
            <a:off x="2499561" y="1873920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 및 설명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0D48A-8498-4CEF-9D1B-7B1D7D802226}"/>
              </a:ext>
            </a:extLst>
          </p:cNvPr>
          <p:cNvSpPr>
            <a:spLocks noGrp="1"/>
          </p:cNvSpPr>
          <p:nvPr/>
        </p:nvSpPr>
        <p:spPr>
          <a:xfrm>
            <a:off x="2499561" y="2121570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효과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03CBDE-0258-4C2D-B8E9-32ED0CD85810}"/>
              </a:ext>
            </a:extLst>
          </p:cNvPr>
          <p:cNvSpPr>
            <a:spLocks noGrp="1"/>
          </p:cNvSpPr>
          <p:nvPr/>
        </p:nvSpPr>
        <p:spPr>
          <a:xfrm>
            <a:off x="1870911" y="325604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7D6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4D4AFC1-8824-4ED4-B8B0-BFBB89E03026}"/>
              </a:ext>
            </a:extLst>
          </p:cNvPr>
          <p:cNvSpPr>
            <a:spLocks noGrp="1"/>
          </p:cNvSpPr>
          <p:nvPr/>
        </p:nvSpPr>
        <p:spPr>
          <a:xfrm>
            <a:off x="2499561" y="325604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 구조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5AD9D5C-3AE2-4F60-9CB9-C01C53D3FB5A}"/>
              </a:ext>
            </a:extLst>
          </p:cNvPr>
          <p:cNvSpPr>
            <a:spLocks noGrp="1"/>
          </p:cNvSpPr>
          <p:nvPr/>
        </p:nvSpPr>
        <p:spPr>
          <a:xfrm>
            <a:off x="2499561" y="350369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들이마시기부터 다시 판단까지 6단계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7E9B11-5ED8-4712-AF1B-00BDFA1C0A1C}"/>
              </a:ext>
            </a:extLst>
          </p:cNvPr>
          <p:cNvSpPr>
            <a:spLocks noGrp="1"/>
          </p:cNvSpPr>
          <p:nvPr/>
        </p:nvSpPr>
        <p:spPr>
          <a:xfrm>
            <a:off x="1870911" y="474595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>
                <a:solidFill>
                  <a:srgbClr val="C79A2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6E0AC-2B41-42E8-BF23-B6CEED90F7B9}"/>
              </a:ext>
            </a:extLst>
          </p:cNvPr>
          <p:cNvSpPr>
            <a:spLocks noGrp="1"/>
          </p:cNvSpPr>
          <p:nvPr/>
        </p:nvSpPr>
        <p:spPr>
          <a:xfrm>
            <a:off x="2499561" y="474595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D24DE46-F86F-4D3E-8601-9874CF9528E5}"/>
              </a:ext>
            </a:extLst>
          </p:cNvPr>
          <p:cNvSpPr>
            <a:spLocks noGrp="1"/>
          </p:cNvSpPr>
          <p:nvPr/>
        </p:nvSpPr>
        <p:spPr>
          <a:xfrm>
            <a:off x="2499561" y="499360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요소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피드백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이미지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2F8B17A-166D-42BA-89C6-AC22F324852E}"/>
              </a:ext>
            </a:extLst>
          </p:cNvPr>
          <p:cNvSpPr>
            <a:spLocks noGrp="1"/>
          </p:cNvSpPr>
          <p:nvPr/>
        </p:nvSpPr>
        <p:spPr>
          <a:xfrm>
            <a:off x="7166811" y="187041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D8744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4F7665-43AD-4D40-88C0-D8B62028D3B6}"/>
              </a:ext>
            </a:extLst>
          </p:cNvPr>
          <p:cNvSpPr>
            <a:spLocks noGrp="1"/>
          </p:cNvSpPr>
          <p:nvPr/>
        </p:nvSpPr>
        <p:spPr>
          <a:xfrm>
            <a:off x="7795461" y="1870412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38D629A-85D0-4B34-BE8A-E2BB383BBB54}"/>
              </a:ext>
            </a:extLst>
          </p:cNvPr>
          <p:cNvSpPr>
            <a:spLocks noGrp="1"/>
          </p:cNvSpPr>
          <p:nvPr/>
        </p:nvSpPr>
        <p:spPr>
          <a:xfrm>
            <a:off x="7795461" y="2118062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확장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949953-2772-453A-A950-AE493D0EB618}"/>
              </a:ext>
            </a:extLst>
          </p:cNvPr>
          <p:cNvSpPr>
            <a:spLocks noGrp="1"/>
          </p:cNvSpPr>
          <p:nvPr/>
        </p:nvSpPr>
        <p:spPr>
          <a:xfrm>
            <a:off x="7166811" y="325253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367DA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9AFBA3-0688-42D7-B61C-D3EDCB771F19}"/>
              </a:ext>
            </a:extLst>
          </p:cNvPr>
          <p:cNvSpPr>
            <a:spLocks noGrp="1"/>
          </p:cNvSpPr>
          <p:nvPr/>
        </p:nvSpPr>
        <p:spPr>
          <a:xfrm>
            <a:off x="7795461" y="325253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3DFCE8-AACF-4F4A-A5B5-8D30B3DAB8C5}"/>
              </a:ext>
            </a:extLst>
          </p:cNvPr>
          <p:cNvSpPr>
            <a:spLocks noGrp="1"/>
          </p:cNvSpPr>
          <p:nvPr/>
        </p:nvSpPr>
        <p:spPr>
          <a:xfrm>
            <a:off x="7795461" y="350018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소음/AI 공간 예시 · 통합 플로우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166811" y="474244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>
                <a:solidFill>
                  <a:srgbClr val="B34F5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795461" y="474244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리소스 / 안전장치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795461" y="499009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리소스 · 예외 처리 우선순위</a:t>
            </a:r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53A7769-DC26-4158-B7E9-FDC540628B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7CC768-E1D3-4B76-B00A-7BF169D64039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정의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및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설명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3E32ECB7-C235-4799-913E-DCD375A8DB3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3544277-B246-407C-B3D9-428D71DB3904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777814" cy="45720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5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A1A7E5-1540-4754-AEA9-6EEA994B1CBB}"/>
              </a:ext>
            </a:extLst>
          </p:cNvPr>
          <p:cNvSpPr>
            <a:spLocks noGrp="1"/>
          </p:cNvSpPr>
          <p:nvPr/>
        </p:nvSpPr>
        <p:spPr>
          <a:xfrm>
            <a:off x="552450" y="1819275"/>
            <a:ext cx="368256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들이마시기·숨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참기·내쉬기를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관리하는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07E7393-B661-4CA8-8A3C-D278CF082B4E}"/>
              </a:ext>
            </a:extLst>
          </p:cNvPr>
          <p:cNvSpPr>
            <a:spLocks noGrp="1"/>
          </p:cNvSpPr>
          <p:nvPr/>
        </p:nvSpPr>
        <p:spPr>
          <a:xfrm>
            <a:off x="457199" y="27622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0253244-0DC0-45C1-BF2C-6AF38406C6EE}"/>
              </a:ext>
            </a:extLst>
          </p:cNvPr>
          <p:cNvSpPr>
            <a:spLocks noGrp="1"/>
          </p:cNvSpPr>
          <p:nvPr/>
        </p:nvSpPr>
        <p:spPr>
          <a:xfrm>
            <a:off x="457199" y="36385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효과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대응의 결과를 하나의 호흡 규칙으로 연결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D607966-7EE3-45FD-B1D9-738F8CFF176D}"/>
              </a:ext>
            </a:extLst>
          </p:cNvPr>
          <p:cNvSpPr>
            <a:spLocks noGrp="1"/>
          </p:cNvSpPr>
          <p:nvPr/>
        </p:nvSpPr>
        <p:spPr>
          <a:xfrm>
            <a:off x="457200" y="4514850"/>
            <a:ext cx="3777814" cy="742950"/>
          </a:xfrm>
          <a:prstGeom prst="roundRect">
            <a:avLst>
              <a:gd name="adj" fmla="val 10256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endParaRPr lang="en-US" altLang="ko-KR" sz="15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언제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얼마나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숨 쉴지에 따라 같은 공간의 해법이 달라짐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48534E-BF69-42F3-B8BA-FB4765ADD3D8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약속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FBC71B7-1CA1-46BF-9284-7874083F1322}"/>
              </a:ext>
            </a:extLst>
          </p:cNvPr>
          <p:cNvSpPr>
            <a:spLocks noGrp="1"/>
          </p:cNvSpPr>
          <p:nvPr/>
        </p:nvSpPr>
        <p:spPr>
          <a:xfrm>
            <a:off x="552450" y="5781675"/>
            <a:ext cx="3682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게이지가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아니라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반복적으로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판단하고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조작하는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AA2A686-9911-4175-94F9-DAD2B3D51033}"/>
              </a:ext>
            </a:extLst>
          </p:cNvPr>
          <p:cNvSpPr>
            <a:spLocks noGrp="1"/>
          </p:cNvSpPr>
          <p:nvPr/>
        </p:nvSpPr>
        <p:spPr>
          <a:xfrm>
            <a:off x="4812632" y="1257300"/>
            <a:ext cx="6807868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8363AF7-D771-4BA7-8228-C04B3A5777F9}"/>
              </a:ext>
            </a:extLst>
          </p:cNvPr>
          <p:cNvSpPr>
            <a:spLocks noGrp="1"/>
          </p:cNvSpPr>
          <p:nvPr/>
        </p:nvSpPr>
        <p:spPr>
          <a:xfrm>
            <a:off x="5145572" y="1428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01DEABE-2256-4E99-A782-1ACF74EC9746}"/>
              </a:ext>
            </a:extLst>
          </p:cNvPr>
          <p:cNvSpPr>
            <a:spLocks noGrp="1"/>
          </p:cNvSpPr>
          <p:nvPr/>
        </p:nvSpPr>
        <p:spPr>
          <a:xfrm>
            <a:off x="5145572" y="172402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결과가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시스템으로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전달되고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변화시킴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4C597B7-ABDF-496E-9064-ED6F2DEDF535}"/>
              </a:ext>
            </a:extLst>
          </p:cNvPr>
          <p:cNvSpPr>
            <a:spLocks noGrp="1"/>
          </p:cNvSpPr>
          <p:nvPr/>
        </p:nvSpPr>
        <p:spPr>
          <a:xfrm>
            <a:off x="5120941" y="55721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이동·환경·능력이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호흡의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소비량·안전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한계·회복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바꿈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Oval 30">
            <a:extLst>
              <a:ext uri="{FF2B5EF4-FFF2-40B4-BE49-F238E27FC236}">
                <a16:creationId xmlns:a16="http://schemas.microsoft.com/office/drawing/2014/main" id="{2E7BA2F4-0146-4194-B3C2-DCFA8A90748F}"/>
              </a:ext>
            </a:extLst>
          </p:cNvPr>
          <p:cNvSpPr/>
          <p:nvPr/>
        </p:nvSpPr>
        <p:spPr>
          <a:xfrm>
            <a:off x="7601058" y="3247267"/>
            <a:ext cx="1329359" cy="1329359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46" name="Oval 33">
            <a:extLst>
              <a:ext uri="{FF2B5EF4-FFF2-40B4-BE49-F238E27FC236}">
                <a16:creationId xmlns:a16="http://schemas.microsoft.com/office/drawing/2014/main" id="{2BC18599-9F15-4C2E-9FA9-9DCD17C1219D}"/>
              </a:ext>
            </a:extLst>
          </p:cNvPr>
          <p:cNvSpPr/>
          <p:nvPr/>
        </p:nvSpPr>
        <p:spPr>
          <a:xfrm>
            <a:off x="7972467" y="2241170"/>
            <a:ext cx="908676" cy="90867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47" name="Oval 34">
            <a:extLst>
              <a:ext uri="{FF2B5EF4-FFF2-40B4-BE49-F238E27FC236}">
                <a16:creationId xmlns:a16="http://schemas.microsoft.com/office/drawing/2014/main" id="{D25CAC8F-767D-4834-B087-BC2B96C9520E}"/>
              </a:ext>
            </a:extLst>
          </p:cNvPr>
          <p:cNvSpPr/>
          <p:nvPr/>
        </p:nvSpPr>
        <p:spPr>
          <a:xfrm>
            <a:off x="6653734" y="2936562"/>
            <a:ext cx="908676" cy="90867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48" name="Oval 35">
            <a:extLst>
              <a:ext uri="{FF2B5EF4-FFF2-40B4-BE49-F238E27FC236}">
                <a16:creationId xmlns:a16="http://schemas.microsoft.com/office/drawing/2014/main" id="{15EF626B-F2B4-4157-A015-41BFE679D4AB}"/>
              </a:ext>
            </a:extLst>
          </p:cNvPr>
          <p:cNvSpPr/>
          <p:nvPr/>
        </p:nvSpPr>
        <p:spPr>
          <a:xfrm>
            <a:off x="9066629" y="3070260"/>
            <a:ext cx="908676" cy="908676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Oval 36">
            <a:extLst>
              <a:ext uri="{FF2B5EF4-FFF2-40B4-BE49-F238E27FC236}">
                <a16:creationId xmlns:a16="http://schemas.microsoft.com/office/drawing/2014/main" id="{C12AB63C-51FA-4632-B482-3A1D2ECDACFC}"/>
              </a:ext>
            </a:extLst>
          </p:cNvPr>
          <p:cNvSpPr/>
          <p:nvPr/>
        </p:nvSpPr>
        <p:spPr>
          <a:xfrm>
            <a:off x="8905875" y="4111690"/>
            <a:ext cx="908676" cy="908676"/>
          </a:xfrm>
          <a:prstGeom prst="ellipse">
            <a:avLst/>
          </a:prstGeom>
          <a:solidFill>
            <a:srgbClr val="FFE3D4"/>
          </a:solidFill>
          <a:ln w="17145">
            <a:solidFill>
              <a:srgbClr val="FF7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50" name="Oval 37">
            <a:extLst>
              <a:ext uri="{FF2B5EF4-FFF2-40B4-BE49-F238E27FC236}">
                <a16:creationId xmlns:a16="http://schemas.microsoft.com/office/drawing/2014/main" id="{757277F1-822A-44FA-9963-56DE746576EB}"/>
              </a:ext>
            </a:extLst>
          </p:cNvPr>
          <p:cNvSpPr/>
          <p:nvPr/>
        </p:nvSpPr>
        <p:spPr>
          <a:xfrm>
            <a:off x="6342429" y="3821028"/>
            <a:ext cx="622611" cy="622611"/>
          </a:xfrm>
          <a:prstGeom prst="ellipse">
            <a:avLst/>
          </a:prstGeom>
          <a:solidFill>
            <a:srgbClr val="D9F5F1"/>
          </a:solidFill>
          <a:ln w="17145">
            <a:solidFill>
              <a:srgbClr val="6DD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51" name="Oval 38">
            <a:extLst>
              <a:ext uri="{FF2B5EF4-FFF2-40B4-BE49-F238E27FC236}">
                <a16:creationId xmlns:a16="http://schemas.microsoft.com/office/drawing/2014/main" id="{7F97BD8F-222E-40EF-A77D-7D8CA2AE24D5}"/>
              </a:ext>
            </a:extLst>
          </p:cNvPr>
          <p:cNvSpPr/>
          <p:nvPr/>
        </p:nvSpPr>
        <p:spPr>
          <a:xfrm>
            <a:off x="7241072" y="2315851"/>
            <a:ext cx="622611" cy="622611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Oval 39">
            <a:extLst>
              <a:ext uri="{FF2B5EF4-FFF2-40B4-BE49-F238E27FC236}">
                <a16:creationId xmlns:a16="http://schemas.microsoft.com/office/drawing/2014/main" id="{6443DCEA-EDE6-4425-82D8-FA5D6D5C6679}"/>
              </a:ext>
            </a:extLst>
          </p:cNvPr>
          <p:cNvSpPr/>
          <p:nvPr/>
        </p:nvSpPr>
        <p:spPr>
          <a:xfrm>
            <a:off x="9877740" y="3863809"/>
            <a:ext cx="622611" cy="622611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방식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Oval 40">
            <a:extLst>
              <a:ext uri="{FF2B5EF4-FFF2-40B4-BE49-F238E27FC236}">
                <a16:creationId xmlns:a16="http://schemas.microsoft.com/office/drawing/2014/main" id="{8E72BE29-349B-492C-96A0-8B37327A197E}"/>
              </a:ext>
            </a:extLst>
          </p:cNvPr>
          <p:cNvSpPr/>
          <p:nvPr/>
        </p:nvSpPr>
        <p:spPr>
          <a:xfrm>
            <a:off x="6905844" y="4248861"/>
            <a:ext cx="908676" cy="90867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9E3126-5A6B-4923-BF93-F20C53369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E9C384D0-C813-4630-9FC7-27B61AAE7153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D1008A-05E6-40F5-87B9-8D4F40024D2B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끝까지 참기보다 한계 전에 일부 회복하고 다시 판단하는 플레이가 숙련도를 만듦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85C6FA4-A8F0-468C-B24D-FC334DF8B4BB}"/>
              </a:ext>
            </a:extLst>
          </p:cNvPr>
          <p:cNvSpPr>
            <a:spLocks noGrp="1"/>
          </p:cNvSpPr>
          <p:nvPr/>
        </p:nvSpPr>
        <p:spPr>
          <a:xfrm>
            <a:off x="819150" y="6010275"/>
            <a:ext cx="10553700" cy="323850"/>
          </a:xfrm>
          <a:prstGeom prst="roundRect">
            <a:avLst>
              <a:gd name="adj" fmla="val 11765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5DF55A-DCE4-4146-B405-8DDD7DB3A7A0}"/>
              </a:ext>
            </a:extLst>
          </p:cNvPr>
          <p:cNvSpPr>
            <a:spLocks noGrp="1"/>
          </p:cNvSpPr>
          <p:nvPr/>
        </p:nvSpPr>
        <p:spPr>
          <a:xfrm>
            <a:off x="952500" y="601980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 필요한 만큼 확보 → 필요한 순간만 억제 → 안전한 위치에서 부분 회복 → 다시 판단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70C1D4B-9294-4B5F-8713-DA1807C655FE}"/>
              </a:ext>
            </a:extLst>
          </p:cNvPr>
          <p:cNvSpPr>
            <a:spLocks noGrp="1"/>
          </p:cNvSpPr>
          <p:nvPr/>
        </p:nvSpPr>
        <p:spPr>
          <a:xfrm>
            <a:off x="457200" y="376239"/>
            <a:ext cx="3200400" cy="466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  핵심 순환 구조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E2516436-02AC-4641-A546-085EC16910D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84F6272-60CB-4001-AB46-5A954C6809A5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DE2291CC-509A-4CC3-9338-2772B8CEE888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B2108-3B56-413B-8815-646470B7BF23}"/>
              </a:ext>
            </a:extLst>
          </p:cNvPr>
          <p:cNvSpPr txBox="1"/>
          <p:nvPr/>
        </p:nvSpPr>
        <p:spPr>
          <a:xfrm>
            <a:off x="1932721" y="2607650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다시 판단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안전한 장소 확인</a:t>
            </a: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68B85501-ABD4-4E25-A6BB-AF709D9322CD}"/>
              </a:ext>
            </a:extLst>
          </p:cNvPr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DBB33646-6088-4AC5-853D-E6A99B96C60B}"/>
              </a:ext>
            </a:extLst>
          </p:cNvPr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BEBC2BEB-9C78-43D7-8B0B-E09E4625A44A}"/>
              </a:ext>
            </a:extLst>
          </p:cNvPr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954BD46B-B2CB-4465-8D7F-F566FF90CDDB}"/>
              </a:ext>
            </a:extLst>
          </p:cNvPr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963E95-16F7-46D2-A06C-DEEAA2236DCC}"/>
              </a:ext>
            </a:extLst>
          </p:cNvPr>
          <p:cNvSpPr txBox="1"/>
          <p:nvPr/>
        </p:nvSpPr>
        <p:spPr>
          <a:xfrm>
            <a:off x="5395032" y="179098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확보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공기 흡입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592F1-5F29-4B9F-8F94-AC7D7474D431}"/>
              </a:ext>
            </a:extLst>
          </p:cNvPr>
          <p:cNvSpPr txBox="1"/>
          <p:nvPr/>
        </p:nvSpPr>
        <p:spPr>
          <a:xfrm>
            <a:off x="8869535" y="260329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게이지 감소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7BBD9-A705-4664-B692-0DBB3F9AD9D1}"/>
              </a:ext>
            </a:extLst>
          </p:cNvPr>
          <p:cNvSpPr txBox="1"/>
          <p:nvPr/>
        </p:nvSpPr>
        <p:spPr>
          <a:xfrm>
            <a:off x="8869535" y="4115985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수행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은신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사용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6C781-2588-4CF9-8122-642BA8CE8D0A}"/>
              </a:ext>
            </a:extLst>
          </p:cNvPr>
          <p:cNvSpPr txBox="1"/>
          <p:nvPr/>
        </p:nvSpPr>
        <p:spPr>
          <a:xfrm>
            <a:off x="5395032" y="492123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부채 누적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격한 행동 → 회복 부담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8307D4-0D36-4959-90A7-108BF5F3CEA6}"/>
              </a:ext>
            </a:extLst>
          </p:cNvPr>
          <p:cNvSpPr txBox="1"/>
          <p:nvPr/>
        </p:nvSpPr>
        <p:spPr>
          <a:xfrm>
            <a:off x="1932721" y="410991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부분 회복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발생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882454C-D725-4899-A27A-34251C34D00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C79785A9-BEE9-43F7-B014-6BAC35F86D7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2F46C6AC-D691-4B31-8898-965B4BEA3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38A0851-F803-47F2-A510-1EEE58A8D7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FEB99E12-A3D7-4662-AD3C-050C0BEFDA1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DFB8B2D-43E0-4382-A249-3B1A0B7F388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55" name="연결선: 구부러짐 54">
            <a:extLst>
              <a:ext uri="{FF2B5EF4-FFF2-40B4-BE49-F238E27FC236}">
                <a16:creationId xmlns:a16="http://schemas.microsoft.com/office/drawing/2014/main" id="{F3CED7A8-BAFF-4D77-8452-9888918985A1}"/>
              </a:ext>
            </a:extLst>
          </p:cNvPr>
          <p:cNvCxnSpPr>
            <a:stCxn id="37" idx="0"/>
            <a:endCxn id="40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연결선: 구부러짐 55">
            <a:extLst>
              <a:ext uri="{FF2B5EF4-FFF2-40B4-BE49-F238E27FC236}">
                <a16:creationId xmlns:a16="http://schemas.microsoft.com/office/drawing/2014/main" id="{5A416618-FCE5-48B5-B78F-95F540ECD756}"/>
              </a:ext>
            </a:extLst>
          </p:cNvPr>
          <p:cNvCxnSpPr>
            <a:cxnSpLocks/>
            <a:stCxn id="44" idx="3"/>
            <a:endCxn id="41" idx="0"/>
          </p:cNvCxnSpPr>
          <p:nvPr/>
        </p:nvCxnSpPr>
        <p:spPr>
          <a:xfrm>
            <a:off x="7347204" y="2125694"/>
            <a:ext cx="2205011" cy="321727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4A1DECD4-371B-4D60-A299-48747B5DC1F1}"/>
              </a:ext>
            </a:extLst>
          </p:cNvPr>
          <p:cNvCxnSpPr>
            <a:cxnSpLocks/>
            <a:stCxn id="42" idx="2"/>
            <a:endCxn id="47" idx="3"/>
          </p:cNvCxnSpPr>
          <p:nvPr/>
        </p:nvCxnSpPr>
        <p:spPr>
          <a:xfrm rot="5400000">
            <a:off x="8278136" y="3981864"/>
            <a:ext cx="34314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구부러짐 57">
            <a:extLst>
              <a:ext uri="{FF2B5EF4-FFF2-40B4-BE49-F238E27FC236}">
                <a16:creationId xmlns:a16="http://schemas.microsoft.com/office/drawing/2014/main" id="{A3F47866-636F-47DC-A886-D4D20866167C}"/>
              </a:ext>
            </a:extLst>
          </p:cNvPr>
          <p:cNvCxnSpPr>
            <a:cxnSpLocks/>
            <a:stCxn id="43" idx="1"/>
            <a:endCxn id="38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5A9F489-BB57-4363-98F0-510506B643AB}"/>
              </a:ext>
            </a:extLst>
          </p:cNvPr>
          <p:cNvCxnSpPr>
            <a:stCxn id="41" idx="2"/>
            <a:endCxn id="4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65BC277-5644-43D2-8143-4BD3DC16F9B7}"/>
              </a:ext>
            </a:extLst>
          </p:cNvPr>
          <p:cNvCxnSpPr>
            <a:cxnSpLocks/>
            <a:stCxn id="38" idx="0"/>
            <a:endCxn id="37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CDA0D5A8-2076-456A-BD96-60AFE4578817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5F26632-A6D2-4D13-9406-AAE9483E658E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67A87B8-0DE1-45C2-BBE4-BF3AF251E00B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2E36885-3B11-42C4-B6DC-F40F66F4FDE5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E72093C-8483-4453-9526-8D858C0542CE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C09403F8-7884-4628-86C5-4CD916220E39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5289DFB-8D5F-425F-9F37-7ACDCB08799E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885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F02FB9F8-8A73-454E-87D7-0CE9A98439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9988EE61-6B2B-4B8E-B551-6683A2F16300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064" y="1257300"/>
            <a:ext cx="6733022" cy="3790950"/>
          </a:xfrm>
          <a:prstGeom prst="roundRect">
            <a:avLst>
              <a:gd name="adj" fmla="val 2010"/>
            </a:avLst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8663A1-B0ED-4D6C-9123-5FD6EABA060A}"/>
              </a:ext>
            </a:extLst>
          </p:cNvPr>
          <p:cNvSpPr>
            <a:spLocks noGrp="1"/>
          </p:cNvSpPr>
          <p:nvPr/>
        </p:nvSpPr>
        <p:spPr>
          <a:xfrm>
            <a:off x="7391400" y="12763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8AB4CE-0B21-4791-BDD5-D777D611B0BE}"/>
              </a:ext>
            </a:extLst>
          </p:cNvPr>
          <p:cNvSpPr>
            <a:spLocks noGrp="1"/>
          </p:cNvSpPr>
          <p:nvPr/>
        </p:nvSpPr>
        <p:spPr>
          <a:xfrm>
            <a:off x="7658100" y="1476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F7823E-07C9-46D4-B5B1-DA165BDEFCAC}"/>
              </a:ext>
            </a:extLst>
          </p:cNvPr>
          <p:cNvSpPr>
            <a:spLocks noGrp="1"/>
          </p:cNvSpPr>
          <p:nvPr/>
        </p:nvSpPr>
        <p:spPr>
          <a:xfrm>
            <a:off x="8934450" y="13620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확보량 · 소모 속도 · 한계 위험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1A25F8-3979-424E-8432-7B1431CD67AD}"/>
              </a:ext>
            </a:extLst>
          </p:cNvPr>
          <p:cNvSpPr>
            <a:spLocks noGrp="1"/>
          </p:cNvSpPr>
          <p:nvPr/>
        </p:nvSpPr>
        <p:spPr>
          <a:xfrm>
            <a:off x="7391400" y="20574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8FE847-DF78-4C82-BCB1-65EB9C8B2808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/ 의심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5D3FA-D8D1-4205-A3BC-CA5B692B2E58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크기 · 적 AI 반응 가능성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44A151-AEC8-43E0-A354-930CA725CF26}"/>
              </a:ext>
            </a:extLst>
          </p:cNvPr>
          <p:cNvSpPr>
            <a:spLocks noGrp="1"/>
          </p:cNvSpPr>
          <p:nvPr/>
        </p:nvSpPr>
        <p:spPr>
          <a:xfrm>
            <a:off x="7391400" y="28384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9467DD-691B-4E35-B7ED-1201020777F7}"/>
              </a:ext>
            </a:extLst>
          </p:cNvPr>
          <p:cNvSpPr>
            <a:spLocks noGrp="1"/>
          </p:cNvSpPr>
          <p:nvPr/>
        </p:nvSpPr>
        <p:spPr>
          <a:xfrm>
            <a:off x="7658100" y="3038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24F0599-B21E-4664-A964-A7635507D3BD}"/>
              </a:ext>
            </a:extLst>
          </p:cNvPr>
          <p:cNvSpPr>
            <a:spLocks noGrp="1"/>
          </p:cNvSpPr>
          <p:nvPr/>
        </p:nvSpPr>
        <p:spPr>
          <a:xfrm>
            <a:off x="8934450" y="29241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사용 가능 · 잠금 · 조건 미충족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2BF6292-CAAB-487B-901F-FE07EA116275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A3A36D-C585-4B72-A417-DE8D48167D49}"/>
              </a:ext>
            </a:extLst>
          </p:cNvPr>
          <p:cNvSpPr>
            <a:spLocks noGrp="1"/>
          </p:cNvSpPr>
          <p:nvPr/>
        </p:nvSpPr>
        <p:spPr>
          <a:xfrm>
            <a:off x="7658100" y="38195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미니맵 / 탐지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BDF646-39C2-48AB-9BC7-B68315DBFC78}"/>
              </a:ext>
            </a:extLst>
          </p:cNvPr>
          <p:cNvSpPr>
            <a:spLocks noGrp="1"/>
          </p:cNvSpPr>
          <p:nvPr/>
        </p:nvSpPr>
        <p:spPr>
          <a:xfrm>
            <a:off x="8934450" y="37052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 · 위험 구역 · 소음 원점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A112E8F-418A-48BF-9D05-0104F1BC64A2}"/>
              </a:ext>
            </a:extLst>
          </p:cNvPr>
          <p:cNvSpPr>
            <a:spLocks noGrp="1"/>
          </p:cNvSpPr>
          <p:nvPr/>
        </p:nvSpPr>
        <p:spPr>
          <a:xfrm>
            <a:off x="7391400" y="4533900"/>
            <a:ext cx="42291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7F46EE7-058D-4955-8420-21CEA3068A0D}"/>
              </a:ext>
            </a:extLst>
          </p:cNvPr>
          <p:cNvSpPr>
            <a:spLocks noGrp="1"/>
          </p:cNvSpPr>
          <p:nvPr/>
        </p:nvSpPr>
        <p:spPr>
          <a:xfrm>
            <a:off x="7591425" y="45339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 UI 피드백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B79937D-F462-4D9D-8DD3-98C8E34BD751}"/>
              </a:ext>
            </a:extLst>
          </p:cNvPr>
          <p:cNvSpPr>
            <a:spLocks noGrp="1"/>
          </p:cNvSpPr>
          <p:nvPr/>
        </p:nvSpPr>
        <p:spPr>
          <a:xfrm>
            <a:off x="7391400" y="49149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4B8999-2146-432B-9CCB-95C17C7A0C89}"/>
              </a:ext>
            </a:extLst>
          </p:cNvPr>
          <p:cNvSpPr>
            <a:spLocks noGrp="1"/>
          </p:cNvSpPr>
          <p:nvPr/>
        </p:nvSpPr>
        <p:spPr>
          <a:xfrm>
            <a:off x="7471786" y="49339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 입력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3FC4AA-B2B3-4CF1-8734-D928F624FED8}"/>
              </a:ext>
            </a:extLst>
          </p:cNvPr>
          <p:cNvSpPr>
            <a:spLocks noGrp="1"/>
          </p:cNvSpPr>
          <p:nvPr/>
        </p:nvSpPr>
        <p:spPr>
          <a:xfrm>
            <a:off x="8282940" y="4933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상태색·모션·SFX 전환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B7F0D9D-6BE0-4AF7-975F-B77D5F58182F}"/>
              </a:ext>
            </a:extLst>
          </p:cNvPr>
          <p:cNvSpPr>
            <a:spLocks noGrp="1"/>
          </p:cNvSpPr>
          <p:nvPr/>
        </p:nvSpPr>
        <p:spPr>
          <a:xfrm>
            <a:off x="10248900" y="49339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결과 즉시 확인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9D22C10-F782-4CC4-A692-5FAA35A8FD47}"/>
              </a:ext>
            </a:extLst>
          </p:cNvPr>
          <p:cNvSpPr>
            <a:spLocks noGrp="1"/>
          </p:cNvSpPr>
          <p:nvPr/>
        </p:nvSpPr>
        <p:spPr>
          <a:xfrm>
            <a:off x="7391400" y="535305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F44B872-5EB6-4E20-A0A0-17FE41DA7A98}"/>
              </a:ext>
            </a:extLst>
          </p:cNvPr>
          <p:cNvSpPr>
            <a:spLocks noGrp="1"/>
          </p:cNvSpPr>
          <p:nvPr/>
        </p:nvSpPr>
        <p:spPr>
          <a:xfrm>
            <a:off x="7471786" y="537210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 미충족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9B46AC7-1BBF-4FF9-8EF0-BB7B32483C14}"/>
              </a:ext>
            </a:extLst>
          </p:cNvPr>
          <p:cNvSpPr>
            <a:spLocks noGrp="1"/>
          </p:cNvSpPr>
          <p:nvPr/>
        </p:nvSpPr>
        <p:spPr>
          <a:xfrm>
            <a:off x="8282940" y="537210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 잠금·짧은 경고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B5D1BD-BA16-4BBC-95BC-72727D1274F8}"/>
              </a:ext>
            </a:extLst>
          </p:cNvPr>
          <p:cNvSpPr>
            <a:spLocks noGrp="1"/>
          </p:cNvSpPr>
          <p:nvPr/>
        </p:nvSpPr>
        <p:spPr>
          <a:xfrm>
            <a:off x="10248900" y="537210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불가능한 이유 전달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0C72D9A-D07F-4DBC-B7A6-B0408834E56E}"/>
              </a:ext>
            </a:extLst>
          </p:cNvPr>
          <p:cNvSpPr>
            <a:spLocks noGrp="1"/>
          </p:cNvSpPr>
          <p:nvPr/>
        </p:nvSpPr>
        <p:spPr>
          <a:xfrm>
            <a:off x="7391400" y="57912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7D8D8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6FA3F81-0EAA-412D-BE46-EC392C8D2435}"/>
              </a:ext>
            </a:extLst>
          </p:cNvPr>
          <p:cNvSpPr>
            <a:spLocks noGrp="1"/>
          </p:cNvSpPr>
          <p:nvPr/>
        </p:nvSpPr>
        <p:spPr>
          <a:xfrm>
            <a:off x="7471786" y="58102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08D883-3909-4CCD-88DC-2E6DF2B0F574}"/>
              </a:ext>
            </a:extLst>
          </p:cNvPr>
          <p:cNvSpPr>
            <a:spLocks noGrp="1"/>
          </p:cNvSpPr>
          <p:nvPr/>
        </p:nvSpPr>
        <p:spPr>
          <a:xfrm>
            <a:off x="8282940" y="58102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붉은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경고·강제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호흡·재입력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제한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EC64B-2030-4A42-AB1C-963C17AD50E6}"/>
              </a:ext>
            </a:extLst>
          </p:cNvPr>
          <p:cNvSpPr>
            <a:spLocks noGrp="1"/>
          </p:cNvSpPr>
          <p:nvPr/>
        </p:nvSpPr>
        <p:spPr>
          <a:xfrm>
            <a:off x="10248900" y="58102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도달 결과 전달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EDA340-C77A-4A56-867A-CB3EB1902B4D}"/>
              </a:ext>
            </a:extLst>
          </p:cNvPr>
          <p:cNvSpPr>
            <a:spLocks noGrp="1"/>
          </p:cNvSpPr>
          <p:nvPr/>
        </p:nvSpPr>
        <p:spPr>
          <a:xfrm>
            <a:off x="590550" y="5257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 판단 흐름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7F9B50-9C49-47A8-BA0F-2E061B01B3F2}"/>
              </a:ext>
            </a:extLst>
          </p:cNvPr>
          <p:cNvSpPr>
            <a:spLocks noGrp="1"/>
          </p:cNvSpPr>
          <p:nvPr/>
        </p:nvSpPr>
        <p:spPr>
          <a:xfrm>
            <a:off x="5905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7ABB12-1F16-43F7-BAF8-F7FF6FACD181}"/>
              </a:ext>
            </a:extLst>
          </p:cNvPr>
          <p:cNvSpPr>
            <a:spLocks noGrp="1"/>
          </p:cNvSpPr>
          <p:nvPr/>
        </p:nvSpPr>
        <p:spPr>
          <a:xfrm>
            <a:off x="6286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확인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E32F716-B5C4-40E1-872F-39C0D7276E91}"/>
              </a:ext>
            </a:extLst>
          </p:cNvPr>
          <p:cNvSpPr>
            <a:spLocks noGrp="1"/>
          </p:cNvSpPr>
          <p:nvPr/>
        </p:nvSpPr>
        <p:spPr>
          <a:xfrm>
            <a:off x="18288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E42B5BD-962D-4B9F-A7DF-033E85843EC8}"/>
              </a:ext>
            </a:extLst>
          </p:cNvPr>
          <p:cNvSpPr>
            <a:spLocks noGrp="1"/>
          </p:cNvSpPr>
          <p:nvPr/>
        </p:nvSpPr>
        <p:spPr>
          <a:xfrm>
            <a:off x="21526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2785CF5-98EF-477F-9F6B-C5629E3ACD10}"/>
              </a:ext>
            </a:extLst>
          </p:cNvPr>
          <p:cNvSpPr>
            <a:spLocks noGrp="1"/>
          </p:cNvSpPr>
          <p:nvPr/>
        </p:nvSpPr>
        <p:spPr>
          <a:xfrm>
            <a:off x="21907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예측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C8FA7E6-F2AD-49C6-B6F7-A7722E72EEA5}"/>
              </a:ext>
            </a:extLst>
          </p:cNvPr>
          <p:cNvSpPr>
            <a:spLocks noGrp="1"/>
          </p:cNvSpPr>
          <p:nvPr/>
        </p:nvSpPr>
        <p:spPr>
          <a:xfrm>
            <a:off x="33909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46154FF-A5C1-44A2-B118-EDCDF8EF7C1B}"/>
              </a:ext>
            </a:extLst>
          </p:cNvPr>
          <p:cNvSpPr>
            <a:spLocks noGrp="1"/>
          </p:cNvSpPr>
          <p:nvPr/>
        </p:nvSpPr>
        <p:spPr>
          <a:xfrm>
            <a:off x="3714750" y="5572125"/>
            <a:ext cx="1428750" cy="400050"/>
          </a:xfrm>
          <a:prstGeom prst="roundRect">
            <a:avLst>
              <a:gd name="adj" fmla="val 19048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6E7EA66-E4C7-4E5B-809F-76FF27888F7B}"/>
              </a:ext>
            </a:extLst>
          </p:cNvPr>
          <p:cNvSpPr>
            <a:spLocks noGrp="1"/>
          </p:cNvSpPr>
          <p:nvPr/>
        </p:nvSpPr>
        <p:spPr>
          <a:xfrm>
            <a:off x="3752850" y="5591175"/>
            <a:ext cx="135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 위치 선택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E57072B-212D-4975-BF15-579D2BE4B4BF}"/>
              </a:ext>
            </a:extLst>
          </p:cNvPr>
          <p:cNvSpPr>
            <a:spLocks noGrp="1"/>
          </p:cNvSpPr>
          <p:nvPr/>
        </p:nvSpPr>
        <p:spPr>
          <a:xfrm>
            <a:off x="516255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EF354D-CE1F-4D6C-A6F0-C9CF58EFA22E}"/>
              </a:ext>
            </a:extLst>
          </p:cNvPr>
          <p:cNvSpPr>
            <a:spLocks noGrp="1"/>
          </p:cNvSpPr>
          <p:nvPr/>
        </p:nvSpPr>
        <p:spPr>
          <a:xfrm>
            <a:off x="548640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BC9308-AB0D-498D-9EA1-A20F1B37232D}"/>
              </a:ext>
            </a:extLst>
          </p:cNvPr>
          <p:cNvSpPr>
            <a:spLocks noGrp="1"/>
          </p:cNvSpPr>
          <p:nvPr/>
        </p:nvSpPr>
        <p:spPr>
          <a:xfrm>
            <a:off x="552450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실행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09E2BA2-8710-4E6B-8DAF-75DD8ECB76C6}"/>
              </a:ext>
            </a:extLst>
          </p:cNvPr>
          <p:cNvSpPr>
            <a:spLocks noGrp="1"/>
          </p:cNvSpPr>
          <p:nvPr/>
        </p:nvSpPr>
        <p:spPr>
          <a:xfrm>
            <a:off x="457200" y="423865"/>
            <a:ext cx="25426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  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07505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직사각형 69">
            <a:extLst>
              <a:ext uri="{FF2B5EF4-FFF2-40B4-BE49-F238E27FC236}">
                <a16:creationId xmlns:a16="http://schemas.microsoft.com/office/drawing/2014/main" id="{C9589AA7-8B76-4FA8-A79B-CEE94410C2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0767E75A-5E28-4FE2-A55A-CCF3FF4308A2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377EEDD-78D8-489F-AE71-8F7291A5E91D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7DC13D-4700-4445-8475-8522626641D0}"/>
              </a:ext>
            </a:extLst>
          </p:cNvPr>
          <p:cNvSpPr>
            <a:spLocks noGrp="1"/>
          </p:cNvSpPr>
          <p:nvPr/>
        </p:nvSpPr>
        <p:spPr>
          <a:xfrm>
            <a:off x="5524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CDD0BF-1A80-418A-AD7F-4A5FAC6462DD}"/>
              </a:ext>
            </a:extLst>
          </p:cNvPr>
          <p:cNvSpPr>
            <a:spLocks noGrp="1"/>
          </p:cNvSpPr>
          <p:nvPr/>
        </p:nvSpPr>
        <p:spPr>
          <a:xfrm>
            <a:off x="13335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호흡량은 직접 조절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AD8542B-BF0A-40E3-B202-AEBFBD4AF185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CB2C13-7A60-4AD7-A807-BEE4DC4E0C9F}"/>
              </a:ext>
            </a:extLst>
          </p:cNvPr>
          <p:cNvSpPr>
            <a:spLocks noGrp="1"/>
          </p:cNvSpPr>
          <p:nvPr/>
        </p:nvSpPr>
        <p:spPr>
          <a:xfrm>
            <a:off x="434340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A258F7-942D-4B88-8358-A28068E4D1D8}"/>
              </a:ext>
            </a:extLst>
          </p:cNvPr>
          <p:cNvSpPr>
            <a:spLocks noGrp="1"/>
          </p:cNvSpPr>
          <p:nvPr/>
        </p:nvSpPr>
        <p:spPr>
          <a:xfrm>
            <a:off x="512445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참기는 확보 호흡 소비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9CDA48-2AB5-40FD-845C-946F05BFC8C4}"/>
              </a:ext>
            </a:extLst>
          </p:cNvPr>
          <p:cNvSpPr>
            <a:spLocks noGrp="1"/>
          </p:cNvSpPr>
          <p:nvPr/>
        </p:nvSpPr>
        <p:spPr>
          <a:xfrm>
            <a:off x="80391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85C343-86E9-4540-A2EB-879E45DA923F}"/>
              </a:ext>
            </a:extLst>
          </p:cNvPr>
          <p:cNvSpPr>
            <a:spLocks noGrp="1"/>
          </p:cNvSpPr>
          <p:nvPr/>
        </p:nvSpPr>
        <p:spPr>
          <a:xfrm>
            <a:off x="81343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E3D53C-A34D-432D-9473-024D6A2408DD}"/>
              </a:ext>
            </a:extLst>
          </p:cNvPr>
          <p:cNvSpPr>
            <a:spLocks noGrp="1"/>
          </p:cNvSpPr>
          <p:nvPr/>
        </p:nvSpPr>
        <p:spPr>
          <a:xfrm>
            <a:off x="89154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내쉬기는 필요한 만큼 회복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0715399-A1B5-43FE-A08C-FF9D7F816971}"/>
              </a:ext>
            </a:extLst>
          </p:cNvPr>
          <p:cNvSpPr>
            <a:spLocks noGrp="1"/>
          </p:cNvSpPr>
          <p:nvPr/>
        </p:nvSpPr>
        <p:spPr>
          <a:xfrm>
            <a:off x="4572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8E7877E-E98A-489C-8CD4-6BA9A0A94A20}"/>
              </a:ext>
            </a:extLst>
          </p:cNvPr>
          <p:cNvSpPr>
            <a:spLocks noGrp="1"/>
          </p:cNvSpPr>
          <p:nvPr/>
        </p:nvSpPr>
        <p:spPr>
          <a:xfrm>
            <a:off x="5524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04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AC5A7A-3A1C-4867-B18A-0D7DBFE7D008}"/>
              </a:ext>
            </a:extLst>
          </p:cNvPr>
          <p:cNvSpPr>
            <a:spLocks noGrp="1"/>
          </p:cNvSpPr>
          <p:nvPr/>
        </p:nvSpPr>
        <p:spPr>
          <a:xfrm>
            <a:off x="13335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초과 시 강제 호흡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C0E0996-D5ED-4732-9641-42BCCE00D70C}"/>
              </a:ext>
            </a:extLst>
          </p:cNvPr>
          <p:cNvSpPr>
            <a:spLocks noGrp="1"/>
          </p:cNvSpPr>
          <p:nvPr/>
        </p:nvSpPr>
        <p:spPr>
          <a:xfrm>
            <a:off x="424815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A4263E-4FE5-4EE4-8B42-F33466912F4B}"/>
              </a:ext>
            </a:extLst>
          </p:cNvPr>
          <p:cNvSpPr>
            <a:spLocks noGrp="1"/>
          </p:cNvSpPr>
          <p:nvPr/>
        </p:nvSpPr>
        <p:spPr>
          <a:xfrm>
            <a:off x="434340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03B1BFA-AB66-4F3B-B01B-062F42055E97}"/>
              </a:ext>
            </a:extLst>
          </p:cNvPr>
          <p:cNvSpPr>
            <a:spLocks noGrp="1"/>
          </p:cNvSpPr>
          <p:nvPr/>
        </p:nvSpPr>
        <p:spPr>
          <a:xfrm>
            <a:off x="512445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결과는 소음으로 전달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08DBDC3-12CD-4E58-B72F-7E014C60BBF6}"/>
              </a:ext>
            </a:extLst>
          </p:cNvPr>
          <p:cNvSpPr>
            <a:spLocks noGrp="1"/>
          </p:cNvSpPr>
          <p:nvPr/>
        </p:nvSpPr>
        <p:spPr>
          <a:xfrm>
            <a:off x="80391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1AE882-F1C6-45F4-B2C4-1D92C157DB73}"/>
              </a:ext>
            </a:extLst>
          </p:cNvPr>
          <p:cNvSpPr>
            <a:spLocks noGrp="1"/>
          </p:cNvSpPr>
          <p:nvPr/>
        </p:nvSpPr>
        <p:spPr>
          <a:xfrm>
            <a:off x="81343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FDB53-F11C-4E67-97E7-0222519F1B69}"/>
              </a:ext>
            </a:extLst>
          </p:cNvPr>
          <p:cNvSpPr>
            <a:spLocks noGrp="1"/>
          </p:cNvSpPr>
          <p:nvPr/>
        </p:nvSpPr>
        <p:spPr>
          <a:xfrm>
            <a:off x="89154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시작 상태에 따라 결과 변화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2E080B-72B5-44A7-8358-19B56CA23A4A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7C83CB-065B-4E7A-8677-65FA54A5065F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2BB49E-F807-4DFB-8513-3815200599B0}"/>
              </a:ext>
            </a:extLst>
          </p:cNvPr>
          <p:cNvSpPr>
            <a:spLocks noGrp="1"/>
          </p:cNvSpPr>
          <p:nvPr/>
        </p:nvSpPr>
        <p:spPr>
          <a:xfrm>
            <a:off x="6286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923EFED-B3AE-4E25-BBEF-DE32866519B1}"/>
              </a:ext>
            </a:extLst>
          </p:cNvPr>
          <p:cNvSpPr>
            <a:spLocks noGrp="1"/>
          </p:cNvSpPr>
          <p:nvPr/>
        </p:nvSpPr>
        <p:spPr>
          <a:xfrm>
            <a:off x="19335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준비 · 회수 · 저장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4BB34A3-68B1-4AED-A78D-6B2EEC24BF5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1A2099A-4E28-4C74-8162-E1ED1600878D}"/>
              </a:ext>
            </a:extLst>
          </p:cNvPr>
          <p:cNvSpPr>
            <a:spLocks noGrp="1"/>
          </p:cNvSpPr>
          <p:nvPr/>
        </p:nvSpPr>
        <p:spPr>
          <a:xfrm>
            <a:off x="15049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시간만큼 호흡 확보</a:t>
            </a:r>
          </a:p>
        </p:txBody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10CD23A3-4CDA-4A46-85D0-7A80B1FA40BB}"/>
              </a:ext>
            </a:extLst>
          </p:cNvPr>
          <p:cNvSpPr>
            <a:spLocks noGrp="1"/>
          </p:cNvSpPr>
          <p:nvPr/>
        </p:nvSpPr>
        <p:spPr>
          <a:xfrm>
            <a:off x="6477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1D7AC85-530E-4E8D-BECD-15E58D4D18AF}"/>
              </a:ext>
            </a:extLst>
          </p:cNvPr>
          <p:cNvSpPr>
            <a:spLocks noGrp="1"/>
          </p:cNvSpPr>
          <p:nvPr/>
        </p:nvSpPr>
        <p:spPr>
          <a:xfrm>
            <a:off x="6477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흡인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D4EC3E-5611-41C2-9B8A-5145E76FCFC6}"/>
              </a:ext>
            </a:extLst>
          </p:cNvPr>
          <p:cNvSpPr>
            <a:spLocks noGrp="1"/>
          </p:cNvSpPr>
          <p:nvPr/>
        </p:nvSpPr>
        <p:spPr>
          <a:xfrm>
            <a:off x="15049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주변 오브젝트 회수 / 탐색</a:t>
            </a:r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09334A7D-FC5A-481A-ADBA-2A7471CB1888}"/>
              </a:ext>
            </a:extLst>
          </p:cNvPr>
          <p:cNvSpPr>
            <a:spLocks noGrp="1"/>
          </p:cNvSpPr>
          <p:nvPr/>
        </p:nvSpPr>
        <p:spPr>
          <a:xfrm>
            <a:off x="6477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909A077-D7EE-495F-9DF5-42AFD1548D12}"/>
              </a:ext>
            </a:extLst>
          </p:cNvPr>
          <p:cNvSpPr>
            <a:spLocks noGrp="1"/>
          </p:cNvSpPr>
          <p:nvPr/>
        </p:nvSpPr>
        <p:spPr>
          <a:xfrm>
            <a:off x="6477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698775-9298-450B-A816-57A8BF377CA8}"/>
              </a:ext>
            </a:extLst>
          </p:cNvPr>
          <p:cNvSpPr>
            <a:spLocks noGrp="1"/>
          </p:cNvSpPr>
          <p:nvPr/>
        </p:nvSpPr>
        <p:spPr>
          <a:xfrm>
            <a:off x="15049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큰 소음 저장 후 다른 위치에서 방출</a:t>
            </a:r>
          </a:p>
        </p:txBody>
      </p:sp>
      <p:sp>
        <p:nvSpPr>
          <p:cNvPr id="36" name="직선 연결선 35">
            <a:extLst>
              <a:ext uri="{FF2B5EF4-FFF2-40B4-BE49-F238E27FC236}">
                <a16:creationId xmlns:a16="http://schemas.microsoft.com/office/drawing/2014/main" id="{6CB640E5-5323-4A34-B7CC-D39F0B63244C}"/>
              </a:ext>
            </a:extLst>
          </p:cNvPr>
          <p:cNvSpPr>
            <a:spLocks noGrp="1"/>
          </p:cNvSpPr>
          <p:nvPr/>
        </p:nvSpPr>
        <p:spPr>
          <a:xfrm>
            <a:off x="6477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05EF5D7-25C7-46AE-8226-8C59CB49AABD}"/>
              </a:ext>
            </a:extLst>
          </p:cNvPr>
          <p:cNvSpPr>
            <a:spLocks noGrp="1"/>
          </p:cNvSpPr>
          <p:nvPr/>
        </p:nvSpPr>
        <p:spPr>
          <a:xfrm>
            <a:off x="6477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흡기 도약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759A8C7-F344-41FE-9AB8-85DB32DD7D41}"/>
              </a:ext>
            </a:extLst>
          </p:cNvPr>
          <p:cNvSpPr>
            <a:spLocks noGrp="1"/>
          </p:cNvSpPr>
          <p:nvPr/>
        </p:nvSpPr>
        <p:spPr>
          <a:xfrm>
            <a:off x="15049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점프 시작 시 수평 거리 증가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F9F3D09-9ACC-42A0-8435-9861A735260E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F1E5A67-8CCE-4878-9BAE-A233D2353761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2946533-5D26-43BB-A5E6-A8FEBF856441}"/>
              </a:ext>
            </a:extLst>
          </p:cNvPr>
          <p:cNvSpPr>
            <a:spLocks noGrp="1"/>
          </p:cNvSpPr>
          <p:nvPr/>
        </p:nvSpPr>
        <p:spPr>
          <a:xfrm>
            <a:off x="441960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623E12-6579-42A9-9B96-CE7CA7582FD2}"/>
              </a:ext>
            </a:extLst>
          </p:cNvPr>
          <p:cNvSpPr>
            <a:spLocks noGrp="1"/>
          </p:cNvSpPr>
          <p:nvPr/>
        </p:nvSpPr>
        <p:spPr>
          <a:xfrm>
            <a:off x="572452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은폐 · 유지 · 정지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4694B9A-40F3-4660-8990-101308C463CB}"/>
              </a:ext>
            </a:extLst>
          </p:cNvPr>
          <p:cNvSpPr>
            <a:spLocks noGrp="1"/>
          </p:cNvSpPr>
          <p:nvPr/>
        </p:nvSpPr>
        <p:spPr>
          <a:xfrm>
            <a:off x="443865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D13C897-985C-4D7D-9F0C-0F6AA56E5B74}"/>
              </a:ext>
            </a:extLst>
          </p:cNvPr>
          <p:cNvSpPr>
            <a:spLocks noGrp="1"/>
          </p:cNvSpPr>
          <p:nvPr/>
        </p:nvSpPr>
        <p:spPr>
          <a:xfrm>
            <a:off x="529590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소음 억제 · 게이지 소모</a:t>
            </a:r>
          </a:p>
        </p:txBody>
      </p:sp>
      <p:sp>
        <p:nvSpPr>
          <p:cNvPr id="45" name="직선 연결선 44">
            <a:extLst>
              <a:ext uri="{FF2B5EF4-FFF2-40B4-BE49-F238E27FC236}">
                <a16:creationId xmlns:a16="http://schemas.microsoft.com/office/drawing/2014/main" id="{77D030B7-9D08-4647-B622-A02CB29E72B2}"/>
              </a:ext>
            </a:extLst>
          </p:cNvPr>
          <p:cNvSpPr>
            <a:spLocks noGrp="1"/>
          </p:cNvSpPr>
          <p:nvPr/>
        </p:nvSpPr>
        <p:spPr>
          <a:xfrm>
            <a:off x="443865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F53C2BF-C0FE-455A-866C-D1F62532A4F6}"/>
              </a:ext>
            </a:extLst>
          </p:cNvPr>
          <p:cNvSpPr>
            <a:spLocks noGrp="1"/>
          </p:cNvSpPr>
          <p:nvPr/>
        </p:nvSpPr>
        <p:spPr>
          <a:xfrm>
            <a:off x="443865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7409B37-5A61-4561-AA01-3C6B0E85E1D9}"/>
              </a:ext>
            </a:extLst>
          </p:cNvPr>
          <p:cNvSpPr>
            <a:spLocks noGrp="1"/>
          </p:cNvSpPr>
          <p:nvPr/>
        </p:nvSpPr>
        <p:spPr>
          <a:xfrm>
            <a:off x="529590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탐지 회피; 물리 소음 유지</a:t>
            </a:r>
          </a:p>
        </p:txBody>
      </p:sp>
      <p:sp>
        <p:nvSpPr>
          <p:cNvPr id="48" name="직선 연결선 47">
            <a:extLst>
              <a:ext uri="{FF2B5EF4-FFF2-40B4-BE49-F238E27FC236}">
                <a16:creationId xmlns:a16="http://schemas.microsoft.com/office/drawing/2014/main" id="{33D977D9-D87B-4B92-B3B9-BE3204D02541}"/>
              </a:ext>
            </a:extLst>
          </p:cNvPr>
          <p:cNvSpPr>
            <a:spLocks noGrp="1"/>
          </p:cNvSpPr>
          <p:nvPr/>
        </p:nvSpPr>
        <p:spPr>
          <a:xfrm>
            <a:off x="443865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515967D-47A4-4CFF-8B7A-7F05EFE5C886}"/>
              </a:ext>
            </a:extLst>
          </p:cNvPr>
          <p:cNvSpPr>
            <a:spLocks noGrp="1"/>
          </p:cNvSpPr>
          <p:nvPr/>
        </p:nvSpPr>
        <p:spPr>
          <a:xfrm>
            <a:off x="443865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1EEA1C2-F8FB-463E-BE4D-93487A83585D}"/>
              </a:ext>
            </a:extLst>
          </p:cNvPr>
          <p:cNvSpPr>
            <a:spLocks noGrp="1"/>
          </p:cNvSpPr>
          <p:nvPr/>
        </p:nvSpPr>
        <p:spPr>
          <a:xfrm>
            <a:off x="529590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공중에서 시작할 때만 높이 유지</a:t>
            </a:r>
          </a:p>
        </p:txBody>
      </p:sp>
      <p:sp>
        <p:nvSpPr>
          <p:cNvPr id="51" name="직선 연결선 50">
            <a:extLst>
              <a:ext uri="{FF2B5EF4-FFF2-40B4-BE49-F238E27FC236}">
                <a16:creationId xmlns:a16="http://schemas.microsoft.com/office/drawing/2014/main" id="{8B819366-21D8-4536-981D-7949700F9F94}"/>
              </a:ext>
            </a:extLst>
          </p:cNvPr>
          <p:cNvSpPr>
            <a:spLocks noGrp="1"/>
          </p:cNvSpPr>
          <p:nvPr/>
        </p:nvSpPr>
        <p:spPr>
          <a:xfrm>
            <a:off x="443865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DF91F6-CB9D-4B0D-82C8-8F2178B2472D}"/>
              </a:ext>
            </a:extLst>
          </p:cNvPr>
          <p:cNvSpPr>
            <a:spLocks noGrp="1"/>
          </p:cNvSpPr>
          <p:nvPr/>
        </p:nvSpPr>
        <p:spPr>
          <a:xfrm>
            <a:off x="443865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시간 정지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1297BB8-EC08-4449-9558-D93C82548D70}"/>
              </a:ext>
            </a:extLst>
          </p:cNvPr>
          <p:cNvSpPr>
            <a:spLocks noGrp="1"/>
          </p:cNvSpPr>
          <p:nvPr/>
        </p:nvSpPr>
        <p:spPr>
          <a:xfrm>
            <a:off x="529590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후반 능력 · 매우 큰 호흡 소모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DAED365-16D3-4A14-9AA0-6A2697544A48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7A6F10-222E-4065-8DB9-DD94A6B6E686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436C7F2-13AC-4140-AC04-7AE2B79691B0}"/>
              </a:ext>
            </a:extLst>
          </p:cNvPr>
          <p:cNvSpPr>
            <a:spLocks noGrp="1"/>
          </p:cNvSpPr>
          <p:nvPr/>
        </p:nvSpPr>
        <p:spPr>
          <a:xfrm>
            <a:off x="82105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7FADA2A-75E5-47F4-9583-B1603923784C}"/>
              </a:ext>
            </a:extLst>
          </p:cNvPr>
          <p:cNvSpPr>
            <a:spLocks noGrp="1"/>
          </p:cNvSpPr>
          <p:nvPr/>
        </p:nvSpPr>
        <p:spPr>
          <a:xfrm>
            <a:off x="95154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· 공명 · 기만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19225A4-9F6A-44D0-BC21-0DC07EE7B404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B5429B6-D05E-4D32-A1E9-5D4BA5F68E19}"/>
              </a:ext>
            </a:extLst>
          </p:cNvPr>
          <p:cNvSpPr>
            <a:spLocks noGrp="1"/>
          </p:cNvSpPr>
          <p:nvPr/>
        </p:nvSpPr>
        <p:spPr>
          <a:xfrm>
            <a:off x="90868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필요한 양만 부분 회복</a:t>
            </a:r>
          </a:p>
        </p:txBody>
      </p:sp>
      <p:sp>
        <p:nvSpPr>
          <p:cNvPr id="60" name="직선 연결선 59">
            <a:extLst>
              <a:ext uri="{FF2B5EF4-FFF2-40B4-BE49-F238E27FC236}">
                <a16:creationId xmlns:a16="http://schemas.microsoft.com/office/drawing/2014/main" id="{E65A8368-8470-40E0-9B81-07AC02AC5CD9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EDC65D8-D5BB-49EA-83C6-5739385D8E52}"/>
              </a:ext>
            </a:extLst>
          </p:cNvPr>
          <p:cNvSpPr>
            <a:spLocks noGrp="1"/>
          </p:cNvSpPr>
          <p:nvPr/>
        </p:nvSpPr>
        <p:spPr>
          <a:xfrm>
            <a:off x="82296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공명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49D7ACE-6695-4267-9C47-F2C93A9D3095}"/>
              </a:ext>
            </a:extLst>
          </p:cNvPr>
          <p:cNvSpPr>
            <a:spLocks noGrp="1"/>
          </p:cNvSpPr>
          <p:nvPr/>
        </p:nvSpPr>
        <p:spPr>
          <a:xfrm>
            <a:off x="90868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환경·적 위치를 파동으로 탐색</a:t>
            </a:r>
          </a:p>
        </p:txBody>
      </p:sp>
      <p:sp>
        <p:nvSpPr>
          <p:cNvPr id="63" name="직선 연결선 62">
            <a:extLst>
              <a:ext uri="{FF2B5EF4-FFF2-40B4-BE49-F238E27FC236}">
                <a16:creationId xmlns:a16="http://schemas.microsoft.com/office/drawing/2014/main" id="{FCA51E17-B231-42DD-BB24-65B5ED7D49D7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E8129C-7EAD-4BB6-AEE3-DDA85FEF2DFB}"/>
              </a:ext>
            </a:extLst>
          </p:cNvPr>
          <p:cNvSpPr>
            <a:spLocks noGrp="1"/>
          </p:cNvSpPr>
          <p:nvPr/>
        </p:nvSpPr>
        <p:spPr>
          <a:xfrm>
            <a:off x="82296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잔기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146EF02A-4B92-4714-9738-49106C5E69AF}"/>
              </a:ext>
            </a:extLst>
          </p:cNvPr>
          <p:cNvSpPr>
            <a:spLocks noGrp="1"/>
          </p:cNvSpPr>
          <p:nvPr/>
        </p:nvSpPr>
        <p:spPr>
          <a:xfrm>
            <a:off x="90868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가짜 기척을 남겨 적 판단 왜곡</a:t>
            </a:r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F15B7C06-3D58-4D95-8A14-642E490D691C}"/>
              </a:ext>
            </a:extLst>
          </p:cNvPr>
          <p:cNvSpPr>
            <a:spLocks noGrp="1"/>
          </p:cNvSpPr>
          <p:nvPr/>
        </p:nvSpPr>
        <p:spPr>
          <a:xfrm>
            <a:off x="82296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C3181AC-FBA2-4ACB-9AA6-5CA907E7D2F3}"/>
              </a:ext>
            </a:extLst>
          </p:cNvPr>
          <p:cNvSpPr>
            <a:spLocks noGrp="1"/>
          </p:cNvSpPr>
          <p:nvPr/>
        </p:nvSpPr>
        <p:spPr>
          <a:xfrm>
            <a:off x="82296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방출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90D3C54-3859-480A-9055-5975E267C612}"/>
              </a:ext>
            </a:extLst>
          </p:cNvPr>
          <p:cNvSpPr>
            <a:spLocks noGrp="1"/>
          </p:cNvSpPr>
          <p:nvPr/>
        </p:nvSpPr>
        <p:spPr>
          <a:xfrm>
            <a:off x="90868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저장 소음을 내보내 호흡 복구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172B677-C1A6-44E2-BFE9-D31FAA392374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11144250" cy="285750"/>
          </a:xfrm>
          <a:prstGeom prst="rect">
            <a:avLst/>
          </a:prstGeom>
          <a:solidFill>
            <a:srgbClr val="F7D8D8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9B3940"/>
                </a:solidFill>
              </a:defRPr>
            </a:pPr>
            <a:r>
              <a:rPr sz="1000" b="1">
                <a:solidFill>
                  <a:srgbClr val="9B394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금지 규칙  새 버튼을 계속 추가하거나, 한 번 시작한 호흡을 끝까지 강제하는 구조로 만들지 않음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00291E10-C18D-4A75-89AC-BC03ADE8B782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시스템 규칙</a:t>
            </a:r>
          </a:p>
        </p:txBody>
      </p:sp>
    </p:spTree>
    <p:extLst>
      <p:ext uri="{BB962C8B-B14F-4D97-AF65-F5344CB8AC3E}">
        <p14:creationId xmlns:p14="http://schemas.microsoft.com/office/powerpoint/2010/main" val="1034871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C5CB5293-F945-4FE8-9387-9384985BF9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7CAB377A-75C0-4B28-8EBF-9B0915B09835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A588AD5-B486-426C-A623-B0EA68DE5447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6096000" cy="323850"/>
          </a:xfrm>
          <a:prstGeom prst="roundRect">
            <a:avLst>
              <a:gd name="adj" fmla="val 1470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34321-F74D-4D68-89F0-54DD9E699814}"/>
              </a:ext>
            </a:extLst>
          </p:cNvPr>
          <p:cNvSpPr>
            <a:spLocks noGrp="1"/>
          </p:cNvSpPr>
          <p:nvPr/>
        </p:nvSpPr>
        <p:spPr>
          <a:xfrm>
            <a:off x="523875" y="1257300"/>
            <a:ext cx="596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 속성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141EAF8-CDD6-4167-B370-7AB8D0408F36}"/>
              </a:ext>
            </a:extLst>
          </p:cNvPr>
          <p:cNvSpPr>
            <a:spLocks noGrp="1"/>
          </p:cNvSpPr>
          <p:nvPr/>
        </p:nvSpPr>
        <p:spPr>
          <a:xfrm>
            <a:off x="457200" y="1657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542229-0648-4E20-9C38-74EC5194AC03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FFEDFD-8A7F-4F48-AE6B-66592F5D6C73}"/>
              </a:ext>
            </a:extLst>
          </p:cNvPr>
          <p:cNvSpPr>
            <a:spLocks noGrp="1"/>
          </p:cNvSpPr>
          <p:nvPr/>
        </p:nvSpPr>
        <p:spPr>
          <a:xfrm>
            <a:off x="1524000" y="1685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100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7ED0CB-7DF8-453C-A99D-89AD2DE8322F}"/>
              </a:ext>
            </a:extLst>
          </p:cNvPr>
          <p:cNvSpPr>
            <a:spLocks noGrp="1"/>
          </p:cNvSpPr>
          <p:nvPr/>
        </p:nvSpPr>
        <p:spPr>
          <a:xfrm>
            <a:off x="3638550" y="1685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제약 없음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C4E72C-B900-43DB-B15D-0981EC2CC8DF}"/>
              </a:ext>
            </a:extLst>
          </p:cNvPr>
          <p:cNvSpPr>
            <a:spLocks noGrp="1"/>
          </p:cNvSpPr>
          <p:nvPr/>
        </p:nvSpPr>
        <p:spPr>
          <a:xfrm>
            <a:off x="457200" y="2133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D1A912-93CF-4BAB-902B-5554F410717D}"/>
              </a:ext>
            </a:extLst>
          </p:cNvPr>
          <p:cNvSpPr>
            <a:spLocks noGrp="1"/>
          </p:cNvSpPr>
          <p:nvPr/>
        </p:nvSpPr>
        <p:spPr>
          <a:xfrm>
            <a:off x="571500" y="2162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B23F07-1F93-4953-8C33-49760092803C}"/>
              </a:ext>
            </a:extLst>
          </p:cNvPr>
          <p:cNvSpPr>
            <a:spLocks noGrp="1"/>
          </p:cNvSpPr>
          <p:nvPr/>
        </p:nvSpPr>
        <p:spPr>
          <a:xfrm>
            <a:off x="1524000" y="2162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85D9F8-D8BB-4CB6-A0B3-8E91CD40C7DA}"/>
              </a:ext>
            </a:extLst>
          </p:cNvPr>
          <p:cNvSpPr>
            <a:spLocks noGrp="1"/>
          </p:cNvSpPr>
          <p:nvPr/>
        </p:nvSpPr>
        <p:spPr>
          <a:xfrm>
            <a:off x="3638550" y="2162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자극 누적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BF3BBCF-B4EA-4C69-952A-966FD0A83DB7}"/>
              </a:ext>
            </a:extLst>
          </p:cNvPr>
          <p:cNvSpPr>
            <a:spLocks noGrp="1"/>
          </p:cNvSpPr>
          <p:nvPr/>
        </p:nvSpPr>
        <p:spPr>
          <a:xfrm>
            <a:off x="457200" y="26098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8E9F58-DAE2-4F5D-9938-C9010BD58872}"/>
              </a:ext>
            </a:extLst>
          </p:cNvPr>
          <p:cNvSpPr>
            <a:spLocks noGrp="1"/>
          </p:cNvSpPr>
          <p:nvPr/>
        </p:nvSpPr>
        <p:spPr>
          <a:xfrm>
            <a:off x="571500" y="26384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4B228C-3B74-4AF4-B947-77C9750BB7BB}"/>
              </a:ext>
            </a:extLst>
          </p:cNvPr>
          <p:cNvSpPr>
            <a:spLocks noGrp="1"/>
          </p:cNvSpPr>
          <p:nvPr/>
        </p:nvSpPr>
        <p:spPr>
          <a:xfrm>
            <a:off x="1524000" y="26384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63D7A5-0909-4D37-9D88-BB27B69DC35A}"/>
              </a:ext>
            </a:extLst>
          </p:cNvPr>
          <p:cNvSpPr>
            <a:spLocks noGrp="1"/>
          </p:cNvSpPr>
          <p:nvPr/>
        </p:nvSpPr>
        <p:spPr>
          <a:xfrm>
            <a:off x="3638550" y="26384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자극 누적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DB13501-BC31-44D1-B8AD-B4891493C209}"/>
              </a:ext>
            </a:extLst>
          </p:cNvPr>
          <p:cNvSpPr>
            <a:spLocks noGrp="1"/>
          </p:cNvSpPr>
          <p:nvPr/>
        </p:nvSpPr>
        <p:spPr>
          <a:xfrm>
            <a:off x="457200" y="30861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BB9713F-2C87-47A4-9D47-3ADB45599521}"/>
              </a:ext>
            </a:extLst>
          </p:cNvPr>
          <p:cNvSpPr>
            <a:spLocks noGrp="1"/>
          </p:cNvSpPr>
          <p:nvPr/>
        </p:nvSpPr>
        <p:spPr>
          <a:xfrm>
            <a:off x="571500" y="31146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4BE54A-D101-4B09-96ED-0BEC3B562CBE}"/>
              </a:ext>
            </a:extLst>
          </p:cNvPr>
          <p:cNvSpPr>
            <a:spLocks noGrp="1"/>
          </p:cNvSpPr>
          <p:nvPr/>
        </p:nvSpPr>
        <p:spPr>
          <a:xfrm>
            <a:off x="1524000" y="31146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크게 제한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60928A7-1CB6-4A76-BBC7-E50DA54EC04C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· 시야 저하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03581F8-4F88-482A-B76E-E8BFC4927117}"/>
              </a:ext>
            </a:extLst>
          </p:cNvPr>
          <p:cNvSpPr>
            <a:spLocks noGrp="1"/>
          </p:cNvSpPr>
          <p:nvPr/>
        </p:nvSpPr>
        <p:spPr>
          <a:xfrm>
            <a:off x="457200" y="3562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CCEBCF-6DE1-4184-BDBA-1DDFA630707A}"/>
              </a:ext>
            </a:extLst>
          </p:cNvPr>
          <p:cNvSpPr>
            <a:spLocks noGrp="1"/>
          </p:cNvSpPr>
          <p:nvPr/>
        </p:nvSpPr>
        <p:spPr>
          <a:xfrm>
            <a:off x="571500" y="3590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113F0A4-B2AD-4853-8C86-0610115D5729}"/>
              </a:ext>
            </a:extLst>
          </p:cNvPr>
          <p:cNvSpPr>
            <a:spLocks noGrp="1"/>
          </p:cNvSpPr>
          <p:nvPr/>
        </p:nvSpPr>
        <p:spPr>
          <a:xfrm>
            <a:off x="1524000" y="3590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불가에 가까움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6A05666-C412-402B-8600-3577809809F2}"/>
              </a:ext>
            </a:extLst>
          </p:cNvPr>
          <p:cNvSpPr>
            <a:spLocks noGrp="1"/>
          </p:cNvSpPr>
          <p:nvPr/>
        </p:nvSpPr>
        <p:spPr>
          <a:xfrm>
            <a:off x="3638550" y="3590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피해 · 상태이상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40F0325-7DC3-42D5-97EB-77F2C73D4AD7}"/>
              </a:ext>
            </a:extLst>
          </p:cNvPr>
          <p:cNvSpPr>
            <a:spLocks noGrp="1"/>
          </p:cNvSpPr>
          <p:nvPr/>
        </p:nvSpPr>
        <p:spPr>
          <a:xfrm>
            <a:off x="457200" y="4038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746302-60BB-4D2D-8FEC-90A8EB753934}"/>
              </a:ext>
            </a:extLst>
          </p:cNvPr>
          <p:cNvSpPr>
            <a:spLocks noGrp="1"/>
          </p:cNvSpPr>
          <p:nvPr/>
        </p:nvSpPr>
        <p:spPr>
          <a:xfrm>
            <a:off x="571500" y="4067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41F331D-16DD-4A5D-B1E0-F2211D29A01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3C1CC68-B4CE-433F-9C4E-A82A3E85A601}"/>
              </a:ext>
            </a:extLst>
          </p:cNvPr>
          <p:cNvSpPr>
            <a:spLocks noGrp="1"/>
          </p:cNvSpPr>
          <p:nvPr/>
        </p:nvSpPr>
        <p:spPr>
          <a:xfrm>
            <a:off x="3638550" y="4067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보유 호흡만 사용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377AADA-6483-4ACA-9A53-10AB424DAA79}"/>
              </a:ext>
            </a:extLst>
          </p:cNvPr>
          <p:cNvSpPr>
            <a:spLocks noGrp="1"/>
          </p:cNvSpPr>
          <p:nvPr/>
        </p:nvSpPr>
        <p:spPr>
          <a:xfrm>
            <a:off x="6934200" y="1257300"/>
            <a:ext cx="4686300" cy="323850"/>
          </a:xfrm>
          <a:prstGeom prst="roundRect">
            <a:avLst>
              <a:gd name="adj" fmla="val 14706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78F8741-8950-4626-A387-8275097D2249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의심 게이지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828AB7E-A9F0-4B99-BF24-1624CC7C0D5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1047750" cy="285750"/>
          </a:xfrm>
          <a:prstGeom prst="rect">
            <a:avLst/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287FD48-2B2F-452C-9090-97E52D59744C}"/>
              </a:ext>
            </a:extLst>
          </p:cNvPr>
          <p:cNvSpPr>
            <a:spLocks noGrp="1"/>
          </p:cNvSpPr>
          <p:nvPr/>
        </p:nvSpPr>
        <p:spPr>
          <a:xfrm>
            <a:off x="8191500" y="1781175"/>
            <a:ext cx="1047750" cy="285750"/>
          </a:xfrm>
          <a:prstGeom prst="rect">
            <a:avLst/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42DEAB6-966A-4F62-B6EE-6EDF74CE700B}"/>
              </a:ext>
            </a:extLst>
          </p:cNvPr>
          <p:cNvSpPr>
            <a:spLocks noGrp="1"/>
          </p:cNvSpPr>
          <p:nvPr/>
        </p:nvSpPr>
        <p:spPr>
          <a:xfrm>
            <a:off x="9239250" y="1781175"/>
            <a:ext cx="1047750" cy="285750"/>
          </a:xfrm>
          <a:prstGeom prst="rect">
            <a:avLst/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105406B-A5C9-415F-974B-FF2BA2536574}"/>
              </a:ext>
            </a:extLst>
          </p:cNvPr>
          <p:cNvSpPr>
            <a:spLocks noGrp="1"/>
          </p:cNvSpPr>
          <p:nvPr/>
        </p:nvSpPr>
        <p:spPr>
          <a:xfrm>
            <a:off x="10287000" y="1781175"/>
            <a:ext cx="1047750" cy="285750"/>
          </a:xfrm>
          <a:prstGeom prst="rect">
            <a:avLst/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B1CDE48-7A54-46E2-BAF9-FD8CB0F938B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4191000" cy="285750"/>
          </a:xfrm>
          <a:prstGeom prst="roundRect">
            <a:avLst>
              <a:gd name="adj" fmla="val 13333"/>
            </a:avLst>
          </a:prstGeom>
          <a:noFill/>
          <a:ln w="9525">
            <a:solidFill>
              <a:srgbClr val="073B5C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BAFC3A5-9163-4BA6-B420-D12D4FBD4230}"/>
              </a:ext>
            </a:extLst>
          </p:cNvPr>
          <p:cNvSpPr>
            <a:spLocks noGrp="1"/>
          </p:cNvSpPr>
          <p:nvPr/>
        </p:nvSpPr>
        <p:spPr>
          <a:xfrm>
            <a:off x="71437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0–24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2031B65-9905-4526-9BF5-196F5CF82381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미탐지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84A1AB4-F32F-420A-AA32-7B2FD87B8803}"/>
              </a:ext>
            </a:extLst>
          </p:cNvPr>
          <p:cNvSpPr>
            <a:spLocks noGrp="1"/>
          </p:cNvSpPr>
          <p:nvPr/>
        </p:nvSpPr>
        <p:spPr>
          <a:xfrm>
            <a:off x="81915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25–49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08CB134-B3BD-4F78-913F-3E6B99474B30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BE6374-F3A2-4521-B05E-6510913C1666}"/>
              </a:ext>
            </a:extLst>
          </p:cNvPr>
          <p:cNvSpPr>
            <a:spLocks noGrp="1"/>
          </p:cNvSpPr>
          <p:nvPr/>
        </p:nvSpPr>
        <p:spPr>
          <a:xfrm>
            <a:off x="92392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50–74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01ADF3-F74B-421E-AC00-07ED4044ADC7}"/>
              </a:ext>
            </a:extLst>
          </p:cNvPr>
          <p:cNvSpPr>
            <a:spLocks noGrp="1"/>
          </p:cNvSpPr>
          <p:nvPr/>
        </p:nvSpPr>
        <p:spPr>
          <a:xfrm>
            <a:off x="92392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조사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B82325A-7A02-42A4-9B61-81166BE1F44B}"/>
              </a:ext>
            </a:extLst>
          </p:cNvPr>
          <p:cNvSpPr>
            <a:spLocks noGrp="1"/>
          </p:cNvSpPr>
          <p:nvPr/>
        </p:nvSpPr>
        <p:spPr>
          <a:xfrm>
            <a:off x="102870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75–100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682DB708-37CE-4FA3-82DB-646719224A9E}"/>
              </a:ext>
            </a:extLst>
          </p:cNvPr>
          <p:cNvSpPr>
            <a:spLocks noGrp="1"/>
          </p:cNvSpPr>
          <p:nvPr/>
        </p:nvSpPr>
        <p:spPr>
          <a:xfrm>
            <a:off x="102870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발견 / 추격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FCA477B1-8B3F-447A-9CA6-58FA6FBD9C20}"/>
              </a:ext>
            </a:extLst>
          </p:cNvPr>
          <p:cNvSpPr>
            <a:spLocks noGrp="1"/>
          </p:cNvSpPr>
          <p:nvPr/>
        </p:nvSpPr>
        <p:spPr>
          <a:xfrm>
            <a:off x="6934200" y="2743200"/>
            <a:ext cx="4686300" cy="1571625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495BE82-7BA7-4C0C-B0A8-487FFEA95309}"/>
              </a:ext>
            </a:extLst>
          </p:cNvPr>
          <p:cNvSpPr>
            <a:spLocks noGrp="1"/>
          </p:cNvSpPr>
          <p:nvPr/>
        </p:nvSpPr>
        <p:spPr>
          <a:xfrm>
            <a:off x="7200900" y="30228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C170232-214D-48AE-AF6D-E59CD9AB3D07}"/>
              </a:ext>
            </a:extLst>
          </p:cNvPr>
          <p:cNvSpPr>
            <a:spLocks noGrp="1"/>
          </p:cNvSpPr>
          <p:nvPr/>
        </p:nvSpPr>
        <p:spPr>
          <a:xfrm>
            <a:off x="7905750" y="30038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호흡·발소리·충돌 소음이 청각 범위에 들어오면 상승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6CF97CD-BDBE-4CE6-95A7-102F1D47BCEE}"/>
              </a:ext>
            </a:extLst>
          </p:cNvPr>
          <p:cNvSpPr>
            <a:spLocks noGrp="1"/>
          </p:cNvSpPr>
          <p:nvPr/>
        </p:nvSpPr>
        <p:spPr>
          <a:xfrm>
            <a:off x="7200900" y="342290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전환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4E941A6-CCB0-48ED-95D9-AC9EA87D1048}"/>
              </a:ext>
            </a:extLst>
          </p:cNvPr>
          <p:cNvSpPr>
            <a:spLocks noGrp="1"/>
          </p:cNvSpPr>
          <p:nvPr/>
        </p:nvSpPr>
        <p:spPr>
          <a:xfrm>
            <a:off x="7905750" y="340385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임계값을 넘을 때 의심 → 조사 → 추격으로 행동 변경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473FE5-B969-41E8-82D0-43F46DBB5524}"/>
              </a:ext>
            </a:extLst>
          </p:cNvPr>
          <p:cNvSpPr>
            <a:spLocks noGrp="1"/>
          </p:cNvSpPr>
          <p:nvPr/>
        </p:nvSpPr>
        <p:spPr>
          <a:xfrm>
            <a:off x="7200900" y="38229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31CAB71-DB59-43F8-B33C-A04D6B12FCF4}"/>
              </a:ext>
            </a:extLst>
          </p:cNvPr>
          <p:cNvSpPr>
            <a:spLocks noGrp="1"/>
          </p:cNvSpPr>
          <p:nvPr/>
        </p:nvSpPr>
        <p:spPr>
          <a:xfrm>
            <a:off x="7905750" y="38039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기척이 없으면 시간 경과에 따라 감소·순찰 복귀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E7D21D2-5628-4E18-A77C-AEFF27396290}"/>
              </a:ext>
            </a:extLst>
          </p:cNvPr>
          <p:cNvSpPr>
            <a:spLocks noGrp="1"/>
          </p:cNvSpPr>
          <p:nvPr/>
        </p:nvSpPr>
        <p:spPr>
          <a:xfrm>
            <a:off x="457200" y="4762500"/>
            <a:ext cx="111633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B240E20-5575-4C52-BDC6-45BB6B97A95F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1029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중복 / 덮어쓰기 규칙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2397AA-A767-4D99-A5D4-B159387C863C}"/>
              </a:ext>
            </a:extLst>
          </p:cNvPr>
          <p:cNvSpPr>
            <a:spLocks noGrp="1"/>
          </p:cNvSpPr>
          <p:nvPr/>
        </p:nvSpPr>
        <p:spPr>
          <a:xfrm>
            <a:off x="457200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706638F-69AA-44BD-BC99-4514874C196D}"/>
              </a:ext>
            </a:extLst>
          </p:cNvPr>
          <p:cNvSpPr>
            <a:spLocks noGrp="1"/>
          </p:cNvSpPr>
          <p:nvPr/>
        </p:nvSpPr>
        <p:spPr>
          <a:xfrm>
            <a:off x="4572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5418F2C-7B26-4B0F-8952-D60F5DDF54CE}"/>
              </a:ext>
            </a:extLst>
          </p:cNvPr>
          <p:cNvSpPr>
            <a:spLocks noGrp="1"/>
          </p:cNvSpPr>
          <p:nvPr/>
        </p:nvSpPr>
        <p:spPr>
          <a:xfrm>
            <a:off x="572643" y="5364861"/>
            <a:ext cx="33901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우선순위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  <a:endParaRPr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49D4C82-EECC-4028-BFB4-83577C193EB3}"/>
              </a:ext>
            </a:extLst>
          </p:cNvPr>
          <p:cNvSpPr>
            <a:spLocks noGrp="1"/>
          </p:cNvSpPr>
          <p:nvPr/>
        </p:nvSpPr>
        <p:spPr>
          <a:xfrm>
            <a:off x="4228338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8B8F697-B17B-4975-B5D3-5DAE5A00547D}"/>
              </a:ext>
            </a:extLst>
          </p:cNvPr>
          <p:cNvSpPr>
            <a:spLocks noGrp="1"/>
          </p:cNvSpPr>
          <p:nvPr/>
        </p:nvSpPr>
        <p:spPr>
          <a:xfrm>
            <a:off x="42291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47FB78-AC1F-4C50-A475-D830BA1DA07C}"/>
              </a:ext>
            </a:extLst>
          </p:cNvPr>
          <p:cNvSpPr>
            <a:spLocks noGrp="1"/>
          </p:cNvSpPr>
          <p:nvPr/>
        </p:nvSpPr>
        <p:spPr>
          <a:xfrm>
            <a:off x="4362831" y="5364861"/>
            <a:ext cx="33520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동일 단계 중복  안전 한계는 최저값 적용 · 자극도는 누적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0326957-1D8C-4B6A-8205-F4432892F103}"/>
              </a:ext>
            </a:extLst>
          </p:cNvPr>
          <p:cNvSpPr>
            <a:spLocks noGrp="1"/>
          </p:cNvSpPr>
          <p:nvPr/>
        </p:nvSpPr>
        <p:spPr>
          <a:xfrm>
            <a:off x="7999476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9994C3C-6228-4252-A68B-056346FA69AA}"/>
              </a:ext>
            </a:extLst>
          </p:cNvPr>
          <p:cNvSpPr>
            <a:spLocks noGrp="1"/>
          </p:cNvSpPr>
          <p:nvPr/>
        </p:nvSpPr>
        <p:spPr>
          <a:xfrm>
            <a:off x="7999476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1B9E7A-A1F0-45AC-8CEC-2460F02AE170}"/>
              </a:ext>
            </a:extLst>
          </p:cNvPr>
          <p:cNvSpPr>
            <a:spLocks noGrp="1"/>
          </p:cNvSpPr>
          <p:nvPr/>
        </p:nvSpPr>
        <p:spPr>
          <a:xfrm>
            <a:off x="8454390" y="5248275"/>
            <a:ext cx="244906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구역 이탈</a:t>
            </a:r>
            <a:r>
              <a:rPr 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</a:t>
            </a: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환경 효과 해제</a:t>
            </a:r>
            <a:r>
              <a:rPr 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</a:p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 누적된 자극도는 시간에 따라 감소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BCDA269-C267-4BCE-BF56-2834A48C7F17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9841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>
            <a:extLst>
              <a:ext uri="{FF2B5EF4-FFF2-40B4-BE49-F238E27FC236}">
                <a16:creationId xmlns:a16="http://schemas.microsoft.com/office/drawing/2014/main" id="{6EB57ACE-C6F2-46FB-9D14-BB9F6FE590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9F3C63D-571C-4BCE-BC37-BC20612D7DCE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4C9F5D-6276-44A7-8958-15D82899D9E4}"/>
              </a:ext>
            </a:extLst>
          </p:cNvPr>
          <p:cNvSpPr>
            <a:spLocks noGrp="1"/>
          </p:cNvSpPr>
          <p:nvPr/>
        </p:nvSpPr>
        <p:spPr>
          <a:xfrm>
            <a:off x="514350" y="14478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1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1DF36B-299F-442D-9D53-7796E8E54CF9}"/>
              </a:ext>
            </a:extLst>
          </p:cNvPr>
          <p:cNvSpPr>
            <a:spLocks noGrp="1"/>
          </p:cNvSpPr>
          <p:nvPr/>
        </p:nvSpPr>
        <p:spPr>
          <a:xfrm>
            <a:off x="933450" y="1409700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전이 흐름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5059CE5-956D-4785-899E-8D05041CC266}"/>
              </a:ext>
            </a:extLst>
          </p:cNvPr>
          <p:cNvSpPr>
            <a:spLocks noGrp="1"/>
          </p:cNvSpPr>
          <p:nvPr/>
        </p:nvSpPr>
        <p:spPr>
          <a:xfrm>
            <a:off x="933450" y="1822355"/>
            <a:ext cx="3015114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6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끊으면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의심도가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감소해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6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순찰로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복귀함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2771D2-050B-4655-9AE0-B68D44547AD2}"/>
              </a:ext>
            </a:extLst>
          </p:cNvPr>
          <p:cNvSpPr>
            <a:spLocks noGrp="1"/>
          </p:cNvSpPr>
          <p:nvPr/>
        </p:nvSpPr>
        <p:spPr>
          <a:xfrm>
            <a:off x="4725652" y="1781421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60253-EB63-4ABB-8152-9300B5AC3EF3}"/>
              </a:ext>
            </a:extLst>
          </p:cNvPr>
          <p:cNvSpPr>
            <a:spLocks noGrp="1"/>
          </p:cNvSpPr>
          <p:nvPr/>
        </p:nvSpPr>
        <p:spPr>
          <a:xfrm>
            <a:off x="6375841" y="1781421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41F831-4AB3-4663-A646-A3DA7E32601E}"/>
              </a:ext>
            </a:extLst>
          </p:cNvPr>
          <p:cNvSpPr>
            <a:spLocks noGrp="1"/>
          </p:cNvSpPr>
          <p:nvPr/>
        </p:nvSpPr>
        <p:spPr>
          <a:xfrm>
            <a:off x="8039068" y="1780348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D25AD7-90BA-4486-8A1F-707A5BBE3FD7}"/>
              </a:ext>
            </a:extLst>
          </p:cNvPr>
          <p:cNvSpPr>
            <a:spLocks noGrp="1"/>
          </p:cNvSpPr>
          <p:nvPr/>
        </p:nvSpPr>
        <p:spPr>
          <a:xfrm>
            <a:off x="9693129" y="1780348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DF2D9AD-C105-4282-B746-2BA83049A4C2}"/>
              </a:ext>
            </a:extLst>
          </p:cNvPr>
          <p:cNvSpPr>
            <a:spLocks noGrp="1"/>
          </p:cNvSpPr>
          <p:nvPr/>
        </p:nvSpPr>
        <p:spPr>
          <a:xfrm>
            <a:off x="514350" y="31242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1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2035FC-75D1-4599-B0D7-43A6C747B2E9}"/>
              </a:ext>
            </a:extLst>
          </p:cNvPr>
          <p:cNvSpPr>
            <a:spLocks noGrp="1"/>
          </p:cNvSpPr>
          <p:nvPr/>
        </p:nvSpPr>
        <p:spPr>
          <a:xfrm>
            <a:off x="933450" y="30861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공간 예시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31D36A-9D7A-41AE-A5E4-280077871ED0}"/>
              </a:ext>
            </a:extLst>
          </p:cNvPr>
          <p:cNvSpPr>
            <a:spLocks noGrp="1"/>
          </p:cNvSpPr>
          <p:nvPr/>
        </p:nvSpPr>
        <p:spPr>
          <a:xfrm>
            <a:off x="933450" y="3495335"/>
            <a:ext cx="2150409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청각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범위와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시야·엄폐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관계에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따른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00DDDC44-8F59-4735-8F4E-7C239C33B8E0}"/>
              </a:ext>
            </a:extLst>
          </p:cNvPr>
          <p:cNvSpPr>
            <a:spLocks noGrp="1"/>
          </p:cNvSpPr>
          <p:nvPr/>
        </p:nvSpPr>
        <p:spPr>
          <a:xfrm>
            <a:off x="2222950" y="6012879"/>
            <a:ext cx="7746100" cy="360177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소음·발소리·충돌음은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별도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계산하며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겹치면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반경이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감소함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537D932E-9490-4B87-BAB5-65E7973634F3}"/>
              </a:ext>
            </a:extLst>
          </p:cNvPr>
          <p:cNvSpPr>
            <a:spLocks noGrp="1"/>
          </p:cNvSpPr>
          <p:nvPr/>
        </p:nvSpPr>
        <p:spPr>
          <a:xfrm>
            <a:off x="457200" y="366713"/>
            <a:ext cx="285750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적 AI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3" name="Shape 4">
            <a:extLst>
              <a:ext uri="{FF2B5EF4-FFF2-40B4-BE49-F238E27FC236}">
                <a16:creationId xmlns:a16="http://schemas.microsoft.com/office/drawing/2014/main" id="{757FDA1E-13C2-4753-96A4-92FBA4DC76CE}"/>
              </a:ext>
            </a:extLst>
          </p:cNvPr>
          <p:cNvSpPr/>
          <p:nvPr/>
        </p:nvSpPr>
        <p:spPr>
          <a:xfrm>
            <a:off x="3352099" y="530345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349B3AC7-C90B-45C3-B4B4-CEC7D2246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3447783" y="3324898"/>
            <a:ext cx="2288792" cy="1695572"/>
          </a:xfrm>
          <a:prstGeom prst="rect">
            <a:avLst/>
          </a:prstGeom>
        </p:spPr>
      </p:pic>
      <p:sp>
        <p:nvSpPr>
          <p:cNvPr id="95" name="Shape 4">
            <a:extLst>
              <a:ext uri="{FF2B5EF4-FFF2-40B4-BE49-F238E27FC236}">
                <a16:creationId xmlns:a16="http://schemas.microsoft.com/office/drawing/2014/main" id="{226ABB4C-ED36-41CA-B159-3F13B4921705}"/>
              </a:ext>
            </a:extLst>
          </p:cNvPr>
          <p:cNvSpPr/>
          <p:nvPr/>
        </p:nvSpPr>
        <p:spPr>
          <a:xfrm>
            <a:off x="3295650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67FCF8B-0D5C-4486-BE0F-6DB8056CB6D2}"/>
              </a:ext>
            </a:extLst>
          </p:cNvPr>
          <p:cNvSpPr/>
          <p:nvPr/>
        </p:nvSpPr>
        <p:spPr>
          <a:xfrm>
            <a:off x="4273216" y="3614751"/>
            <a:ext cx="1336697" cy="133669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9D0E425-D7A3-4E7E-BE50-1D6A504A6499}"/>
              </a:ext>
            </a:extLst>
          </p:cNvPr>
          <p:cNvSpPr/>
          <p:nvPr/>
        </p:nvSpPr>
        <p:spPr>
          <a:xfrm>
            <a:off x="4861713" y="4198119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6C37814-2736-4A08-A850-A6A37BB44116}"/>
              </a:ext>
            </a:extLst>
          </p:cNvPr>
          <p:cNvSpPr txBox="1"/>
          <p:nvPr/>
        </p:nvSpPr>
        <p:spPr>
          <a:xfrm>
            <a:off x="3658889" y="3045111"/>
            <a:ext cx="186657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범위 겹침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5CD50E5F-E34A-4A03-BC32-B7B7D8ECA260}"/>
              </a:ext>
            </a:extLst>
          </p:cNvPr>
          <p:cNvSpPr/>
          <p:nvPr/>
        </p:nvSpPr>
        <p:spPr>
          <a:xfrm>
            <a:off x="3438221" y="3064713"/>
            <a:ext cx="220148" cy="220148"/>
          </a:xfrm>
          <a:prstGeom prst="ellipse">
            <a:avLst/>
          </a:prstGeom>
          <a:solidFill>
            <a:srgbClr val="84C4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6C754C6-72EC-482F-BBF7-D1284A9CB8BD}"/>
              </a:ext>
            </a:extLst>
          </p:cNvPr>
          <p:cNvSpPr txBox="1"/>
          <p:nvPr/>
        </p:nvSpPr>
        <p:spPr>
          <a:xfrm>
            <a:off x="3506208" y="5060507"/>
            <a:ext cx="133911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 소음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6AF9397-49FC-4722-B53B-D97918F6E4F3}"/>
              </a:ext>
            </a:extLst>
          </p:cNvPr>
          <p:cNvSpPr/>
          <p:nvPr/>
        </p:nvSpPr>
        <p:spPr>
          <a:xfrm flipV="1">
            <a:off x="3438221" y="5115631"/>
            <a:ext cx="135974" cy="135974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8E33E34E-A450-4424-A824-F7251053D506}"/>
              </a:ext>
            </a:extLst>
          </p:cNvPr>
          <p:cNvSpPr/>
          <p:nvPr/>
        </p:nvSpPr>
        <p:spPr>
          <a:xfrm>
            <a:off x="4791086" y="5115630"/>
            <a:ext cx="135975" cy="135974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E23CA1-9D7F-4144-BDED-8C86151A83F4}"/>
              </a:ext>
            </a:extLst>
          </p:cNvPr>
          <p:cNvSpPr txBox="1"/>
          <p:nvPr/>
        </p:nvSpPr>
        <p:spPr>
          <a:xfrm>
            <a:off x="4861714" y="5060507"/>
            <a:ext cx="95222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탐지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10472D-BAC4-43A4-AF0E-B9746277DC76}"/>
              </a:ext>
            </a:extLst>
          </p:cNvPr>
          <p:cNvSpPr txBox="1"/>
          <p:nvPr/>
        </p:nvSpPr>
        <p:spPr>
          <a:xfrm>
            <a:off x="4001734" y="5226953"/>
            <a:ext cx="1171700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청각 감지 발생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98846CFC-5F86-4A07-A12F-320B7E4C2A9F}"/>
              </a:ext>
            </a:extLst>
          </p:cNvPr>
          <p:cNvSpPr/>
          <p:nvPr/>
        </p:nvSpPr>
        <p:spPr>
          <a:xfrm>
            <a:off x="6085999" y="530236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834C9A6F-D5B7-4F0E-9A3C-1EE54C46A7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6183411" y="3324898"/>
            <a:ext cx="2288792" cy="1695572"/>
          </a:xfrm>
          <a:prstGeom prst="rect">
            <a:avLst/>
          </a:prstGeom>
        </p:spPr>
      </p:pic>
      <p:sp>
        <p:nvSpPr>
          <p:cNvPr id="109" name="Shape 4">
            <a:extLst>
              <a:ext uri="{FF2B5EF4-FFF2-40B4-BE49-F238E27FC236}">
                <a16:creationId xmlns:a16="http://schemas.microsoft.com/office/drawing/2014/main" id="{7D441702-2AF5-49ED-B4ED-B96916EB85B7}"/>
              </a:ext>
            </a:extLst>
          </p:cNvPr>
          <p:cNvSpPr/>
          <p:nvPr/>
        </p:nvSpPr>
        <p:spPr>
          <a:xfrm>
            <a:off x="6031278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AE2F64D4-F9DF-42C6-A3BB-AE4E7C662BDF}"/>
              </a:ext>
            </a:extLst>
          </p:cNvPr>
          <p:cNvSpPr/>
          <p:nvPr/>
        </p:nvSpPr>
        <p:spPr>
          <a:xfrm>
            <a:off x="6173849" y="3064549"/>
            <a:ext cx="220148" cy="220148"/>
          </a:xfrm>
          <a:prstGeom prst="ellipse">
            <a:avLst/>
          </a:prstGeom>
          <a:solidFill>
            <a:srgbClr val="967E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10F1376-2997-47C3-A254-A24888E72EC8}"/>
              </a:ext>
            </a:extLst>
          </p:cNvPr>
          <p:cNvSpPr txBox="1"/>
          <p:nvPr/>
        </p:nvSpPr>
        <p:spPr>
          <a:xfrm>
            <a:off x="6283923" y="5057972"/>
            <a:ext cx="10421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조사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1231A13-A0DD-4353-A7EF-CF44A7BF7F96}"/>
              </a:ext>
            </a:extLst>
          </p:cNvPr>
          <p:cNvSpPr txBox="1"/>
          <p:nvPr/>
        </p:nvSpPr>
        <p:spPr>
          <a:xfrm>
            <a:off x="7516600" y="5060506"/>
            <a:ext cx="11334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이동 경로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B552B1E-3C4A-4235-9C27-3C9879402D20}"/>
              </a:ext>
            </a:extLst>
          </p:cNvPr>
          <p:cNvSpPr txBox="1"/>
          <p:nvPr/>
        </p:nvSpPr>
        <p:spPr>
          <a:xfrm>
            <a:off x="6740228" y="5226953"/>
            <a:ext cx="1171700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위치 조사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C5127-4D87-43FD-8632-4D4F898826D8}"/>
              </a:ext>
            </a:extLst>
          </p:cNvPr>
          <p:cNvSpPr txBox="1"/>
          <p:nvPr/>
        </p:nvSpPr>
        <p:spPr>
          <a:xfrm>
            <a:off x="6385085" y="3037403"/>
            <a:ext cx="1963170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 단계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F7D3794-2B55-479C-8C96-B1F8B9DFFFC0}"/>
              </a:ext>
            </a:extLst>
          </p:cNvPr>
          <p:cNvSpPr txBox="1"/>
          <p:nvPr/>
        </p:nvSpPr>
        <p:spPr>
          <a:xfrm>
            <a:off x="6292988" y="4024546"/>
            <a:ext cx="777117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발생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지점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DEA472C6-A258-4FFD-8EE6-F9233A7B6225}"/>
              </a:ext>
            </a:extLst>
          </p:cNvPr>
          <p:cNvSpPr/>
          <p:nvPr/>
        </p:nvSpPr>
        <p:spPr>
          <a:xfrm>
            <a:off x="6185845" y="5107968"/>
            <a:ext cx="146231" cy="146230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AD3AA24B-2D1E-4034-A321-49C8A1CC5CC5}"/>
              </a:ext>
            </a:extLst>
          </p:cNvPr>
          <p:cNvCxnSpPr>
            <a:cxnSpLocks/>
          </p:cNvCxnSpPr>
          <p:nvPr/>
        </p:nvCxnSpPr>
        <p:spPr>
          <a:xfrm flipH="1">
            <a:off x="7366670" y="5176745"/>
            <a:ext cx="208407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타원 95">
            <a:extLst>
              <a:ext uri="{FF2B5EF4-FFF2-40B4-BE49-F238E27FC236}">
                <a16:creationId xmlns:a16="http://schemas.microsoft.com/office/drawing/2014/main" id="{D2D1C2CA-DBEC-438A-BB07-9E8ED47C0EFD}"/>
              </a:ext>
            </a:extLst>
          </p:cNvPr>
          <p:cNvSpPr/>
          <p:nvPr/>
        </p:nvSpPr>
        <p:spPr>
          <a:xfrm flipV="1">
            <a:off x="3626511" y="3759649"/>
            <a:ext cx="917617" cy="917617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39C8DE4-9DA6-4E92-90B4-C06B3FCA8E5A}"/>
              </a:ext>
            </a:extLst>
          </p:cNvPr>
          <p:cNvSpPr/>
          <p:nvPr/>
        </p:nvSpPr>
        <p:spPr>
          <a:xfrm>
            <a:off x="4021557" y="4153730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3B7EBF8-57CD-3027-3F3B-BED99A5704FB}"/>
              </a:ext>
            </a:extLst>
          </p:cNvPr>
          <p:cNvSpPr/>
          <p:nvPr/>
        </p:nvSpPr>
        <p:spPr>
          <a:xfrm flipV="1">
            <a:off x="6550604" y="3679132"/>
            <a:ext cx="273842" cy="273842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548A083-C694-9F81-BC3B-9821B117470B}"/>
              </a:ext>
            </a:extLst>
          </p:cNvPr>
          <p:cNvSpPr/>
          <p:nvPr/>
        </p:nvSpPr>
        <p:spPr>
          <a:xfrm>
            <a:off x="6622800" y="3756113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7D1501EB-A271-BC94-6BC8-75537A63B83F}"/>
              </a:ext>
            </a:extLst>
          </p:cNvPr>
          <p:cNvSpPr/>
          <p:nvPr/>
        </p:nvSpPr>
        <p:spPr>
          <a:xfrm flipV="1">
            <a:off x="6482684" y="3611032"/>
            <a:ext cx="409684" cy="409684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996E85F2-84F5-51BC-C769-DD63894DED57}"/>
              </a:ext>
            </a:extLst>
          </p:cNvPr>
          <p:cNvSpPr/>
          <p:nvPr/>
        </p:nvSpPr>
        <p:spPr>
          <a:xfrm>
            <a:off x="7023336" y="3619007"/>
            <a:ext cx="1322538" cy="1322533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48C66CF-EF3C-1930-69BB-AC91317AA88C}"/>
              </a:ext>
            </a:extLst>
          </p:cNvPr>
          <p:cNvCxnSpPr>
            <a:cxnSpLocks/>
          </p:cNvCxnSpPr>
          <p:nvPr/>
        </p:nvCxnSpPr>
        <p:spPr>
          <a:xfrm flipH="1" flipV="1">
            <a:off x="6975711" y="3952974"/>
            <a:ext cx="731417" cy="34651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9241A0E-E8B5-9424-0A0A-17692109FD63}"/>
              </a:ext>
            </a:extLst>
          </p:cNvPr>
          <p:cNvGrpSpPr/>
          <p:nvPr/>
        </p:nvGrpSpPr>
        <p:grpSpPr>
          <a:xfrm rot="20319293">
            <a:off x="6726748" y="3784859"/>
            <a:ext cx="207221" cy="207221"/>
            <a:chOff x="7301899" y="3782184"/>
            <a:chExt cx="145256" cy="145256"/>
          </a:xfrm>
        </p:grpSpPr>
        <p:sp>
          <p:nvSpPr>
            <p:cNvPr id="46" name="원호 45">
              <a:extLst>
                <a:ext uri="{FF2B5EF4-FFF2-40B4-BE49-F238E27FC236}">
                  <a16:creationId xmlns:a16="http://schemas.microsoft.com/office/drawing/2014/main" id="{D813DB76-4BB3-5BBE-814A-AFAEE59E2C51}"/>
                </a:ext>
              </a:extLst>
            </p:cNvPr>
            <p:cNvSpPr/>
            <p:nvPr/>
          </p:nvSpPr>
          <p:spPr>
            <a:xfrm rot="5400000">
              <a:off x="7301899" y="3782184"/>
              <a:ext cx="145256" cy="145256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원호 48">
              <a:extLst>
                <a:ext uri="{FF2B5EF4-FFF2-40B4-BE49-F238E27FC236}">
                  <a16:creationId xmlns:a16="http://schemas.microsoft.com/office/drawing/2014/main" id="{EF4DCD3C-AFFD-5ABA-2501-28E3CE25D355}"/>
                </a:ext>
              </a:extLst>
            </p:cNvPr>
            <p:cNvSpPr/>
            <p:nvPr/>
          </p:nvSpPr>
          <p:spPr>
            <a:xfrm rot="5400000">
              <a:off x="7325153" y="3805437"/>
              <a:ext cx="96367" cy="96367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원호 50">
              <a:extLst>
                <a:ext uri="{FF2B5EF4-FFF2-40B4-BE49-F238E27FC236}">
                  <a16:creationId xmlns:a16="http://schemas.microsoft.com/office/drawing/2014/main" id="{F8B261CF-7AF2-12CD-5741-7BEF96F7831F}"/>
                </a:ext>
              </a:extLst>
            </p:cNvPr>
            <p:cNvSpPr/>
            <p:nvPr/>
          </p:nvSpPr>
          <p:spPr>
            <a:xfrm rot="5400000">
              <a:off x="7346231" y="3826501"/>
              <a:ext cx="51855" cy="51855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BBA8CC2C-06C0-8539-1AD2-7252148E373A}"/>
                </a:ext>
              </a:extLst>
            </p:cNvPr>
            <p:cNvSpPr/>
            <p:nvPr/>
          </p:nvSpPr>
          <p:spPr>
            <a:xfrm>
              <a:off x="7363158" y="3840383"/>
              <a:ext cx="18000" cy="18000"/>
            </a:xfrm>
            <a:prstGeom prst="ellipse">
              <a:avLst/>
            </a:prstGeom>
            <a:solidFill>
              <a:srgbClr val="6DD9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260C22B-C70F-129A-FA20-03B98F67E543}"/>
              </a:ext>
            </a:extLst>
          </p:cNvPr>
          <p:cNvSpPr/>
          <p:nvPr/>
        </p:nvSpPr>
        <p:spPr>
          <a:xfrm>
            <a:off x="7600001" y="4205966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18070F26-F60A-EAE1-9C5D-1FB6DA85877F}"/>
              </a:ext>
            </a:extLst>
          </p:cNvPr>
          <p:cNvSpPr/>
          <p:nvPr/>
        </p:nvSpPr>
        <p:spPr>
          <a:xfrm>
            <a:off x="8818801" y="530236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8D49B">
              <a:alpha val="30000"/>
            </a:srgbClr>
          </a:solidFill>
          <a:ln w="12700">
            <a:solidFill>
              <a:srgbClr val="F8D49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6FC1F4D8-5D6F-0E19-C29A-8C2EBB658B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8916213" y="3324898"/>
            <a:ext cx="2288792" cy="1695572"/>
          </a:xfrm>
          <a:prstGeom prst="rect">
            <a:avLst/>
          </a:prstGeom>
        </p:spPr>
      </p:pic>
      <p:sp>
        <p:nvSpPr>
          <p:cNvPr id="59" name="Shape 4">
            <a:extLst>
              <a:ext uri="{FF2B5EF4-FFF2-40B4-BE49-F238E27FC236}">
                <a16:creationId xmlns:a16="http://schemas.microsoft.com/office/drawing/2014/main" id="{8796A6A7-4E5A-248B-7E21-989C140934BF}"/>
              </a:ext>
            </a:extLst>
          </p:cNvPr>
          <p:cNvSpPr/>
          <p:nvPr/>
        </p:nvSpPr>
        <p:spPr>
          <a:xfrm>
            <a:off x="8764080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20A9190-B235-3638-F924-C51BBFB8D193}"/>
              </a:ext>
            </a:extLst>
          </p:cNvPr>
          <p:cNvSpPr/>
          <p:nvPr/>
        </p:nvSpPr>
        <p:spPr>
          <a:xfrm>
            <a:off x="8906651" y="3064549"/>
            <a:ext cx="220148" cy="220148"/>
          </a:xfrm>
          <a:prstGeom prst="ellipse">
            <a:avLst/>
          </a:prstGeom>
          <a:solidFill>
            <a:srgbClr val="F8D4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6C89CB-B87B-487D-F921-279D1425B80A}"/>
              </a:ext>
            </a:extLst>
          </p:cNvPr>
          <p:cNvSpPr txBox="1"/>
          <p:nvPr/>
        </p:nvSpPr>
        <p:spPr>
          <a:xfrm>
            <a:off x="9016725" y="5057972"/>
            <a:ext cx="10421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 시야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ACBB52-99FE-FBC1-4E71-8270539FBCCF}"/>
              </a:ext>
            </a:extLst>
          </p:cNvPr>
          <p:cNvSpPr txBox="1"/>
          <p:nvPr/>
        </p:nvSpPr>
        <p:spPr>
          <a:xfrm>
            <a:off x="10249402" y="5060506"/>
            <a:ext cx="11334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시야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6C374F-EB6E-3EE4-D9DA-AD647EA43EFF}"/>
              </a:ext>
            </a:extLst>
          </p:cNvPr>
          <p:cNvSpPr txBox="1"/>
          <p:nvPr/>
        </p:nvSpPr>
        <p:spPr>
          <a:xfrm>
            <a:off x="9117887" y="3037403"/>
            <a:ext cx="1963170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엄폐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발견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9678816-1C8D-72FD-A73B-BD3E4EBA739B}"/>
              </a:ext>
            </a:extLst>
          </p:cNvPr>
          <p:cNvSpPr txBox="1"/>
          <p:nvPr/>
        </p:nvSpPr>
        <p:spPr>
          <a:xfrm>
            <a:off x="8964142" y="4529561"/>
            <a:ext cx="77711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640420CD-4AA6-B15B-AA33-A381B0D08769}"/>
              </a:ext>
            </a:extLst>
          </p:cNvPr>
          <p:cNvCxnSpPr>
            <a:cxnSpLocks/>
          </p:cNvCxnSpPr>
          <p:nvPr/>
        </p:nvCxnSpPr>
        <p:spPr>
          <a:xfrm flipH="1">
            <a:off x="10175875" y="5176745"/>
            <a:ext cx="132004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2A3A3F7-E0AD-F290-29F5-6FFC47C7EAE8}"/>
              </a:ext>
            </a:extLst>
          </p:cNvPr>
          <p:cNvSpPr/>
          <p:nvPr/>
        </p:nvSpPr>
        <p:spPr>
          <a:xfrm>
            <a:off x="10528048" y="3731270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B74D533E-8A99-733A-9FD6-A1E16A77A05D}"/>
              </a:ext>
            </a:extLst>
          </p:cNvPr>
          <p:cNvSpPr/>
          <p:nvPr/>
        </p:nvSpPr>
        <p:spPr>
          <a:xfrm>
            <a:off x="4947157" y="1447800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EDE4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소음 감지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발생 위치 기록</a:t>
            </a: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C73C3A9B-E5B9-5DC6-25F8-162463F90C95}"/>
              </a:ext>
            </a:extLst>
          </p:cNvPr>
          <p:cNvSpPr/>
          <p:nvPr/>
        </p:nvSpPr>
        <p:spPr>
          <a:xfrm>
            <a:off x="3295650" y="1447800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D9F5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 err="1">
                <a:solidFill>
                  <a:sysClr val="windowText" lastClr="000000"/>
                </a:solidFill>
              </a:rPr>
              <a:t>미탐지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평상시 순찰</a:t>
            </a: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904E3BEE-932F-8A2F-B4F5-7AE1F7967B28}"/>
              </a:ext>
            </a:extLst>
          </p:cNvPr>
          <p:cNvSpPr/>
          <p:nvPr/>
        </p:nvSpPr>
        <p:spPr>
          <a:xfrm>
            <a:off x="8250172" y="1450975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위치 조사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소리 위치 확인</a:t>
            </a: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C5D9DC01-CFCF-5986-FFF7-5D855112EDE7}"/>
              </a:ext>
            </a:extLst>
          </p:cNvPr>
          <p:cNvSpPr/>
          <p:nvPr/>
        </p:nvSpPr>
        <p:spPr>
          <a:xfrm>
            <a:off x="9901680" y="1452563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FFE3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발견 </a:t>
            </a:r>
            <a:r>
              <a:rPr lang="en-US" altLang="ko-KR" sz="1000" b="1" dirty="0">
                <a:solidFill>
                  <a:sysClr val="windowText" lastClr="000000"/>
                </a:solidFill>
              </a:rPr>
              <a:t>/ </a:t>
            </a:r>
            <a:r>
              <a:rPr lang="ko-KR" altLang="en-US" sz="1000" b="1" dirty="0">
                <a:solidFill>
                  <a:sysClr val="windowText" lastClr="000000"/>
                </a:solidFill>
              </a:rPr>
              <a:t>추격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시야 확보 시 공격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E1B017D1-D89B-7D51-2951-C37F840D7016}"/>
              </a:ext>
            </a:extLst>
          </p:cNvPr>
          <p:cNvSpPr/>
          <p:nvPr/>
        </p:nvSpPr>
        <p:spPr>
          <a:xfrm>
            <a:off x="6598665" y="1450975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의심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낮은 의심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DB020E3-D5E9-3DFE-2091-EC491A7C521F}"/>
              </a:ext>
            </a:extLst>
          </p:cNvPr>
          <p:cNvSpPr txBox="1"/>
          <p:nvPr/>
        </p:nvSpPr>
        <p:spPr>
          <a:xfrm>
            <a:off x="8734864" y="5226953"/>
            <a:ext cx="2648032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엄폐물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있음→</a:t>
            </a:r>
            <a:r>
              <a:rPr lang="ko-KR" altLang="en-US" sz="1000" dirty="0" err="1">
                <a:solidFill>
                  <a:srgbClr val="1A6DB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미발견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｜ 시야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확보→</a:t>
            </a:r>
            <a:r>
              <a:rPr lang="ko-KR" altLang="en-US" sz="1000" dirty="0" err="1">
                <a:solidFill>
                  <a:srgbClr val="C91D2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추격</a:t>
            </a:r>
            <a:endParaRPr lang="en-US" altLang="ko-KR" sz="1000" dirty="0">
              <a:solidFill>
                <a:srgbClr val="C91D2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FBCA5BF4-52C1-5362-CBA7-4C051A9868E3}"/>
              </a:ext>
            </a:extLst>
          </p:cNvPr>
          <p:cNvSpPr/>
          <p:nvPr/>
        </p:nvSpPr>
        <p:spPr>
          <a:xfrm flipV="1">
            <a:off x="9214986" y="4207846"/>
            <a:ext cx="273842" cy="273842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615E2F2B-48EB-F096-696D-D4EF5F839A8E}"/>
              </a:ext>
            </a:extLst>
          </p:cNvPr>
          <p:cNvSpPr/>
          <p:nvPr/>
        </p:nvSpPr>
        <p:spPr>
          <a:xfrm>
            <a:off x="9287182" y="4284827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13A12BAD-6097-92BD-8DB4-0B82E65BF3D0}"/>
              </a:ext>
            </a:extLst>
          </p:cNvPr>
          <p:cNvSpPr/>
          <p:nvPr/>
        </p:nvSpPr>
        <p:spPr>
          <a:xfrm flipV="1">
            <a:off x="9147066" y="4139746"/>
            <a:ext cx="409684" cy="409684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6A0A789A-6557-2405-78AB-D0F0C953BBCA}"/>
              </a:ext>
            </a:extLst>
          </p:cNvPr>
          <p:cNvSpPr/>
          <p:nvPr/>
        </p:nvSpPr>
        <p:spPr>
          <a:xfrm>
            <a:off x="9752138" y="3881134"/>
            <a:ext cx="261812" cy="659116"/>
          </a:xfrm>
          <a:prstGeom prst="rect">
            <a:avLst/>
          </a:prstGeom>
          <a:solidFill>
            <a:srgbClr val="B5B5B5"/>
          </a:solidFill>
          <a:ln>
            <a:solidFill>
              <a:srgbClr val="7979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9" name="그림 158">
            <a:extLst>
              <a:ext uri="{FF2B5EF4-FFF2-40B4-BE49-F238E27FC236}">
                <a16:creationId xmlns:a16="http://schemas.microsoft.com/office/drawing/2014/main" id="{3235E88E-D658-D1AC-8426-2AD12C5996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63" t="42138" r="4038" b="15904"/>
          <a:stretch>
            <a:fillRect/>
          </a:stretch>
        </p:blipFill>
        <p:spPr>
          <a:xfrm>
            <a:off x="5417584" y="3271785"/>
            <a:ext cx="3350827" cy="2877504"/>
          </a:xfrm>
          <a:prstGeom prst="rect">
            <a:avLst/>
          </a:prstGeom>
        </p:spPr>
      </p:pic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90A77B9-3266-16DD-05EE-1E658617EE66}"/>
              </a:ext>
            </a:extLst>
          </p:cNvPr>
          <p:cNvCxnSpPr>
            <a:cxnSpLocks/>
          </p:cNvCxnSpPr>
          <p:nvPr/>
        </p:nvCxnSpPr>
        <p:spPr>
          <a:xfrm flipH="1">
            <a:off x="8909863" y="5176745"/>
            <a:ext cx="165890" cy="0"/>
          </a:xfrm>
          <a:prstGeom prst="straightConnector1">
            <a:avLst/>
          </a:prstGeom>
          <a:ln w="12700">
            <a:solidFill>
              <a:srgbClr val="89D3C6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01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9118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>
            <a:extLst>
              <a:ext uri="{FF2B5EF4-FFF2-40B4-BE49-F238E27FC236}">
                <a16:creationId xmlns:a16="http://schemas.microsoft.com/office/drawing/2014/main" id="{241AFEE7-B1DB-4024-B288-8DEF1257CD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2047B8B6-801B-477E-B342-1AA1071CBD5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0299336-002D-40C9-A6CD-7D331BBA6BE1}"/>
              </a:ext>
            </a:extLst>
          </p:cNvPr>
          <p:cNvSpPr>
            <a:spLocks noGrp="1"/>
          </p:cNvSpPr>
          <p:nvPr/>
        </p:nvSpPr>
        <p:spPr>
          <a:xfrm>
            <a:off x="457200" y="347663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시스템 플로우 차트</a:t>
            </a:r>
          </a:p>
        </p:txBody>
      </p:sp>
      <p:sp>
        <p:nvSpPr>
          <p:cNvPr id="84" name="Text 15">
            <a:extLst>
              <a:ext uri="{FF2B5EF4-FFF2-40B4-BE49-F238E27FC236}">
                <a16:creationId xmlns:a16="http://schemas.microsoft.com/office/drawing/2014/main" id="{DE9A7E39-5578-41AF-9048-4DFFACC445F9}"/>
              </a:ext>
            </a:extLst>
          </p:cNvPr>
          <p:cNvSpPr/>
          <p:nvPr/>
        </p:nvSpPr>
        <p:spPr>
          <a:xfrm>
            <a:off x="551790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" name="Text 15">
            <a:extLst>
              <a:ext uri="{FF2B5EF4-FFF2-40B4-BE49-F238E27FC236}">
                <a16:creationId xmlns:a16="http://schemas.microsoft.com/office/drawing/2014/main" id="{0B005191-7FAA-48BB-A107-9D1C2FF448C4}"/>
              </a:ext>
            </a:extLst>
          </p:cNvPr>
          <p:cNvSpPr/>
          <p:nvPr/>
        </p:nvSpPr>
        <p:spPr>
          <a:xfrm>
            <a:off x="1812742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순서도: 문서 85">
            <a:extLst>
              <a:ext uri="{FF2B5EF4-FFF2-40B4-BE49-F238E27FC236}">
                <a16:creationId xmlns:a16="http://schemas.microsoft.com/office/drawing/2014/main" id="{B7A879E0-825F-45EE-B3E5-502EF1A82C54}"/>
              </a:ext>
            </a:extLst>
          </p:cNvPr>
          <p:cNvSpPr/>
          <p:nvPr/>
        </p:nvSpPr>
        <p:spPr>
          <a:xfrm>
            <a:off x="3073694" y="153544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4E11CD25-811E-45CA-9868-C81087D525B6}"/>
              </a:ext>
            </a:extLst>
          </p:cNvPr>
          <p:cNvSpPr/>
          <p:nvPr/>
        </p:nvSpPr>
        <p:spPr>
          <a:xfrm>
            <a:off x="4734095" y="1449619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2FA279F8-C121-44D0-854B-F8A24D2C7753}"/>
              </a:ext>
            </a:extLst>
          </p:cNvPr>
          <p:cNvSpPr/>
          <p:nvPr/>
        </p:nvSpPr>
        <p:spPr>
          <a:xfrm>
            <a:off x="6394496" y="1546674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9" name="순서도: 문서 88">
            <a:extLst>
              <a:ext uri="{FF2B5EF4-FFF2-40B4-BE49-F238E27FC236}">
                <a16:creationId xmlns:a16="http://schemas.microsoft.com/office/drawing/2014/main" id="{235719C2-2B9A-4ECF-850D-16841C195498}"/>
              </a:ext>
            </a:extLst>
          </p:cNvPr>
          <p:cNvSpPr/>
          <p:nvPr/>
        </p:nvSpPr>
        <p:spPr>
          <a:xfrm>
            <a:off x="9250596" y="154667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33336B50-BCCB-4FE0-A938-01625CC4F888}"/>
              </a:ext>
            </a:extLst>
          </p:cNvPr>
          <p:cNvSpPr/>
          <p:nvPr/>
        </p:nvSpPr>
        <p:spPr>
          <a:xfrm>
            <a:off x="10910997" y="152982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Shape 6">
            <a:extLst>
              <a:ext uri="{FF2B5EF4-FFF2-40B4-BE49-F238E27FC236}">
                <a16:creationId xmlns:a16="http://schemas.microsoft.com/office/drawing/2014/main" id="{F639C1AB-C992-430A-AC7A-A4C6CDD58B78}"/>
              </a:ext>
            </a:extLst>
          </p:cNvPr>
          <p:cNvSpPr/>
          <p:nvPr/>
        </p:nvSpPr>
        <p:spPr>
          <a:xfrm>
            <a:off x="1505653" y="18635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2" name="Shape 6">
            <a:extLst>
              <a:ext uri="{FF2B5EF4-FFF2-40B4-BE49-F238E27FC236}">
                <a16:creationId xmlns:a16="http://schemas.microsoft.com/office/drawing/2014/main" id="{0A11A9F0-DFC7-4761-8865-77D85E0647FF}"/>
              </a:ext>
            </a:extLst>
          </p:cNvPr>
          <p:cNvSpPr/>
          <p:nvPr/>
        </p:nvSpPr>
        <p:spPr>
          <a:xfrm>
            <a:off x="2766605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F6A61CAF-9207-448F-9324-497DC6CC364D}"/>
              </a:ext>
            </a:extLst>
          </p:cNvPr>
          <p:cNvSpPr/>
          <p:nvPr/>
        </p:nvSpPr>
        <p:spPr>
          <a:xfrm>
            <a:off x="4427006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4" name="Shape 6">
            <a:extLst>
              <a:ext uri="{FF2B5EF4-FFF2-40B4-BE49-F238E27FC236}">
                <a16:creationId xmlns:a16="http://schemas.microsoft.com/office/drawing/2014/main" id="{F16D1D8A-8EC8-4D8B-9CA4-D3153D191E65}"/>
              </a:ext>
            </a:extLst>
          </p:cNvPr>
          <p:cNvSpPr/>
          <p:nvPr/>
        </p:nvSpPr>
        <p:spPr>
          <a:xfrm>
            <a:off x="6103406" y="1887569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95" name="Shape 6">
            <a:extLst>
              <a:ext uri="{FF2B5EF4-FFF2-40B4-BE49-F238E27FC236}">
                <a16:creationId xmlns:a16="http://schemas.microsoft.com/office/drawing/2014/main" id="{BF9AFFC6-7A85-4480-8167-F48318104CEA}"/>
              </a:ext>
            </a:extLst>
          </p:cNvPr>
          <p:cNvSpPr/>
          <p:nvPr/>
        </p:nvSpPr>
        <p:spPr>
          <a:xfrm>
            <a:off x="8943507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6" name="Shape 6">
            <a:extLst>
              <a:ext uri="{FF2B5EF4-FFF2-40B4-BE49-F238E27FC236}">
                <a16:creationId xmlns:a16="http://schemas.microsoft.com/office/drawing/2014/main" id="{7983CE49-DD5D-44B4-8DEA-25959E56A4C7}"/>
              </a:ext>
            </a:extLst>
          </p:cNvPr>
          <p:cNvSpPr/>
          <p:nvPr/>
        </p:nvSpPr>
        <p:spPr>
          <a:xfrm>
            <a:off x="10603908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02FB67E2-A1CD-41AC-A77D-080414BAE3B0}"/>
              </a:ext>
            </a:extLst>
          </p:cNvPr>
          <p:cNvSpPr/>
          <p:nvPr/>
        </p:nvSpPr>
        <p:spPr>
          <a:xfrm>
            <a:off x="9315849" y="244703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Text 15">
            <a:extLst>
              <a:ext uri="{FF2B5EF4-FFF2-40B4-BE49-F238E27FC236}">
                <a16:creationId xmlns:a16="http://schemas.microsoft.com/office/drawing/2014/main" id="{D5947E74-7E09-4D6A-B6DF-DFAA0D5478E5}"/>
              </a:ext>
            </a:extLst>
          </p:cNvPr>
          <p:cNvSpPr/>
          <p:nvPr/>
        </p:nvSpPr>
        <p:spPr>
          <a:xfrm>
            <a:off x="3306044" y="2570845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Text 15">
            <a:extLst>
              <a:ext uri="{FF2B5EF4-FFF2-40B4-BE49-F238E27FC236}">
                <a16:creationId xmlns:a16="http://schemas.microsoft.com/office/drawing/2014/main" id="{0E608DAE-BA93-45AA-AC9F-9F58310226B1}"/>
              </a:ext>
            </a:extLst>
          </p:cNvPr>
          <p:cNvSpPr/>
          <p:nvPr/>
        </p:nvSpPr>
        <p:spPr>
          <a:xfrm>
            <a:off x="551790" y="294895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 14">
            <a:extLst>
              <a:ext uri="{FF2B5EF4-FFF2-40B4-BE49-F238E27FC236}">
                <a16:creationId xmlns:a16="http://schemas.microsoft.com/office/drawing/2014/main" id="{9AD80A58-2E6E-48C6-BFBD-F5555CAFEFB1}"/>
              </a:ext>
            </a:extLst>
          </p:cNvPr>
          <p:cNvSpPr/>
          <p:nvPr/>
        </p:nvSpPr>
        <p:spPr>
          <a:xfrm>
            <a:off x="350707" y="4351237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순서도: 문서 100">
            <a:extLst>
              <a:ext uri="{FF2B5EF4-FFF2-40B4-BE49-F238E27FC236}">
                <a16:creationId xmlns:a16="http://schemas.microsoft.com/office/drawing/2014/main" id="{E5DE5BB5-EE9E-4D12-95D3-63386DFC3B0B}"/>
              </a:ext>
            </a:extLst>
          </p:cNvPr>
          <p:cNvSpPr/>
          <p:nvPr/>
        </p:nvSpPr>
        <p:spPr>
          <a:xfrm>
            <a:off x="2019465" y="4437062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02" name="Shape 6">
            <a:extLst>
              <a:ext uri="{FF2B5EF4-FFF2-40B4-BE49-F238E27FC236}">
                <a16:creationId xmlns:a16="http://schemas.microsoft.com/office/drawing/2014/main" id="{1867E52B-7C16-46DC-A9F3-1A0704F32788}"/>
              </a:ext>
            </a:extLst>
          </p:cNvPr>
          <p:cNvSpPr/>
          <p:nvPr/>
        </p:nvSpPr>
        <p:spPr>
          <a:xfrm>
            <a:off x="1712376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44A32E6-4D2C-4255-BF5E-7B92C34A6FE2}"/>
              </a:ext>
            </a:extLst>
          </p:cNvPr>
          <p:cNvSpPr/>
          <p:nvPr/>
        </p:nvSpPr>
        <p:spPr>
          <a:xfrm>
            <a:off x="3679866" y="4329579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0ED6C0A4-A38B-4402-AE75-D9B588436931}"/>
              </a:ext>
            </a:extLst>
          </p:cNvPr>
          <p:cNvSpPr/>
          <p:nvPr/>
        </p:nvSpPr>
        <p:spPr>
          <a:xfrm>
            <a:off x="6519849" y="441981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 14">
            <a:extLst>
              <a:ext uri="{FF2B5EF4-FFF2-40B4-BE49-F238E27FC236}">
                <a16:creationId xmlns:a16="http://schemas.microsoft.com/office/drawing/2014/main" id="{CEED59E7-2FC8-4AE1-856A-5EFAF7A527DA}"/>
              </a:ext>
            </a:extLst>
          </p:cNvPr>
          <p:cNvSpPr/>
          <p:nvPr/>
        </p:nvSpPr>
        <p:spPr>
          <a:xfrm>
            <a:off x="9797690" y="3398217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 15">
            <a:extLst>
              <a:ext uri="{FF2B5EF4-FFF2-40B4-BE49-F238E27FC236}">
                <a16:creationId xmlns:a16="http://schemas.microsoft.com/office/drawing/2014/main" id="{596674FC-BCA5-4AFC-997B-23B45C6C6B5E}"/>
              </a:ext>
            </a:extLst>
          </p:cNvPr>
          <p:cNvSpPr/>
          <p:nvPr/>
        </p:nvSpPr>
        <p:spPr>
          <a:xfrm>
            <a:off x="8536738" y="348965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B1DD116A-8509-4CC9-83D3-A493B8D65318}"/>
              </a:ext>
            </a:extLst>
          </p:cNvPr>
          <p:cNvSpPr/>
          <p:nvPr/>
        </p:nvSpPr>
        <p:spPr>
          <a:xfrm>
            <a:off x="9490601" y="3809697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108" name="Text 15">
            <a:extLst>
              <a:ext uri="{FF2B5EF4-FFF2-40B4-BE49-F238E27FC236}">
                <a16:creationId xmlns:a16="http://schemas.microsoft.com/office/drawing/2014/main" id="{C4E1B3D8-F7A5-4867-A14C-9A972346E6F9}"/>
              </a:ext>
            </a:extLst>
          </p:cNvPr>
          <p:cNvSpPr/>
          <p:nvPr/>
        </p:nvSpPr>
        <p:spPr>
          <a:xfrm>
            <a:off x="6654167" y="3489657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Shape 6">
            <a:extLst>
              <a:ext uri="{FF2B5EF4-FFF2-40B4-BE49-F238E27FC236}">
                <a16:creationId xmlns:a16="http://schemas.microsoft.com/office/drawing/2014/main" id="{9891D70C-4226-4EE0-85C9-F222BE5DBE8B}"/>
              </a:ext>
            </a:extLst>
          </p:cNvPr>
          <p:cNvSpPr/>
          <p:nvPr/>
        </p:nvSpPr>
        <p:spPr>
          <a:xfrm>
            <a:off x="8229649" y="380969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0" name="Shape 6">
            <a:extLst>
              <a:ext uri="{FF2B5EF4-FFF2-40B4-BE49-F238E27FC236}">
                <a16:creationId xmlns:a16="http://schemas.microsoft.com/office/drawing/2014/main" id="{579A26C6-6D25-4099-8F75-2CFB139E55A1}"/>
              </a:ext>
            </a:extLst>
          </p:cNvPr>
          <p:cNvSpPr/>
          <p:nvPr/>
        </p:nvSpPr>
        <p:spPr>
          <a:xfrm rot="5400000">
            <a:off x="10450364" y="324066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5BCC90C3-7482-430B-9ECE-D9C7B1186A3B}"/>
              </a:ext>
            </a:extLst>
          </p:cNvPr>
          <p:cNvCxnSpPr>
            <a:cxnSpLocks/>
            <a:stCxn id="90" idx="2"/>
            <a:endCxn id="97" idx="0"/>
          </p:cNvCxnSpPr>
          <p:nvPr/>
        </p:nvCxnSpPr>
        <p:spPr>
          <a:xfrm rot="5400000">
            <a:off x="10850578" y="1909685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66AF860F-1299-4CF5-88C4-519F91A61053}"/>
              </a:ext>
            </a:extLst>
          </p:cNvPr>
          <p:cNvSpPr/>
          <p:nvPr/>
        </p:nvSpPr>
        <p:spPr>
          <a:xfrm rot="5400000">
            <a:off x="7336862" y="42835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3" name="Shape 6">
            <a:extLst>
              <a:ext uri="{FF2B5EF4-FFF2-40B4-BE49-F238E27FC236}">
                <a16:creationId xmlns:a16="http://schemas.microsoft.com/office/drawing/2014/main" id="{0EF002A7-DC6A-4CAA-B31D-4B8004721FB6}"/>
              </a:ext>
            </a:extLst>
          </p:cNvPr>
          <p:cNvSpPr/>
          <p:nvPr/>
        </p:nvSpPr>
        <p:spPr>
          <a:xfrm>
            <a:off x="3372777" y="470697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4" name="Shape 6">
            <a:extLst>
              <a:ext uri="{FF2B5EF4-FFF2-40B4-BE49-F238E27FC236}">
                <a16:creationId xmlns:a16="http://schemas.microsoft.com/office/drawing/2014/main" id="{F27DFA0E-3497-4937-97FF-7F2E87BD07FD}"/>
              </a:ext>
            </a:extLst>
          </p:cNvPr>
          <p:cNvSpPr/>
          <p:nvPr/>
        </p:nvSpPr>
        <p:spPr>
          <a:xfrm>
            <a:off x="6212760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A5003045-B6F1-4A13-9CDE-94DFECE59574}"/>
              </a:ext>
            </a:extLst>
          </p:cNvPr>
          <p:cNvCxnSpPr>
            <a:cxnSpLocks/>
            <a:stCxn id="99" idx="0"/>
            <a:endCxn id="85" idx="2"/>
          </p:cNvCxnSpPr>
          <p:nvPr/>
        </p:nvCxnSpPr>
        <p:spPr>
          <a:xfrm rot="5400000" flipH="1" flipV="1">
            <a:off x="1278098" y="1937379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hape 6">
            <a:extLst>
              <a:ext uri="{FF2B5EF4-FFF2-40B4-BE49-F238E27FC236}">
                <a16:creationId xmlns:a16="http://schemas.microsoft.com/office/drawing/2014/main" id="{525C733C-5A6E-407A-A074-9A7FDFB0ACAD}"/>
              </a:ext>
            </a:extLst>
          </p:cNvPr>
          <p:cNvSpPr/>
          <p:nvPr/>
        </p:nvSpPr>
        <p:spPr>
          <a:xfrm rot="16200000">
            <a:off x="657090" y="3959307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D077F3E3-E496-4C10-91C1-B14FA8009C58}"/>
              </a:ext>
            </a:extLst>
          </p:cNvPr>
          <p:cNvCxnSpPr>
            <a:cxnSpLocks/>
            <a:stCxn id="105" idx="3"/>
            <a:endCxn id="130" idx="3"/>
          </p:cNvCxnSpPr>
          <p:nvPr/>
        </p:nvCxnSpPr>
        <p:spPr>
          <a:xfrm flipH="1">
            <a:off x="11258167" y="3809697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Shape 6">
            <a:extLst>
              <a:ext uri="{FF2B5EF4-FFF2-40B4-BE49-F238E27FC236}">
                <a16:creationId xmlns:a16="http://schemas.microsoft.com/office/drawing/2014/main" id="{24B08A1E-2328-4507-A019-E7C4A108E2D3}"/>
              </a:ext>
            </a:extLst>
          </p:cNvPr>
          <p:cNvSpPr/>
          <p:nvPr/>
        </p:nvSpPr>
        <p:spPr>
          <a:xfrm rot="5400000">
            <a:off x="875177" y="5327742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119" name="Text 15">
            <a:extLst>
              <a:ext uri="{FF2B5EF4-FFF2-40B4-BE49-F238E27FC236}">
                <a16:creationId xmlns:a16="http://schemas.microsoft.com/office/drawing/2014/main" id="{B0D44568-EEE8-4797-8C10-D4E2C5E7D56A}"/>
              </a:ext>
            </a:extLst>
          </p:cNvPr>
          <p:cNvSpPr/>
          <p:nvPr/>
        </p:nvSpPr>
        <p:spPr>
          <a:xfrm>
            <a:off x="551790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0" name="Text 15">
            <a:extLst>
              <a:ext uri="{FF2B5EF4-FFF2-40B4-BE49-F238E27FC236}">
                <a16:creationId xmlns:a16="http://schemas.microsoft.com/office/drawing/2014/main" id="{3BA99028-7180-4C0B-8B35-C434DFCE2331}"/>
              </a:ext>
            </a:extLst>
          </p:cNvPr>
          <p:cNvSpPr/>
          <p:nvPr/>
        </p:nvSpPr>
        <p:spPr>
          <a:xfrm>
            <a:off x="1812743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 15">
            <a:extLst>
              <a:ext uri="{FF2B5EF4-FFF2-40B4-BE49-F238E27FC236}">
                <a16:creationId xmlns:a16="http://schemas.microsoft.com/office/drawing/2014/main" id="{3D14EEAA-F091-4061-8E4C-2F603BA7924E}"/>
              </a:ext>
            </a:extLst>
          </p:cNvPr>
          <p:cNvSpPr/>
          <p:nvPr/>
        </p:nvSpPr>
        <p:spPr>
          <a:xfrm>
            <a:off x="3073693" y="5481287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Text 15">
            <a:extLst>
              <a:ext uri="{FF2B5EF4-FFF2-40B4-BE49-F238E27FC236}">
                <a16:creationId xmlns:a16="http://schemas.microsoft.com/office/drawing/2014/main" id="{C3299763-3468-4A3C-95E1-51FDA5C2E58B}"/>
              </a:ext>
            </a:extLst>
          </p:cNvPr>
          <p:cNvSpPr/>
          <p:nvPr/>
        </p:nvSpPr>
        <p:spPr>
          <a:xfrm>
            <a:off x="5177012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3" name="Shape 6">
            <a:extLst>
              <a:ext uri="{FF2B5EF4-FFF2-40B4-BE49-F238E27FC236}">
                <a16:creationId xmlns:a16="http://schemas.microsoft.com/office/drawing/2014/main" id="{0FC59469-B7A6-425F-85BC-14C94888EDA7}"/>
              </a:ext>
            </a:extLst>
          </p:cNvPr>
          <p:cNvSpPr/>
          <p:nvPr/>
        </p:nvSpPr>
        <p:spPr>
          <a:xfrm>
            <a:off x="1505652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E04F2D7B-66D7-4C7D-B58B-F49B7960D65B}"/>
              </a:ext>
            </a:extLst>
          </p:cNvPr>
          <p:cNvSpPr/>
          <p:nvPr/>
        </p:nvSpPr>
        <p:spPr>
          <a:xfrm>
            <a:off x="2766606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5" name="Shape 6">
            <a:extLst>
              <a:ext uri="{FF2B5EF4-FFF2-40B4-BE49-F238E27FC236}">
                <a16:creationId xmlns:a16="http://schemas.microsoft.com/office/drawing/2014/main" id="{C0525D66-9C65-4504-89C3-4879E4E2F5FD}"/>
              </a:ext>
            </a:extLst>
          </p:cNvPr>
          <p:cNvSpPr/>
          <p:nvPr/>
        </p:nvSpPr>
        <p:spPr>
          <a:xfrm>
            <a:off x="4869923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6" name="Text 15">
            <a:extLst>
              <a:ext uri="{FF2B5EF4-FFF2-40B4-BE49-F238E27FC236}">
                <a16:creationId xmlns:a16="http://schemas.microsoft.com/office/drawing/2014/main" id="{556EC088-8214-4179-A5DD-F0A90FB81BDF}"/>
              </a:ext>
            </a:extLst>
          </p:cNvPr>
          <p:cNvSpPr/>
          <p:nvPr/>
        </p:nvSpPr>
        <p:spPr>
          <a:xfrm>
            <a:off x="6437964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7" name="Shape 6">
            <a:extLst>
              <a:ext uri="{FF2B5EF4-FFF2-40B4-BE49-F238E27FC236}">
                <a16:creationId xmlns:a16="http://schemas.microsoft.com/office/drawing/2014/main" id="{92EB00C9-940D-461D-A105-457E0B854B0B}"/>
              </a:ext>
            </a:extLst>
          </p:cNvPr>
          <p:cNvSpPr/>
          <p:nvPr/>
        </p:nvSpPr>
        <p:spPr>
          <a:xfrm>
            <a:off x="6130875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BB7EB767-2BC5-4C19-AE54-5FB65EBC9ABF}"/>
              </a:ext>
            </a:extLst>
          </p:cNvPr>
          <p:cNvSpPr/>
          <p:nvPr/>
        </p:nvSpPr>
        <p:spPr>
          <a:xfrm>
            <a:off x="9797690" y="4504782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Shape 6">
            <a:extLst>
              <a:ext uri="{FF2B5EF4-FFF2-40B4-BE49-F238E27FC236}">
                <a16:creationId xmlns:a16="http://schemas.microsoft.com/office/drawing/2014/main" id="{6104E184-B2C0-4B5C-87DC-B3C1F6153318}"/>
              </a:ext>
            </a:extLst>
          </p:cNvPr>
          <p:cNvSpPr/>
          <p:nvPr/>
        </p:nvSpPr>
        <p:spPr>
          <a:xfrm rot="5400000">
            <a:off x="10427967" y="435123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FE53CCD7-9BD1-4FEE-8155-2074B9625F80}"/>
              </a:ext>
            </a:extLst>
          </p:cNvPr>
          <p:cNvSpPr/>
          <p:nvPr/>
        </p:nvSpPr>
        <p:spPr>
          <a:xfrm>
            <a:off x="9904855" y="5481808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131" name="Text 15">
            <a:extLst>
              <a:ext uri="{FF2B5EF4-FFF2-40B4-BE49-F238E27FC236}">
                <a16:creationId xmlns:a16="http://schemas.microsoft.com/office/drawing/2014/main" id="{D1D7DA67-19AA-4818-B682-F78BA681852D}"/>
              </a:ext>
            </a:extLst>
          </p:cNvPr>
          <p:cNvSpPr/>
          <p:nvPr/>
        </p:nvSpPr>
        <p:spPr>
          <a:xfrm>
            <a:off x="8643902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Shape 6">
            <a:extLst>
              <a:ext uri="{FF2B5EF4-FFF2-40B4-BE49-F238E27FC236}">
                <a16:creationId xmlns:a16="http://schemas.microsoft.com/office/drawing/2014/main" id="{84022D61-A172-4191-A337-8AD675DC52BE}"/>
              </a:ext>
            </a:extLst>
          </p:cNvPr>
          <p:cNvSpPr/>
          <p:nvPr/>
        </p:nvSpPr>
        <p:spPr>
          <a:xfrm>
            <a:off x="9597765" y="580545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3" name="Shape 6">
            <a:extLst>
              <a:ext uri="{FF2B5EF4-FFF2-40B4-BE49-F238E27FC236}">
                <a16:creationId xmlns:a16="http://schemas.microsoft.com/office/drawing/2014/main" id="{31AB6512-9277-4E3A-B59E-F8CB60D118B1}"/>
              </a:ext>
            </a:extLst>
          </p:cNvPr>
          <p:cNvSpPr/>
          <p:nvPr/>
        </p:nvSpPr>
        <p:spPr>
          <a:xfrm>
            <a:off x="7391827" y="5793306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CB5CE83B-72A6-4876-ACC3-96160854D1DD}"/>
              </a:ext>
            </a:extLst>
          </p:cNvPr>
          <p:cNvSpPr/>
          <p:nvPr/>
        </p:nvSpPr>
        <p:spPr>
          <a:xfrm rot="5400000">
            <a:off x="10411924" y="531333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35" name="연결선: 꺾임 134">
            <a:extLst>
              <a:ext uri="{FF2B5EF4-FFF2-40B4-BE49-F238E27FC236}">
                <a16:creationId xmlns:a16="http://schemas.microsoft.com/office/drawing/2014/main" id="{710F7839-C7D0-4DD8-BB14-C8771454C9E2}"/>
              </a:ext>
            </a:extLst>
          </p:cNvPr>
          <p:cNvCxnSpPr>
            <a:cxnSpLocks/>
            <a:stCxn id="98" idx="3"/>
            <a:endCxn id="88" idx="2"/>
          </p:cNvCxnSpPr>
          <p:nvPr/>
        </p:nvCxnSpPr>
        <p:spPr>
          <a:xfrm flipV="1">
            <a:off x="5855055" y="2186754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135">
            <a:extLst>
              <a:ext uri="{FF2B5EF4-FFF2-40B4-BE49-F238E27FC236}">
                <a16:creationId xmlns:a16="http://schemas.microsoft.com/office/drawing/2014/main" id="{3364558A-C331-4883-A81A-E645928ABDC5}"/>
              </a:ext>
            </a:extLst>
          </p:cNvPr>
          <p:cNvCxnSpPr>
            <a:cxnSpLocks/>
            <a:stCxn id="87" idx="2"/>
            <a:endCxn id="98" idx="0"/>
          </p:cNvCxnSpPr>
          <p:nvPr/>
        </p:nvCxnSpPr>
        <p:spPr>
          <a:xfrm rot="5400000">
            <a:off x="4846518" y="2006612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933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336D7DBE-1ED0-48F9-B7B5-C47410B6F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112CAD2-3C3F-4532-90A0-C046C061DD6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367EF5A-1600-46C1-89E3-ACA507907678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57" name="그림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0693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5C6B3E2-282B-4173-9830-8F9864523D16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0D87ABC-6B83-4E93-AC14-F1E827497955}"/>
              </a:ext>
            </a:extLst>
          </p:cNvPr>
          <p:cNvSpPr>
            <a:spLocks noGrp="1"/>
          </p:cNvSpPr>
          <p:nvPr/>
        </p:nvSpPr>
        <p:spPr>
          <a:xfrm>
            <a:off x="202882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0" name="그림 5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43125" y="1333500"/>
            <a:ext cx="1200150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6FF645-AA87-4609-8494-F7D1BABBB416}"/>
              </a:ext>
            </a:extLst>
          </p:cNvPr>
          <p:cNvSpPr>
            <a:spLocks noGrp="1"/>
          </p:cNvSpPr>
          <p:nvPr/>
        </p:nvSpPr>
        <p:spPr>
          <a:xfrm>
            <a:off x="210502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E4DE0B0-A884-44D5-BCD2-417BF2C9F4D6}"/>
              </a:ext>
            </a:extLst>
          </p:cNvPr>
          <p:cNvSpPr>
            <a:spLocks noGrp="1"/>
          </p:cNvSpPr>
          <p:nvPr/>
        </p:nvSpPr>
        <p:spPr>
          <a:xfrm>
            <a:off x="360045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3" name="그림 6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76650" y="1349415"/>
            <a:ext cx="1276350" cy="1168320"/>
          </a:xfrm>
          <a:prstGeom prst="roundRect">
            <a:avLst>
              <a:gd name="adj" fmla="val 6349"/>
            </a:avLst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84B1337F-82F6-47F8-9E6B-566E9058DF0F}"/>
              </a:ext>
            </a:extLst>
          </p:cNvPr>
          <p:cNvSpPr>
            <a:spLocks noGrp="1"/>
          </p:cNvSpPr>
          <p:nvPr/>
        </p:nvSpPr>
        <p:spPr>
          <a:xfrm>
            <a:off x="367665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한계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BF5FF68-0066-4952-BC50-206B64A95B9A}"/>
              </a:ext>
            </a:extLst>
          </p:cNvPr>
          <p:cNvSpPr>
            <a:spLocks noGrp="1"/>
          </p:cNvSpPr>
          <p:nvPr/>
        </p:nvSpPr>
        <p:spPr>
          <a:xfrm>
            <a:off x="517207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6" name="그림 6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405568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6B0F76-7CA6-4B14-9782-FD0C5AFC422C}"/>
              </a:ext>
            </a:extLst>
          </p:cNvPr>
          <p:cNvSpPr>
            <a:spLocks noGrp="1"/>
          </p:cNvSpPr>
          <p:nvPr/>
        </p:nvSpPr>
        <p:spPr>
          <a:xfrm>
            <a:off x="524827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C9BE367-212D-4E72-AC5B-5015EE08F0DB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9" name="그림 6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191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BB1CD1-47EA-4019-9433-E5F6BECD2BBB}"/>
              </a:ext>
            </a:extLst>
          </p:cNvPr>
          <p:cNvSpPr>
            <a:spLocks noGrp="1"/>
          </p:cNvSpPr>
          <p:nvPr/>
        </p:nvSpPr>
        <p:spPr>
          <a:xfrm>
            <a:off x="7096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2DA3588-65EE-4230-8D87-47470A8D6B78}"/>
              </a:ext>
            </a:extLst>
          </p:cNvPr>
          <p:cNvSpPr>
            <a:spLocks noGrp="1"/>
          </p:cNvSpPr>
          <p:nvPr/>
        </p:nvSpPr>
        <p:spPr>
          <a:xfrm>
            <a:off x="7096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위험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3A892D3-9122-460E-AA9D-F23D0AEA5CC1}"/>
              </a:ext>
            </a:extLst>
          </p:cNvPr>
          <p:cNvSpPr>
            <a:spLocks noGrp="1"/>
          </p:cNvSpPr>
          <p:nvPr/>
        </p:nvSpPr>
        <p:spPr>
          <a:xfrm>
            <a:off x="8524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715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D2812A-ECAF-4D75-93E1-72EFDCCE315D}"/>
              </a:ext>
            </a:extLst>
          </p:cNvPr>
          <p:cNvSpPr>
            <a:spLocks noGrp="1"/>
          </p:cNvSpPr>
          <p:nvPr/>
        </p:nvSpPr>
        <p:spPr>
          <a:xfrm>
            <a:off x="8620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A6B296A-74C4-4F74-94C8-7414940998D9}"/>
              </a:ext>
            </a:extLst>
          </p:cNvPr>
          <p:cNvSpPr>
            <a:spLocks noGrp="1"/>
          </p:cNvSpPr>
          <p:nvPr/>
        </p:nvSpPr>
        <p:spPr>
          <a:xfrm>
            <a:off x="8620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위험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3E2BEBB-396D-49CC-9B2D-214E017D26BE}"/>
              </a:ext>
            </a:extLst>
          </p:cNvPr>
          <p:cNvSpPr>
            <a:spLocks noGrp="1"/>
          </p:cNvSpPr>
          <p:nvPr/>
        </p:nvSpPr>
        <p:spPr>
          <a:xfrm>
            <a:off x="10048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7" name="그림 76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39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186C54-2BE2-4EE5-BADE-38DF6235BAE0}"/>
              </a:ext>
            </a:extLst>
          </p:cNvPr>
          <p:cNvSpPr>
            <a:spLocks noGrp="1"/>
          </p:cNvSpPr>
          <p:nvPr/>
        </p:nvSpPr>
        <p:spPr>
          <a:xfrm>
            <a:off x="10144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C19331-72DC-4242-95C6-7AC2EA08B019}"/>
              </a:ext>
            </a:extLst>
          </p:cNvPr>
          <p:cNvSpPr>
            <a:spLocks noGrp="1"/>
          </p:cNvSpPr>
          <p:nvPr/>
        </p:nvSpPr>
        <p:spPr>
          <a:xfrm>
            <a:off x="10144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제한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CB36998-56A2-42B8-8F4D-A2B71F8B35F6}"/>
              </a:ext>
            </a:extLst>
          </p:cNvPr>
          <p:cNvSpPr>
            <a:spLocks noGrp="1"/>
          </p:cNvSpPr>
          <p:nvPr/>
        </p:nvSpPr>
        <p:spPr>
          <a:xfrm>
            <a:off x="457200" y="32956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6BABF1-40AE-4872-ADA3-9D80C81058E1}"/>
              </a:ext>
            </a:extLst>
          </p:cNvPr>
          <p:cNvSpPr>
            <a:spLocks noGrp="1"/>
          </p:cNvSpPr>
          <p:nvPr/>
        </p:nvSpPr>
        <p:spPr>
          <a:xfrm>
            <a:off x="590550" y="33242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C91749A-FE22-44B1-870A-9A498B9543C4}"/>
              </a:ext>
            </a:extLst>
          </p:cNvPr>
          <p:cNvSpPr>
            <a:spLocks noGrp="1"/>
          </p:cNvSpPr>
          <p:nvPr/>
        </p:nvSpPr>
        <p:spPr>
          <a:xfrm>
            <a:off x="1952625" y="33242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 · 안전 한계선 · 소음/의심 표시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9BF2B91-D789-45CA-9CFF-80417BD143A1}"/>
              </a:ext>
            </a:extLst>
          </p:cNvPr>
          <p:cNvSpPr>
            <a:spLocks noGrp="1"/>
          </p:cNvSpPr>
          <p:nvPr/>
        </p:nvSpPr>
        <p:spPr>
          <a:xfrm>
            <a:off x="6858000" y="33242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현재 상태와 다음 판단 전달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C2167BC-8772-4611-A1AB-1E81CF0D4EA5}"/>
              </a:ext>
            </a:extLst>
          </p:cNvPr>
          <p:cNvSpPr>
            <a:spLocks noGrp="1"/>
          </p:cNvSpPr>
          <p:nvPr/>
        </p:nvSpPr>
        <p:spPr>
          <a:xfrm>
            <a:off x="457200" y="38100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67BA7A2-090C-4D0E-94AF-5F0979252410}"/>
              </a:ext>
            </a:extLst>
          </p:cNvPr>
          <p:cNvSpPr>
            <a:spLocks noGrp="1"/>
          </p:cNvSpPr>
          <p:nvPr/>
        </p:nvSpPr>
        <p:spPr>
          <a:xfrm>
            <a:off x="590550" y="38385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애니메이션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42CFDA2-97F1-4045-BEB2-66AD30E385F7}"/>
              </a:ext>
            </a:extLst>
          </p:cNvPr>
          <p:cNvSpPr>
            <a:spLocks noGrp="1"/>
          </p:cNvSpPr>
          <p:nvPr/>
        </p:nvSpPr>
        <p:spPr>
          <a:xfrm>
            <a:off x="1952625" y="38385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· 숨 참기 · 내쉬기 · 흡음/공명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5919085-8570-40AC-84DF-0592E3B0D7CE}"/>
              </a:ext>
            </a:extLst>
          </p:cNvPr>
          <p:cNvSpPr>
            <a:spLocks noGrp="1"/>
          </p:cNvSpPr>
          <p:nvPr/>
        </p:nvSpPr>
        <p:spPr>
          <a:xfrm>
            <a:off x="6858000" y="38385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행동·한계·능력 사용 구분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7033F5A-A841-4F0D-9567-C56AE64527A3}"/>
              </a:ext>
            </a:extLst>
          </p:cNvPr>
          <p:cNvSpPr>
            <a:spLocks noGrp="1"/>
          </p:cNvSpPr>
          <p:nvPr/>
        </p:nvSpPr>
        <p:spPr>
          <a:xfrm>
            <a:off x="457200" y="43243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B57865C-E3DB-4A19-AE4F-29568BF5F56A}"/>
              </a:ext>
            </a:extLst>
          </p:cNvPr>
          <p:cNvSpPr>
            <a:spLocks noGrp="1"/>
          </p:cNvSpPr>
          <p:nvPr/>
        </p:nvSpPr>
        <p:spPr>
          <a:xfrm>
            <a:off x="590550" y="43529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SFX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88CF974-01ED-4756-ACAB-9B9EF192FFD6}"/>
              </a:ext>
            </a:extLst>
          </p:cNvPr>
          <p:cNvSpPr>
            <a:spLocks noGrp="1"/>
          </p:cNvSpPr>
          <p:nvPr/>
        </p:nvSpPr>
        <p:spPr>
          <a:xfrm>
            <a:off x="1952625" y="43529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짧은/깊은 들숨 · 날숨 · 한계 호흡 · 재채기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4868AF2-98D3-4C42-A7B1-CAD11E3F8EB6}"/>
              </a:ext>
            </a:extLst>
          </p:cNvPr>
          <p:cNvSpPr>
            <a:spLocks noGrp="1"/>
          </p:cNvSpPr>
          <p:nvPr/>
        </p:nvSpPr>
        <p:spPr>
          <a:xfrm>
            <a:off x="6858000" y="43529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단계와 AI 반응 기준 전달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2F0A3A8-E043-40B6-B57C-E3C03C8D1A39}"/>
              </a:ext>
            </a:extLst>
          </p:cNvPr>
          <p:cNvSpPr>
            <a:spLocks noGrp="1"/>
          </p:cNvSpPr>
          <p:nvPr/>
        </p:nvSpPr>
        <p:spPr>
          <a:xfrm>
            <a:off x="457200" y="48387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589C39A-475A-4792-9B24-407F95FE6169}"/>
              </a:ext>
            </a:extLst>
          </p:cNvPr>
          <p:cNvSpPr>
            <a:spLocks noGrp="1"/>
          </p:cNvSpPr>
          <p:nvPr/>
        </p:nvSpPr>
        <p:spPr>
          <a:xfrm>
            <a:off x="590550" y="48672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VFX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58167A3-F1AD-4867-9767-997327031E1C}"/>
              </a:ext>
            </a:extLst>
          </p:cNvPr>
          <p:cNvSpPr>
            <a:spLocks noGrp="1"/>
          </p:cNvSpPr>
          <p:nvPr/>
        </p:nvSpPr>
        <p:spPr>
          <a:xfrm>
            <a:off x="1952625" y="48672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· 꽃가루 · 연기 · 소리 파동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76A6EC2-2650-45ED-9E10-9964E5106A25}"/>
              </a:ext>
            </a:extLst>
          </p:cNvPr>
          <p:cNvSpPr>
            <a:spLocks noGrp="1"/>
          </p:cNvSpPr>
          <p:nvPr/>
        </p:nvSpPr>
        <p:spPr>
          <a:xfrm>
            <a:off x="6858000" y="48672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위험과 능력 범위 전달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96DC62F-757D-4602-B111-3CF7A7B57B5A}"/>
              </a:ext>
            </a:extLst>
          </p:cNvPr>
          <p:cNvSpPr>
            <a:spLocks noGrp="1"/>
          </p:cNvSpPr>
          <p:nvPr/>
        </p:nvSpPr>
        <p:spPr>
          <a:xfrm>
            <a:off x="457200" y="53530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1CDCB4B-E031-43B8-A732-3D5E329E73E6}"/>
              </a:ext>
            </a:extLst>
          </p:cNvPr>
          <p:cNvSpPr>
            <a:spLocks noGrp="1"/>
          </p:cNvSpPr>
          <p:nvPr/>
        </p:nvSpPr>
        <p:spPr>
          <a:xfrm>
            <a:off x="590550" y="53816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E830091-4C37-4962-B54B-654B19A57E30}"/>
              </a:ext>
            </a:extLst>
          </p:cNvPr>
          <p:cNvSpPr>
            <a:spLocks noGrp="1"/>
          </p:cNvSpPr>
          <p:nvPr/>
        </p:nvSpPr>
        <p:spPr>
          <a:xfrm>
            <a:off x="1952625" y="53816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환경별 안전 한계 · 적 청각 범위 · 소비/회복량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AA7F657-6314-4135-8674-49AE5F24F3E1}"/>
              </a:ext>
            </a:extLst>
          </p:cNvPr>
          <p:cNvSpPr>
            <a:spLocks noGrp="1"/>
          </p:cNvSpPr>
          <p:nvPr/>
        </p:nvSpPr>
        <p:spPr>
          <a:xfrm>
            <a:off x="6858000" y="53816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레벨·AI 밸런싱 기준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2AAB7B5-1E67-42E7-A94B-E02DD95EA515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14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우선순위  UI 상태색 → 기본 호흡 모션/SFX → 위험 환경 VFX → 특수 능력 모션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DF16E0-2998-4066-82CF-96CD587C5885}"/>
              </a:ext>
            </a:extLst>
          </p:cNvPr>
          <p:cNvSpPr>
            <a:spLocks noGrp="1"/>
          </p:cNvSpPr>
          <p:nvPr/>
        </p:nvSpPr>
        <p:spPr>
          <a:xfrm>
            <a:off x="457199" y="366714"/>
            <a:ext cx="2886075" cy="5143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리소스</a:t>
            </a:r>
          </a:p>
        </p:txBody>
      </p:sp>
    </p:spTree>
    <p:extLst>
      <p:ext uri="{BB962C8B-B14F-4D97-AF65-F5344CB8AC3E}">
        <p14:creationId xmlns:p14="http://schemas.microsoft.com/office/powerpoint/2010/main" val="24523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EF73A7-BC59-4262-98A3-13DE0168C67D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26670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상황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0B1572-EA95-499D-B272-3EA4F05BE3F8}"/>
              </a:ext>
            </a:extLst>
          </p:cNvPr>
          <p:cNvSpPr>
            <a:spLocks noGrp="1"/>
          </p:cNvSpPr>
          <p:nvPr/>
        </p:nvSpPr>
        <p:spPr>
          <a:xfrm>
            <a:off x="3333750" y="1333500"/>
            <a:ext cx="371475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발생 문제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A7272-4179-40DF-A7AA-5C4D3BBA94B8}"/>
              </a:ext>
            </a:extLst>
          </p:cNvPr>
          <p:cNvSpPr>
            <a:spLocks noGrp="1"/>
          </p:cNvSpPr>
          <p:nvPr/>
        </p:nvSpPr>
        <p:spPr>
          <a:xfrm>
            <a:off x="7162800" y="1333500"/>
            <a:ext cx="43434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장치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3F33DAE-5534-4D3C-A635-A83510EE641A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1ABD98-8369-467B-932C-48E2D62EEBD7}"/>
              </a:ext>
            </a:extLst>
          </p:cNvPr>
          <p:cNvSpPr>
            <a:spLocks noGrp="1"/>
          </p:cNvSpPr>
          <p:nvPr/>
        </p:nvSpPr>
        <p:spPr>
          <a:xfrm>
            <a:off x="590550" y="17430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 중 추가 흡음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05E8684-09BC-4A66-82A1-970B44F2C369}"/>
              </a:ext>
            </a:extLst>
          </p:cNvPr>
          <p:cNvSpPr>
            <a:spLocks noGrp="1"/>
          </p:cNvSpPr>
          <p:nvPr/>
        </p:nvSpPr>
        <p:spPr>
          <a:xfrm>
            <a:off x="3333750" y="17430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잠금과 저장 충돌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3C44E7-F9AB-4166-8CF1-7B354FE49116}"/>
              </a:ext>
            </a:extLst>
          </p:cNvPr>
          <p:cNvSpPr>
            <a:spLocks noGrp="1"/>
          </p:cNvSpPr>
          <p:nvPr/>
        </p:nvSpPr>
        <p:spPr>
          <a:xfrm>
            <a:off x="7162800" y="17430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흡음 불가 · HUD 경고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2F8D10D-EF50-469A-B627-4AE82638B599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364E692-CA29-4B58-9F93-C78E2E4B5431}"/>
              </a:ext>
            </a:extLst>
          </p:cNvPr>
          <p:cNvSpPr>
            <a:spLocks noGrp="1"/>
          </p:cNvSpPr>
          <p:nvPr/>
        </p:nvSpPr>
        <p:spPr>
          <a:xfrm>
            <a:off x="590550" y="23336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 중 게이지 0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3333750" y="23336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정지 유지 불가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6CF8F0-9A03-4234-861F-F02E57BE8FCE}"/>
              </a:ext>
            </a:extLst>
          </p:cNvPr>
          <p:cNvSpPr>
            <a:spLocks noGrp="1"/>
          </p:cNvSpPr>
          <p:nvPr/>
        </p:nvSpPr>
        <p:spPr>
          <a:xfrm>
            <a:off x="7162800" y="23336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후 즉시 낙하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1551CF-4DD5-4A90-B5EA-48BB692FAEDE}"/>
              </a:ext>
            </a:extLst>
          </p:cNvPr>
          <p:cNvSpPr>
            <a:spLocks noGrp="1"/>
          </p:cNvSpPr>
          <p:nvPr/>
        </p:nvSpPr>
        <p:spPr>
          <a:xfrm>
            <a:off x="457200" y="28765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B99E1F-508E-4079-81D3-B5C4D908DD87}"/>
              </a:ext>
            </a:extLst>
          </p:cNvPr>
          <p:cNvSpPr>
            <a:spLocks noGrp="1"/>
          </p:cNvSpPr>
          <p:nvPr/>
        </p:nvSpPr>
        <p:spPr>
          <a:xfrm>
            <a:off x="590550" y="29241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직전 수중 진입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984A1F-B5AE-427C-A52A-F65F5CF15DDD}"/>
              </a:ext>
            </a:extLst>
          </p:cNvPr>
          <p:cNvSpPr>
            <a:spLocks noGrp="1"/>
          </p:cNvSpPr>
          <p:nvPr/>
        </p:nvSpPr>
        <p:spPr>
          <a:xfrm>
            <a:off x="3333750" y="29241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자극 출력과 환경 우선순위 충돌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7865854-9A5D-4DD5-AAB8-96D44306B569}"/>
              </a:ext>
            </a:extLst>
          </p:cNvPr>
          <p:cNvSpPr>
            <a:spLocks noGrp="1"/>
          </p:cNvSpPr>
          <p:nvPr/>
        </p:nvSpPr>
        <p:spPr>
          <a:xfrm>
            <a:off x="7162800" y="2924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취소 · 기침 상태 전환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E0701F8-59F9-4EAE-9A4E-C3490F6E9AFF}"/>
              </a:ext>
            </a:extLst>
          </p:cNvPr>
          <p:cNvSpPr>
            <a:spLocks noGrp="1"/>
          </p:cNvSpPr>
          <p:nvPr/>
        </p:nvSpPr>
        <p:spPr>
          <a:xfrm>
            <a:off x="457200" y="34671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2F239A4-3268-4CEA-8DB8-82CE366ED1AB}"/>
              </a:ext>
            </a:extLst>
          </p:cNvPr>
          <p:cNvSpPr>
            <a:spLocks noGrp="1"/>
          </p:cNvSpPr>
          <p:nvPr/>
        </p:nvSpPr>
        <p:spPr>
          <a:xfrm>
            <a:off x="590550" y="35147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 중 충돌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C754A3-BA1E-4429-A5D4-629F1F700D75}"/>
              </a:ext>
            </a:extLst>
          </p:cNvPr>
          <p:cNvSpPr>
            <a:spLocks noGrp="1"/>
          </p:cNvSpPr>
          <p:nvPr/>
        </p:nvSpPr>
        <p:spPr>
          <a:xfrm>
            <a:off x="3333750" y="35147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은신과 물리 흔적 충돌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70A778-F66D-4633-ABD1-EF2A9FFCE018}"/>
              </a:ext>
            </a:extLst>
          </p:cNvPr>
          <p:cNvSpPr>
            <a:spLocks noGrp="1"/>
          </p:cNvSpPr>
          <p:nvPr/>
        </p:nvSpPr>
        <p:spPr>
          <a:xfrm>
            <a:off x="7162800" y="35147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충돌음 유지 · 적 의심 증가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F41BE4E-1B7B-4238-857A-E20ED5114F43}"/>
              </a:ext>
            </a:extLst>
          </p:cNvPr>
          <p:cNvSpPr>
            <a:spLocks noGrp="1"/>
          </p:cNvSpPr>
          <p:nvPr/>
        </p:nvSpPr>
        <p:spPr>
          <a:xfrm>
            <a:off x="457200" y="40576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27E8ED-F672-4CF9-A48E-308757897C8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비상 호흡 연속 사용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B629375-DA26-48DE-855E-4A9D13898928}"/>
              </a:ext>
            </a:extLst>
          </p:cNvPr>
          <p:cNvSpPr>
            <a:spLocks noGrp="1"/>
          </p:cNvSpPr>
          <p:nvPr/>
        </p:nvSpPr>
        <p:spPr>
          <a:xfrm>
            <a:off x="3333750" y="41052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무한 숨 참기 가능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DFB0653-D4DF-4541-8060-830C743EC903}"/>
              </a:ext>
            </a:extLst>
          </p:cNvPr>
          <p:cNvSpPr>
            <a:spLocks noGrp="1"/>
          </p:cNvSpPr>
          <p:nvPr/>
        </p:nvSpPr>
        <p:spPr>
          <a:xfrm>
            <a:off x="7162800" y="41052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 호흡 사이클당 1회 제한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18A21DB-39ED-422F-B75D-FED05E3F85C6}"/>
              </a:ext>
            </a:extLst>
          </p:cNvPr>
          <p:cNvSpPr>
            <a:spLocks noGrp="1"/>
          </p:cNvSpPr>
          <p:nvPr/>
        </p:nvSpPr>
        <p:spPr>
          <a:xfrm>
            <a:off x="457200" y="46482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D17E64F-64E5-48D1-A5DC-6DA961409FFA}"/>
              </a:ext>
            </a:extLst>
          </p:cNvPr>
          <p:cNvSpPr>
            <a:spLocks noGrp="1"/>
          </p:cNvSpPr>
          <p:nvPr/>
        </p:nvSpPr>
        <p:spPr>
          <a:xfrm>
            <a:off x="590550" y="46958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필수 구간 소음 방출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370FE6A-DCF4-4791-8536-2201C1E9716C}"/>
              </a:ext>
            </a:extLst>
          </p:cNvPr>
          <p:cNvSpPr>
            <a:spLocks noGrp="1"/>
          </p:cNvSpPr>
          <p:nvPr/>
        </p:nvSpPr>
        <p:spPr>
          <a:xfrm>
            <a:off x="3333750" y="46958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과다 유입으로 진행 불가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233CB5-8C0D-4A04-9DCD-C407D24D5B27}"/>
              </a:ext>
            </a:extLst>
          </p:cNvPr>
          <p:cNvSpPr>
            <a:spLocks noGrp="1"/>
          </p:cNvSpPr>
          <p:nvPr/>
        </p:nvSpPr>
        <p:spPr>
          <a:xfrm>
            <a:off x="7162800" y="46958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위치 제한 · 안전 구역 배치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EC055CD-D187-4B20-A2E2-68A871374E37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12486-695B-4C89-9AFB-1464CB79392C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 생존 / 진행 보장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503D43-5A9F-405C-B742-7D95DAB73D71}"/>
              </a:ext>
            </a:extLst>
          </p:cNvPr>
          <p:cNvSpPr>
            <a:spLocks noGrp="1"/>
          </p:cNvSpPr>
          <p:nvPr/>
        </p:nvSpPr>
        <p:spPr>
          <a:xfrm>
            <a:off x="335280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18BA806-8808-4EAD-BADB-027198983FB9}"/>
              </a:ext>
            </a:extLst>
          </p:cNvPr>
          <p:cNvSpPr>
            <a:spLocks noGrp="1"/>
          </p:cNvSpPr>
          <p:nvPr/>
        </p:nvSpPr>
        <p:spPr>
          <a:xfrm>
            <a:off x="3857625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5D2C561-82BE-40DB-AB25-C38520771C96}"/>
              </a:ext>
            </a:extLst>
          </p:cNvPr>
          <p:cNvSpPr>
            <a:spLocks noGrp="1"/>
          </p:cNvSpPr>
          <p:nvPr/>
        </p:nvSpPr>
        <p:spPr>
          <a:xfrm>
            <a:off x="3895725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 강제 상태 처리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55CEA9F-6C8B-4B20-9518-A9419177A386}"/>
              </a:ext>
            </a:extLst>
          </p:cNvPr>
          <p:cNvSpPr>
            <a:spLocks noGrp="1"/>
          </p:cNvSpPr>
          <p:nvPr/>
        </p:nvSpPr>
        <p:spPr>
          <a:xfrm>
            <a:off x="6334125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F321847-384D-41E2-943B-9DD3C90C73E8}"/>
              </a:ext>
            </a:extLst>
          </p:cNvPr>
          <p:cNvSpPr>
            <a:spLocks noGrp="1"/>
          </p:cNvSpPr>
          <p:nvPr/>
        </p:nvSpPr>
        <p:spPr>
          <a:xfrm>
            <a:off x="683895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BF9E696-F77B-4CD7-A8E4-3EFA122F48C3}"/>
              </a:ext>
            </a:extLst>
          </p:cNvPr>
          <p:cNvSpPr>
            <a:spLocks noGrp="1"/>
          </p:cNvSpPr>
          <p:nvPr/>
        </p:nvSpPr>
        <p:spPr>
          <a:xfrm>
            <a:off x="687705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 능력·환경 효과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38F982-AD3E-4415-A227-A652E64C8A20}"/>
              </a:ext>
            </a:extLst>
          </p:cNvPr>
          <p:cNvSpPr>
            <a:spLocks noGrp="1"/>
          </p:cNvSpPr>
          <p:nvPr/>
        </p:nvSpPr>
        <p:spPr>
          <a:xfrm>
            <a:off x="931545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FFFD087-0929-49A0-929D-113FAAA9CA1E}"/>
              </a:ext>
            </a:extLst>
          </p:cNvPr>
          <p:cNvSpPr>
            <a:spLocks noGrp="1"/>
          </p:cNvSpPr>
          <p:nvPr/>
        </p:nvSpPr>
        <p:spPr>
          <a:xfrm>
            <a:off x="9667875" y="5600700"/>
            <a:ext cx="1809750" cy="438150"/>
          </a:xfrm>
          <a:prstGeom prst="roundRect">
            <a:avLst>
              <a:gd name="adj" fmla="val 173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E2C2078-6663-48D9-8D6E-5190C2CB9A70}"/>
              </a:ext>
            </a:extLst>
          </p:cNvPr>
          <p:cNvSpPr>
            <a:spLocks noGrp="1"/>
          </p:cNvSpPr>
          <p:nvPr/>
        </p:nvSpPr>
        <p:spPr>
          <a:xfrm>
            <a:off x="9705975" y="56197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 일반 입력 복귀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DC9564E-4655-4FC5-9F40-B43616C5D47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14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안전장치는 규칙을 약하게 만드는 예외가 아니라, 규칙끼리 충돌해 플레이가 망가지지 않게 하는 처리 기준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31813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예외사항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478139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1291</Words>
  <Application>Microsoft Office PowerPoint</Application>
  <DocSecurity>0</DocSecurity>
  <PresentationFormat>와이드스크린</PresentationFormat>
  <Paragraphs>344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musukie52@gmail.com</cp:lastModifiedBy>
  <cp:revision>5</cp:revision>
  <dcterms:created xsi:type="dcterms:W3CDTF">2026-08-24T02:49:00Z</dcterms:created>
  <dcterms:modified xsi:type="dcterms:W3CDTF">2026-08-26T02:49:30Z</dcterms:modified>
</cp:coreProperties>
</file>