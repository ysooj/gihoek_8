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71" r:id="rId14"/>
    <p:sldId id="272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C6D"/>
    <a:srgbClr val="89D3C6"/>
    <a:srgbClr val="B38EEA"/>
    <a:srgbClr val="FFF2C7"/>
    <a:srgbClr val="EDE4FA"/>
    <a:srgbClr val="D9F5F1"/>
    <a:srgbClr val="FF9C65"/>
    <a:srgbClr val="FFE3D4"/>
    <a:srgbClr val="78B5EC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4CD7F-A3A6-49E5-B64E-8309485C5D66}" v="52" dt="2026-08-27T03:00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31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">
      <pc:chgData name="musukie52@gmail.com" userId="017bd91f96aa8751" providerId="LiveId" clId="{5B2C3894-F97E-4CAB-8812-5BB4D83AAC6A}" dt="2026-08-27T03:30:41.263" v="1089" actId="478"/>
      <pc:docMkLst>
        <pc:docMk/>
      </pc:docMkLst>
      <pc:sldChg chg="modSp mod">
        <pc:chgData name="musukie52@gmail.com" userId="017bd91f96aa8751" providerId="LiveId" clId="{5B2C3894-F97E-4CAB-8812-5BB4D83AAC6A}" dt="2026-08-27T03:02:25.783" v="942" actId="242"/>
        <pc:sldMkLst>
          <pc:docMk/>
          <pc:sldMk cId="2068370415" sldId="257"/>
        </pc:sldMkLst>
        <pc:spChg chg="mod">
          <ac:chgData name="musukie52@gmail.com" userId="017bd91f96aa8751" providerId="LiveId" clId="{5B2C3894-F97E-4CAB-8812-5BB4D83AAC6A}" dt="2026-08-27T03:02:25.783" v="942" actId="242"/>
          <ac:spMkLst>
            <pc:docMk/>
            <pc:sldMk cId="2068370415" sldId="257"/>
            <ac:spMk id="17" creationId="{538D629A-85D0-4B34-BE8A-E2BB383BBB54}"/>
          </ac:spMkLst>
        </pc:spChg>
      </pc:sldChg>
      <pc:sldChg chg="modSp mod">
        <pc:chgData name="musukie52@gmail.com" userId="017bd91f96aa8751" providerId="LiveId" clId="{5B2C3894-F97E-4CAB-8812-5BB4D83AAC6A}" dt="2026-08-26T02:21:56.606" v="217" actId="27636"/>
        <pc:sldMkLst>
          <pc:docMk/>
          <pc:sldMk cId="261610795" sldId="258"/>
        </pc:sldMkLst>
        <pc:spChg chg="mod">
          <ac:chgData name="musukie52@gmail.com" userId="017bd91f96aa8751" providerId="LiveId" clId="{5B2C3894-F97E-4CAB-8812-5BB4D83AAC6A}" dt="2026-08-26T02:21:56.601" v="216" actId="27636"/>
          <ac:spMkLst>
            <pc:docMk/>
            <pc:sldMk cId="261610795" sldId="258"/>
            <ac:spMk id="18" creationId="{8A48534E-BF69-42F3-B8BA-FB4765ADD3D8}"/>
          </ac:spMkLst>
        </pc:spChg>
        <pc:spChg chg="mod">
          <ac:chgData name="musukie52@gmail.com" userId="017bd91f96aa8751" providerId="LiveId" clId="{5B2C3894-F97E-4CAB-8812-5BB4D83AAC6A}" dt="2026-08-26T02:21:56.596" v="214" actId="27636"/>
          <ac:spMkLst>
            <pc:docMk/>
            <pc:sldMk cId="261610795" sldId="258"/>
            <ac:spMk id="21" creationId="{78363AF7-D771-4BA7-8228-C04B3A5777F9}"/>
          </ac:spMkLst>
        </pc:spChg>
        <pc:spChg chg="mod">
          <ac:chgData name="musukie52@gmail.com" userId="017bd91f96aa8751" providerId="LiveId" clId="{5B2C3894-F97E-4CAB-8812-5BB4D83AAC6A}" dt="2026-08-26T02:21:56.599" v="215" actId="27636"/>
          <ac:spMkLst>
            <pc:docMk/>
            <pc:sldMk cId="261610795" sldId="258"/>
            <ac:spMk id="51" creationId="{7F97BD8F-222E-40EF-A77D-7D8CA2AE24D5}"/>
          </ac:spMkLst>
        </pc:spChg>
        <pc:spChg chg="mod">
          <ac:chgData name="musukie52@gmail.com" userId="017bd91f96aa8751" providerId="LiveId" clId="{5B2C3894-F97E-4CAB-8812-5BB4D83AAC6A}" dt="2026-08-26T02:21:56.606" v="217" actId="27636"/>
          <ac:spMkLst>
            <pc:docMk/>
            <pc:sldMk cId="261610795" sldId="258"/>
            <ac:spMk id="52" creationId="{6443DCEA-EDE6-4425-82D8-FA5D6D5C6679}"/>
          </ac:spMkLst>
        </pc:spChg>
      </pc:sldChg>
      <pc:sldChg chg="modSp mod">
        <pc:chgData name="musukie52@gmail.com" userId="017bd91f96aa8751" providerId="LiveId" clId="{5B2C3894-F97E-4CAB-8812-5BB4D83AAC6A}" dt="2026-08-26T02:21:56.629" v="225" actId="27636"/>
        <pc:sldMkLst>
          <pc:docMk/>
          <pc:sldMk cId="807505549" sldId="260"/>
        </pc:sldMkLst>
        <pc:spChg chg="mod">
          <ac:chgData name="musukie52@gmail.com" userId="017bd91f96aa8751" providerId="LiveId" clId="{5B2C3894-F97E-4CAB-8812-5BB4D83AAC6A}" dt="2026-08-26T02:21:56.613" v="218" actId="27636"/>
          <ac:spMkLst>
            <pc:docMk/>
            <pc:sldMk cId="807505549" sldId="260"/>
            <ac:spMk id="8" creationId="{A48AB4CE-0B21-4791-BDD5-D777D611B0BE}"/>
          </ac:spMkLst>
        </pc:spChg>
        <pc:spChg chg="mod">
          <ac:chgData name="musukie52@gmail.com" userId="017bd91f96aa8751" providerId="LiveId" clId="{5B2C3894-F97E-4CAB-8812-5BB4D83AAC6A}" dt="2026-08-26T02:21:56.625" v="223" actId="27636"/>
          <ac:spMkLst>
            <pc:docMk/>
            <pc:sldMk cId="807505549" sldId="260"/>
            <ac:spMk id="11" creationId="{8B8FE847-DF78-4C82-BCB1-65EB9C8B2808}"/>
          </ac:spMkLst>
        </pc:spChg>
        <pc:spChg chg="mod">
          <ac:chgData name="musukie52@gmail.com" userId="017bd91f96aa8751" providerId="LiveId" clId="{5B2C3894-F97E-4CAB-8812-5BB4D83AAC6A}" dt="2026-08-26T02:21:56.623" v="222" actId="27636"/>
          <ac:spMkLst>
            <pc:docMk/>
            <pc:sldMk cId="807505549" sldId="260"/>
            <ac:spMk id="14" creationId="{569467DD-691B-4E35-B7ED-1201020777F7}"/>
          </ac:spMkLst>
        </pc:spChg>
        <pc:spChg chg="mod">
          <ac:chgData name="musukie52@gmail.com" userId="017bd91f96aa8751" providerId="LiveId" clId="{5B2C3894-F97E-4CAB-8812-5BB4D83AAC6A}" dt="2026-08-26T02:21:56.616" v="219" actId="27636"/>
          <ac:spMkLst>
            <pc:docMk/>
            <pc:sldMk cId="807505549" sldId="260"/>
            <ac:spMk id="17" creationId="{D9A3A36D-C585-4B72-A417-DE8D48167D49}"/>
          </ac:spMkLst>
        </pc:spChg>
        <pc:spChg chg="mod">
          <ac:chgData name="musukie52@gmail.com" userId="017bd91f96aa8751" providerId="LiveId" clId="{5B2C3894-F97E-4CAB-8812-5BB4D83AAC6A}" dt="2026-08-26T02:21:56.619" v="220" actId="27636"/>
          <ac:spMkLst>
            <pc:docMk/>
            <pc:sldMk cId="807505549" sldId="260"/>
            <ac:spMk id="33" creationId="{82EDA340-C77A-4A56-867A-CB3EB1902B4D}"/>
          </ac:spMkLst>
        </pc:spChg>
        <pc:spChg chg="mod">
          <ac:chgData name="musukie52@gmail.com" userId="017bd91f96aa8751" providerId="LiveId" clId="{5B2C3894-F97E-4CAB-8812-5BB4D83AAC6A}" dt="2026-08-26T02:21:56.629" v="225" actId="27636"/>
          <ac:spMkLst>
            <pc:docMk/>
            <pc:sldMk cId="807505549" sldId="260"/>
            <ac:spMk id="36" creationId="{3E32F716-B5C4-40E1-872F-39C0D7276E91}"/>
          </ac:spMkLst>
        </pc:spChg>
        <pc:spChg chg="mod">
          <ac:chgData name="musukie52@gmail.com" userId="017bd91f96aa8751" providerId="LiveId" clId="{5B2C3894-F97E-4CAB-8812-5BB4D83AAC6A}" dt="2026-08-26T02:21:56.627" v="224" actId="27636"/>
          <ac:spMkLst>
            <pc:docMk/>
            <pc:sldMk cId="807505549" sldId="260"/>
            <ac:spMk id="39" creationId="{4C8FA7E6-F2AD-49C6-B6F7-A7722E72EEA5}"/>
          </ac:spMkLst>
        </pc:spChg>
        <pc:spChg chg="mod">
          <ac:chgData name="musukie52@gmail.com" userId="017bd91f96aa8751" providerId="LiveId" clId="{5B2C3894-F97E-4CAB-8812-5BB4D83AAC6A}" dt="2026-08-26T02:21:56.621" v="221" actId="27636"/>
          <ac:spMkLst>
            <pc:docMk/>
            <pc:sldMk cId="807505549" sldId="260"/>
            <ac:spMk id="42" creationId="{7E57072B-212D-4975-BF15-579D2BE4B4BF}"/>
          </ac:spMkLst>
        </pc:spChg>
      </pc:sldChg>
      <pc:sldChg chg="modSp mod">
        <pc:chgData name="musukie52@gmail.com" userId="017bd91f96aa8751" providerId="LiveId" clId="{5B2C3894-F97E-4CAB-8812-5BB4D83AAC6A}" dt="2026-08-26T02:21:56.651" v="231" actId="27636"/>
        <pc:sldMkLst>
          <pc:docMk/>
          <pc:sldMk cId="1034871529" sldId="261"/>
        </pc:sldMkLst>
        <pc:spChg chg="mod">
          <ac:chgData name="musukie52@gmail.com" userId="017bd91f96aa8751" providerId="LiveId" clId="{5B2C3894-F97E-4CAB-8812-5BB4D83AAC6A}" dt="2026-08-26T02:21:56.651" v="231" actId="27636"/>
          <ac:spMkLst>
            <pc:docMk/>
            <pc:sldMk cId="1034871529" sldId="261"/>
            <ac:spMk id="26" creationId="{BD2BB49E-F807-4DFB-8513-3815200599B0}"/>
          </ac:spMkLst>
        </pc:spChg>
        <pc:spChg chg="mod">
          <ac:chgData name="musukie52@gmail.com" userId="017bd91f96aa8751" providerId="LiveId" clId="{5B2C3894-F97E-4CAB-8812-5BB4D83AAC6A}" dt="2026-08-26T02:21:56.648" v="229" actId="27636"/>
          <ac:spMkLst>
            <pc:docMk/>
            <pc:sldMk cId="1034871529" sldId="261"/>
            <ac:spMk id="27" creationId="{9923EFED-B3AE-4E25-BBEF-DE32866519B1}"/>
          </ac:spMkLst>
        </pc:spChg>
        <pc:spChg chg="mod">
          <ac:chgData name="musukie52@gmail.com" userId="017bd91f96aa8751" providerId="LiveId" clId="{5B2C3894-F97E-4CAB-8812-5BB4D83AAC6A}" dt="2026-08-26T02:21:56.641" v="226" actId="27636"/>
          <ac:spMkLst>
            <pc:docMk/>
            <pc:sldMk cId="1034871529" sldId="261"/>
            <ac:spMk id="41" creationId="{C2946533-5D26-43BB-A5E6-A8FEBF856441}"/>
          </ac:spMkLst>
        </pc:spChg>
        <pc:spChg chg="mod">
          <ac:chgData name="musukie52@gmail.com" userId="017bd91f96aa8751" providerId="LiveId" clId="{5B2C3894-F97E-4CAB-8812-5BB4D83AAC6A}" dt="2026-08-26T02:21:56.646" v="228" actId="27636"/>
          <ac:spMkLst>
            <pc:docMk/>
            <pc:sldMk cId="1034871529" sldId="261"/>
            <ac:spMk id="42" creationId="{2F623E12-6579-42A9-9B96-CE7CA7582FD2}"/>
          </ac:spMkLst>
        </pc:spChg>
        <pc:spChg chg="mod">
          <ac:chgData name="musukie52@gmail.com" userId="017bd91f96aa8751" providerId="LiveId" clId="{5B2C3894-F97E-4CAB-8812-5BB4D83AAC6A}" dt="2026-08-26T02:21:56.649" v="230" actId="27636"/>
          <ac:spMkLst>
            <pc:docMk/>
            <pc:sldMk cId="1034871529" sldId="261"/>
            <ac:spMk id="56" creationId="{D436C7F2-13AC-4140-AC04-7AE2B79691B0}"/>
          </ac:spMkLst>
        </pc:spChg>
        <pc:spChg chg="mod">
          <ac:chgData name="musukie52@gmail.com" userId="017bd91f96aa8751" providerId="LiveId" clId="{5B2C3894-F97E-4CAB-8812-5BB4D83AAC6A}" dt="2026-08-26T02:21:56.644" v="227" actId="27636"/>
          <ac:spMkLst>
            <pc:docMk/>
            <pc:sldMk cId="1034871529" sldId="261"/>
            <ac:spMk id="57" creationId="{C7FADA2A-75E5-47F4-9583-B1603923784C}"/>
          </ac:spMkLst>
        </pc:spChg>
      </pc:sldChg>
      <pc:sldChg chg="addSp delSp modSp mod">
        <pc:chgData name="musukie52@gmail.com" userId="017bd91f96aa8751" providerId="LiveId" clId="{5B2C3894-F97E-4CAB-8812-5BB4D83AAC6A}" dt="2026-08-27T03:30:41.263" v="1089" actId="478"/>
        <pc:sldMkLst>
          <pc:docMk/>
          <pc:sldMk cId="1698414032" sldId="262"/>
        </pc:sldMkLst>
        <pc:picChg chg="add del mod">
          <ac:chgData name="musukie52@gmail.com" userId="017bd91f96aa8751" providerId="LiveId" clId="{5B2C3894-F97E-4CAB-8812-5BB4D83AAC6A}" dt="2026-08-27T03:30:41.263" v="1089" actId="478"/>
          <ac:picMkLst>
            <pc:docMk/>
            <pc:sldMk cId="1698414032" sldId="262"/>
            <ac:picMk id="3" creationId="{BCD74D93-C6B7-D83D-1B5D-FC533CE381D8}"/>
          </ac:picMkLst>
        </pc:picChg>
      </pc:sldChg>
      <pc:sldChg chg="addSp delSp modSp mod">
        <pc:chgData name="musukie52@gmail.com" userId="017bd91f96aa8751" providerId="LiveId" clId="{5B2C3894-F97E-4CAB-8812-5BB4D83AAC6A}" dt="2026-08-26T02:49:28.798" v="890" actId="208"/>
        <pc:sldMkLst>
          <pc:docMk/>
          <pc:sldMk cId="254101679" sldId="263"/>
        </pc:sldMkLst>
        <pc:spChg chg="mod">
          <ac:chgData name="musukie52@gmail.com" userId="017bd91f96aa8751" providerId="LiveId" clId="{5B2C3894-F97E-4CAB-8812-5BB4D83AAC6A}" dt="2026-08-26T02:37:49.029" v="624" actId="27636"/>
          <ac:spMkLst>
            <pc:docMk/>
            <pc:sldMk cId="254101679" sldId="263"/>
            <ac:spMk id="6" creationId="{D04C9F5D-6276-44A7-8958-15D82899D9E4}"/>
          </ac:spMkLst>
        </pc:spChg>
        <pc:spChg chg="mod">
          <ac:chgData name="musukie52@gmail.com" userId="017bd91f96aa8751" providerId="LiveId" clId="{5B2C3894-F97E-4CAB-8812-5BB4D83AAC6A}" dt="2026-08-26T02:21:56.537" v="207" actId="27636"/>
          <ac:spMkLst>
            <pc:docMk/>
            <pc:sldMk cId="254101679" sldId="263"/>
            <ac:spMk id="7" creationId="{E71DF36B-299F-442D-9D53-7796E8E54CF9}"/>
          </ac:spMkLst>
        </pc:spChg>
        <pc:spChg chg="mod">
          <ac:chgData name="musukie52@gmail.com" userId="017bd91f96aa8751" providerId="LiveId" clId="{5B2C3894-F97E-4CAB-8812-5BB4D83AAC6A}" dt="2026-08-26T02:37:35.104" v="621" actId="1076"/>
          <ac:spMkLst>
            <pc:docMk/>
            <pc:sldMk cId="254101679" sldId="263"/>
            <ac:spMk id="8" creationId="{E5059CE5-956D-4785-899E-8D05041CC266}"/>
          </ac:spMkLst>
        </pc:spChg>
        <pc:spChg chg="del">
          <ac:chgData name="musukie52@gmail.com" userId="017bd91f96aa8751" providerId="LiveId" clId="{5B2C3894-F97E-4CAB-8812-5BB4D83AAC6A}" dt="2026-08-26T02:33:52.295" v="408" actId="478"/>
          <ac:spMkLst>
            <pc:docMk/>
            <pc:sldMk cId="254101679" sldId="263"/>
            <ac:spMk id="9" creationId="{0BB3075D-5594-4804-89E0-96DBC94D622E}"/>
          </ac:spMkLst>
        </pc:spChg>
        <pc:spChg chg="mod">
          <ac:chgData name="musukie52@gmail.com" userId="017bd91f96aa8751" providerId="LiveId" clId="{5B2C3894-F97E-4CAB-8812-5BB4D83AAC6A}" dt="2026-08-26T02:40:03.111" v="660" actId="1076"/>
          <ac:spMkLst>
            <pc:docMk/>
            <pc:sldMk cId="254101679" sldId="263"/>
            <ac:spMk id="12" creationId="{C22771D2-050B-4655-9AE0-B68D44547AD2}"/>
          </ac:spMkLst>
        </pc:spChg>
        <pc:spChg chg="del">
          <ac:chgData name="musukie52@gmail.com" userId="017bd91f96aa8751" providerId="LiveId" clId="{5B2C3894-F97E-4CAB-8812-5BB4D83AAC6A}" dt="2026-08-26T02:34:22.923" v="458" actId="478"/>
          <ac:spMkLst>
            <pc:docMk/>
            <pc:sldMk cId="254101679" sldId="263"/>
            <ac:spMk id="13" creationId="{9E6E4592-C786-427C-B869-A09EF6FA6959}"/>
          </ac:spMkLst>
        </pc:spChg>
        <pc:spChg chg="del">
          <ac:chgData name="musukie52@gmail.com" userId="017bd91f96aa8751" providerId="LiveId" clId="{5B2C3894-F97E-4CAB-8812-5BB4D83AAC6A}" dt="2026-08-26T02:34:26.673" v="459" actId="478"/>
          <ac:spMkLst>
            <pc:docMk/>
            <pc:sldMk cId="254101679" sldId="263"/>
            <ac:spMk id="14" creationId="{709CFECD-8C9C-4A63-8F48-AC6C912DD3CB}"/>
          </ac:spMkLst>
        </pc:spChg>
        <pc:spChg chg="add mod">
          <ac:chgData name="musukie52@gmail.com" userId="017bd91f96aa8751" providerId="LiveId" clId="{5B2C3894-F97E-4CAB-8812-5BB4D83AAC6A}" dt="2026-08-26T02:41:22.473" v="670" actId="1076"/>
          <ac:spMkLst>
            <pc:docMk/>
            <pc:sldMk cId="254101679" sldId="263"/>
            <ac:spMk id="15" creationId="{A3B7EBF8-57CD-3027-3F3B-BED99A5704FB}"/>
          </ac:spMkLst>
        </pc:spChg>
        <pc:spChg chg="mod">
          <ac:chgData name="musukie52@gmail.com" userId="017bd91f96aa8751" providerId="LiveId" clId="{5B2C3894-F97E-4CAB-8812-5BB4D83AAC6A}" dt="2026-08-26T02:40:13.349" v="662" actId="1076"/>
          <ac:spMkLst>
            <pc:docMk/>
            <pc:sldMk cId="254101679" sldId="263"/>
            <ac:spMk id="16" creationId="{81D60253-EB63-4ABB-8152-9300B5AC3EF3}"/>
          </ac:spMkLst>
        </pc:spChg>
        <pc:spChg chg="del">
          <ac:chgData name="musukie52@gmail.com" userId="017bd91f96aa8751" providerId="LiveId" clId="{5B2C3894-F97E-4CAB-8812-5BB4D83AAC6A}" dt="2026-08-26T02:35:09.684" v="499" actId="478"/>
          <ac:spMkLst>
            <pc:docMk/>
            <pc:sldMk cId="254101679" sldId="263"/>
            <ac:spMk id="17" creationId="{8598ED97-EC08-485E-861A-4379D68B922C}"/>
          </ac:spMkLst>
        </pc:spChg>
        <pc:spChg chg="del">
          <ac:chgData name="musukie52@gmail.com" userId="017bd91f96aa8751" providerId="LiveId" clId="{5B2C3894-F97E-4CAB-8812-5BB4D83AAC6A}" dt="2026-08-26T02:35:09.684" v="499" actId="478"/>
          <ac:spMkLst>
            <pc:docMk/>
            <pc:sldMk cId="254101679" sldId="263"/>
            <ac:spMk id="18" creationId="{03FEDE07-63C2-4317-9A06-20A31B795B0F}"/>
          </ac:spMkLst>
        </pc:spChg>
        <pc:spChg chg="mod">
          <ac:chgData name="musukie52@gmail.com" userId="017bd91f96aa8751" providerId="LiveId" clId="{5B2C3894-F97E-4CAB-8812-5BB4D83AAC6A}" dt="2026-08-26T02:40:23.115" v="664" actId="1076"/>
          <ac:spMkLst>
            <pc:docMk/>
            <pc:sldMk cId="254101679" sldId="263"/>
            <ac:spMk id="20" creationId="{2941F831-4AB3-4663-A646-A3DA7E32601E}"/>
          </ac:spMkLst>
        </pc:spChg>
        <pc:spChg chg="del">
          <ac:chgData name="musukie52@gmail.com" userId="017bd91f96aa8751" providerId="LiveId" clId="{5B2C3894-F97E-4CAB-8812-5BB4D83AAC6A}" dt="2026-08-26T02:35:45.802" v="547" actId="478"/>
          <ac:spMkLst>
            <pc:docMk/>
            <pc:sldMk cId="254101679" sldId="263"/>
            <ac:spMk id="21" creationId="{081DFF6B-63AD-4B25-8D36-DA6D75A3E375}"/>
          </ac:spMkLst>
        </pc:spChg>
        <pc:spChg chg="del">
          <ac:chgData name="musukie52@gmail.com" userId="017bd91f96aa8751" providerId="LiveId" clId="{5B2C3894-F97E-4CAB-8812-5BB4D83AAC6A}" dt="2026-08-26T02:35:45.802" v="547" actId="478"/>
          <ac:spMkLst>
            <pc:docMk/>
            <pc:sldMk cId="254101679" sldId="263"/>
            <ac:spMk id="22" creationId="{475F6C5A-5811-447C-B2BD-0157D9B29548}"/>
          </ac:spMkLst>
        </pc:spChg>
        <pc:spChg chg="add mod">
          <ac:chgData name="musukie52@gmail.com" userId="017bd91f96aa8751" providerId="LiveId" clId="{5B2C3894-F97E-4CAB-8812-5BB4D83AAC6A}" dt="2026-08-26T02:41:22.473" v="670" actId="1076"/>
          <ac:spMkLst>
            <pc:docMk/>
            <pc:sldMk cId="254101679" sldId="263"/>
            <ac:spMk id="23" creationId="{F548A083-C694-9F81-BC3B-9821B117470B}"/>
          </ac:spMkLst>
        </pc:spChg>
        <pc:spChg chg="mod">
          <ac:chgData name="musukie52@gmail.com" userId="017bd91f96aa8751" providerId="LiveId" clId="{5B2C3894-F97E-4CAB-8812-5BB4D83AAC6A}" dt="2026-08-26T02:40:36.466" v="666" actId="1076"/>
          <ac:spMkLst>
            <pc:docMk/>
            <pc:sldMk cId="254101679" sldId="263"/>
            <ac:spMk id="24" creationId="{39D25AD7-90BA-4486-8A1F-707A5BBE3FD7}"/>
          </ac:spMkLst>
        </pc:spChg>
        <pc:spChg chg="del">
          <ac:chgData name="musukie52@gmail.com" userId="017bd91f96aa8751" providerId="LiveId" clId="{5B2C3894-F97E-4CAB-8812-5BB4D83AAC6A}" dt="2026-08-26T02:36:11.463" v="605" actId="478"/>
          <ac:spMkLst>
            <pc:docMk/>
            <pc:sldMk cId="254101679" sldId="263"/>
            <ac:spMk id="25" creationId="{7203993D-593F-4498-BD2D-70AE2144CCDC}"/>
          </ac:spMkLst>
        </pc:spChg>
        <pc:spChg chg="del">
          <ac:chgData name="musukie52@gmail.com" userId="017bd91f96aa8751" providerId="LiveId" clId="{5B2C3894-F97E-4CAB-8812-5BB4D83AAC6A}" dt="2026-08-26T02:36:11.463" v="605" actId="478"/>
          <ac:spMkLst>
            <pc:docMk/>
            <pc:sldMk cId="254101679" sldId="263"/>
            <ac:spMk id="26" creationId="{82461B41-39C0-4BF1-8C66-DADCA9D44507}"/>
          </ac:spMkLst>
        </pc:spChg>
        <pc:spChg chg="mod">
          <ac:chgData name="musukie52@gmail.com" userId="017bd91f96aa8751" providerId="LiveId" clId="{5B2C3894-F97E-4CAB-8812-5BB4D83AAC6A}" dt="2026-08-26T02:37:52.471" v="626" actId="27636"/>
          <ac:spMkLst>
            <pc:docMk/>
            <pc:sldMk cId="254101679" sldId="263"/>
            <ac:spMk id="28" creationId="{2DF2D9AD-C105-4282-B746-2BA83049A4C2}"/>
          </ac:spMkLst>
        </pc:spChg>
        <pc:spChg chg="mod">
          <ac:chgData name="musukie52@gmail.com" userId="017bd91f96aa8751" providerId="LiveId" clId="{5B2C3894-F97E-4CAB-8812-5BB4D83AAC6A}" dt="2026-08-26T02:21:56.547" v="211" actId="27636"/>
          <ac:spMkLst>
            <pc:docMk/>
            <pc:sldMk cId="254101679" sldId="263"/>
            <ac:spMk id="29" creationId="{BD2035FC-75D1-4599-B0D7-43A6C747B2E9}"/>
          </ac:spMkLst>
        </pc:spChg>
        <pc:spChg chg="mod">
          <ac:chgData name="musukie52@gmail.com" userId="017bd91f96aa8751" providerId="LiveId" clId="{5B2C3894-F97E-4CAB-8812-5BB4D83AAC6A}" dt="2026-08-26T02:37:39.593" v="622" actId="1076"/>
          <ac:spMkLst>
            <pc:docMk/>
            <pc:sldMk cId="254101679" sldId="263"/>
            <ac:spMk id="30" creationId="{B931D36A-9D7A-41AE-A5E4-280077871ED0}"/>
          </ac:spMkLst>
        </pc:spChg>
        <pc:spChg chg="add mod">
          <ac:chgData name="musukie52@gmail.com" userId="017bd91f96aa8751" providerId="LiveId" clId="{5B2C3894-F97E-4CAB-8812-5BB4D83AAC6A}" dt="2026-08-26T02:20:41.765" v="189" actId="1076"/>
          <ac:spMkLst>
            <pc:docMk/>
            <pc:sldMk cId="254101679" sldId="263"/>
            <ac:spMk id="31" creationId="{7D1501EB-A271-BC94-6BC8-75537A63B83F}"/>
          </ac:spMkLst>
        </pc:spChg>
        <pc:spChg chg="add mod">
          <ac:chgData name="musukie52@gmail.com" userId="017bd91f96aa8751" providerId="LiveId" clId="{5B2C3894-F97E-4CAB-8812-5BB4D83AAC6A}" dt="2026-08-26T02:41:22.473" v="670" actId="1076"/>
          <ac:spMkLst>
            <pc:docMk/>
            <pc:sldMk cId="254101679" sldId="263"/>
            <ac:spMk id="33" creationId="{996E85F2-84F5-51BC-C769-DD63894DED57}"/>
          </ac:spMkLst>
        </pc:spChg>
        <pc:spChg chg="add mod ord">
          <ac:chgData name="musukie52@gmail.com" userId="017bd91f96aa8751" providerId="LiveId" clId="{5B2C3894-F97E-4CAB-8812-5BB4D83AAC6A}" dt="2026-08-26T02:41:22.473" v="670" actId="1076"/>
          <ac:spMkLst>
            <pc:docMk/>
            <pc:sldMk cId="254101679" sldId="263"/>
            <ac:spMk id="35" creationId="{E260C22B-C70F-129A-FA20-03B98F67E543}"/>
          </ac:spMkLst>
        </pc:spChg>
        <pc:spChg chg="add del mod">
          <ac:chgData name="musukie52@gmail.com" userId="017bd91f96aa8751" providerId="LiveId" clId="{5B2C3894-F97E-4CAB-8812-5BB4D83AAC6A}" dt="2026-08-26T02:23:08.101" v="245" actId="478"/>
          <ac:spMkLst>
            <pc:docMk/>
            <pc:sldMk cId="254101679" sldId="263"/>
            <ac:spMk id="44" creationId="{159E84D4-09E8-DDA6-98B5-852A517C40D8}"/>
          </ac:spMkLst>
        </pc:spChg>
        <pc:spChg chg="add del mod">
          <ac:chgData name="musukie52@gmail.com" userId="017bd91f96aa8751" providerId="LiveId" clId="{5B2C3894-F97E-4CAB-8812-5BB4D83AAC6A}" dt="2026-08-26T02:24:28.009" v="249" actId="478"/>
          <ac:spMkLst>
            <pc:docMk/>
            <pc:sldMk cId="254101679" sldId="263"/>
            <ac:spMk id="45" creationId="{23FB1CD0-14A5-1286-BC7E-D963D310B28F}"/>
          </ac:spMkLst>
        </pc:spChg>
        <pc:spChg chg="add mod">
          <ac:chgData name="musukie52@gmail.com" userId="017bd91f96aa8751" providerId="LiveId" clId="{5B2C3894-F97E-4CAB-8812-5BB4D83AAC6A}" dt="2026-08-26T02:28:18.404" v="307" actId="164"/>
          <ac:spMkLst>
            <pc:docMk/>
            <pc:sldMk cId="254101679" sldId="263"/>
            <ac:spMk id="46" creationId="{D813DB76-4BB3-5BBE-814A-AFAEE59E2C51}"/>
          </ac:spMkLst>
        </pc:spChg>
        <pc:spChg chg="add mod">
          <ac:chgData name="musukie52@gmail.com" userId="017bd91f96aa8751" providerId="LiveId" clId="{5B2C3894-F97E-4CAB-8812-5BB4D83AAC6A}" dt="2026-08-26T02:28:18.404" v="307" actId="164"/>
          <ac:spMkLst>
            <pc:docMk/>
            <pc:sldMk cId="254101679" sldId="263"/>
            <ac:spMk id="49" creationId="{EF4DCD3C-AFFD-5ABA-2501-28E3CE25D355}"/>
          </ac:spMkLst>
        </pc:spChg>
        <pc:spChg chg="add mod">
          <ac:chgData name="musukie52@gmail.com" userId="017bd91f96aa8751" providerId="LiveId" clId="{5B2C3894-F97E-4CAB-8812-5BB4D83AAC6A}" dt="2026-08-26T02:28:18.404" v="307" actId="164"/>
          <ac:spMkLst>
            <pc:docMk/>
            <pc:sldMk cId="254101679" sldId="263"/>
            <ac:spMk id="51" creationId="{F8B261CF-7AF2-12CD-5741-7BEF96F7831F}"/>
          </ac:spMkLst>
        </pc:spChg>
        <pc:spChg chg="add mod">
          <ac:chgData name="musukie52@gmail.com" userId="017bd91f96aa8751" providerId="LiveId" clId="{5B2C3894-F97E-4CAB-8812-5BB4D83AAC6A}" dt="2026-08-26T02:28:18.404" v="307" actId="164"/>
          <ac:spMkLst>
            <pc:docMk/>
            <pc:sldMk cId="254101679" sldId="263"/>
            <ac:spMk id="52" creationId="{BBA8CC2C-06C0-8539-1AD2-7252148E373A}"/>
          </ac:spMkLst>
        </pc:spChg>
        <pc:spChg chg="add mod">
          <ac:chgData name="musukie52@gmail.com" userId="017bd91f96aa8751" providerId="LiveId" clId="{5B2C3894-F97E-4CAB-8812-5BB4D83AAC6A}" dt="2026-08-26T02:44:49.093" v="791" actId="207"/>
          <ac:spMkLst>
            <pc:docMk/>
            <pc:sldMk cId="254101679" sldId="263"/>
            <ac:spMk id="57" creationId="{18070F26-F60A-EAE1-9C5D-1FB6DA85877F}"/>
          </ac:spMkLst>
        </pc:spChg>
        <pc:spChg chg="add mod">
          <ac:chgData name="musukie52@gmail.com" userId="017bd91f96aa8751" providerId="LiveId" clId="{5B2C3894-F97E-4CAB-8812-5BB4D83AAC6A}" dt="2026-08-26T02:31:45.791" v="354" actId="1076"/>
          <ac:spMkLst>
            <pc:docMk/>
            <pc:sldMk cId="254101679" sldId="263"/>
            <ac:spMk id="59" creationId="{8796A6A7-4E5A-248B-7E21-989C140934BF}"/>
          </ac:spMkLst>
        </pc:spChg>
        <pc:spChg chg="add mod">
          <ac:chgData name="musukie52@gmail.com" userId="017bd91f96aa8751" providerId="LiveId" clId="{5B2C3894-F97E-4CAB-8812-5BB4D83AAC6A}" dt="2026-08-26T02:44:56.555" v="793" actId="207"/>
          <ac:spMkLst>
            <pc:docMk/>
            <pc:sldMk cId="254101679" sldId="263"/>
            <ac:spMk id="60" creationId="{A20A9190-B235-3638-F924-C51BBFB8D193}"/>
          </ac:spMkLst>
        </pc:spChg>
        <pc:spChg chg="mod">
          <ac:chgData name="musukie52@gmail.com" userId="017bd91f96aa8751" providerId="LiveId" clId="{5B2C3894-F97E-4CAB-8812-5BB4D83AAC6A}" dt="2026-08-26T02:48:26.174" v="869"/>
          <ac:spMkLst>
            <pc:docMk/>
            <pc:sldMk cId="254101679" sldId="263"/>
            <ac:spMk id="61" creationId="{EC6C89CB-B87B-487D-F921-279D1425B80A}"/>
          </ac:spMkLst>
        </pc:spChg>
        <pc:spChg chg="add mod">
          <ac:chgData name="musukie52@gmail.com" userId="017bd91f96aa8751" providerId="LiveId" clId="{5B2C3894-F97E-4CAB-8812-5BB4D83AAC6A}" dt="2026-08-26T02:48:30.947" v="879"/>
          <ac:spMkLst>
            <pc:docMk/>
            <pc:sldMk cId="254101679" sldId="263"/>
            <ac:spMk id="62" creationId="{D7ACBB52-99FE-FBC1-4E71-8270539FBCCF}"/>
          </ac:spMkLst>
        </pc:spChg>
        <pc:spChg chg="del mod">
          <ac:chgData name="musukie52@gmail.com" userId="017bd91f96aa8751" providerId="LiveId" clId="{5B2C3894-F97E-4CAB-8812-5BB4D83AAC6A}" dt="2026-08-26T02:44:33.996" v="787" actId="21"/>
          <ac:spMkLst>
            <pc:docMk/>
            <pc:sldMk cId="254101679" sldId="263"/>
            <ac:spMk id="63" creationId="{D7407487-C4EA-3042-C64E-E2E77D7A7D66}"/>
          </ac:spMkLst>
        </pc:spChg>
        <pc:spChg chg="mod">
          <ac:chgData name="musukie52@gmail.com" userId="017bd91f96aa8751" providerId="LiveId" clId="{5B2C3894-F97E-4CAB-8812-5BB4D83AAC6A}" dt="2026-08-26T02:42:22.168" v="698"/>
          <ac:spMkLst>
            <pc:docMk/>
            <pc:sldMk cId="254101679" sldId="263"/>
            <ac:spMk id="64" creationId="{516C374F-EB6E-3EE4-D9DA-AD647EA43EFF}"/>
          </ac:spMkLst>
        </pc:spChg>
        <pc:spChg chg="add mod">
          <ac:chgData name="musukie52@gmail.com" userId="017bd91f96aa8751" providerId="LiveId" clId="{5B2C3894-F97E-4CAB-8812-5BB4D83AAC6A}" dt="2026-08-26T02:47:51.292" v="842" actId="1036"/>
          <ac:spMkLst>
            <pc:docMk/>
            <pc:sldMk cId="254101679" sldId="263"/>
            <ac:spMk id="65" creationId="{49678816-1C8D-72FD-A73B-BD3E4EBA739B}"/>
          </ac:spMkLst>
        </pc:spChg>
        <pc:spChg chg="add del mod">
          <ac:chgData name="musukie52@gmail.com" userId="017bd91f96aa8751" providerId="LiveId" clId="{5B2C3894-F97E-4CAB-8812-5BB4D83AAC6A}" dt="2026-08-26T02:48:35.630" v="880" actId="478"/>
          <ac:spMkLst>
            <pc:docMk/>
            <pc:sldMk cId="254101679" sldId="263"/>
            <ac:spMk id="66" creationId="{AC065C16-20AA-FE68-5662-7EECE9ADE461}"/>
          </ac:spMkLst>
        </pc:spChg>
        <pc:spChg chg="add del mod">
          <ac:chgData name="musukie52@gmail.com" userId="017bd91f96aa8751" providerId="LiveId" clId="{5B2C3894-F97E-4CAB-8812-5BB4D83AAC6A}" dt="2026-08-26T02:42:31.400" v="700" actId="478"/>
          <ac:spMkLst>
            <pc:docMk/>
            <pc:sldMk cId="254101679" sldId="263"/>
            <ac:spMk id="68" creationId="{8E55710A-7A9D-C840-6D5B-06DD629D49B2}"/>
          </ac:spMkLst>
        </pc:spChg>
        <pc:spChg chg="add del mod">
          <ac:chgData name="musukie52@gmail.com" userId="017bd91f96aa8751" providerId="LiveId" clId="{5B2C3894-F97E-4CAB-8812-5BB4D83AAC6A}" dt="2026-08-26T02:45:57.633" v="819" actId="478"/>
          <ac:spMkLst>
            <pc:docMk/>
            <pc:sldMk cId="254101679" sldId="263"/>
            <ac:spMk id="69" creationId="{0E1E6141-BF55-497F-6AE3-2E8999725C0D}"/>
          </ac:spMkLst>
        </pc:spChg>
        <pc:spChg chg="add del mod">
          <ac:chgData name="musukie52@gmail.com" userId="017bd91f96aa8751" providerId="LiveId" clId="{5B2C3894-F97E-4CAB-8812-5BB4D83AAC6A}" dt="2026-08-26T02:42:33.016" v="701" actId="478"/>
          <ac:spMkLst>
            <pc:docMk/>
            <pc:sldMk cId="254101679" sldId="263"/>
            <ac:spMk id="70" creationId="{FD9FADA3-69ED-B305-FF89-D790B00A40E9}"/>
          </ac:spMkLst>
        </pc:spChg>
        <pc:spChg chg="del">
          <ac:chgData name="musukie52@gmail.com" userId="017bd91f96aa8751" providerId="LiveId" clId="{5B2C3894-F97E-4CAB-8812-5BB4D83AAC6A}" dt="2026-08-26T02:42:29.288" v="699" actId="478"/>
          <ac:spMkLst>
            <pc:docMk/>
            <pc:sldMk cId="254101679" sldId="263"/>
            <ac:spMk id="71" creationId="{283E94C1-27C9-8732-7CE5-889AD5CAFD09}"/>
          </ac:spMkLst>
        </pc:spChg>
        <pc:spChg chg="add mod">
          <ac:chgData name="musukie52@gmail.com" userId="017bd91f96aa8751" providerId="LiveId" clId="{5B2C3894-F97E-4CAB-8812-5BB4D83AAC6A}" dt="2026-08-26T02:48:07.464" v="846" actId="1038"/>
          <ac:spMkLst>
            <pc:docMk/>
            <pc:sldMk cId="254101679" sldId="263"/>
            <ac:spMk id="78" creationId="{F2A3A3F7-E0AD-F290-29F5-6FFC47C7EAE8}"/>
          </ac:spMkLst>
        </pc:spChg>
        <pc:spChg chg="add del mod">
          <ac:chgData name="musukie52@gmail.com" userId="017bd91f96aa8751" providerId="LiveId" clId="{5B2C3894-F97E-4CAB-8812-5BB4D83AAC6A}" dt="2026-08-26T02:33:50.940" v="407" actId="21"/>
          <ac:spMkLst>
            <pc:docMk/>
            <pc:sldMk cId="254101679" sldId="263"/>
            <ac:spMk id="79" creationId="{12F8E6A3-4DD2-C4FF-4E7A-1512FA6ECD9D}"/>
          </ac:spMkLst>
        </pc:spChg>
        <pc:spChg chg="add del mod">
          <ac:chgData name="musukie52@gmail.com" userId="017bd91f96aa8751" providerId="LiveId" clId="{5B2C3894-F97E-4CAB-8812-5BB4D83AAC6A}" dt="2026-08-26T02:38:56.166" v="638" actId="21"/>
          <ac:spMkLst>
            <pc:docMk/>
            <pc:sldMk cId="254101679" sldId="263"/>
            <ac:spMk id="81" creationId="{19326F21-5EC9-9429-88A4-1BA1C7EC1A43}"/>
          </ac:spMkLst>
        </pc:spChg>
        <pc:spChg chg="add del mod">
          <ac:chgData name="musukie52@gmail.com" userId="017bd91f96aa8751" providerId="LiveId" clId="{5B2C3894-F97E-4CAB-8812-5BB4D83AAC6A}" dt="2026-08-26T02:39:13.980" v="644" actId="21"/>
          <ac:spMkLst>
            <pc:docMk/>
            <pc:sldMk cId="254101679" sldId="263"/>
            <ac:spMk id="83" creationId="{E1B6425D-FB41-CD17-027A-DA90F639A307}"/>
          </ac:spMkLst>
        </pc:spChg>
        <pc:spChg chg="add del mod">
          <ac:chgData name="musukie52@gmail.com" userId="017bd91f96aa8751" providerId="LiveId" clId="{5B2C3894-F97E-4CAB-8812-5BB4D83AAC6A}" dt="2026-08-26T02:38:56.166" v="638" actId="21"/>
          <ac:spMkLst>
            <pc:docMk/>
            <pc:sldMk cId="254101679" sldId="263"/>
            <ac:spMk id="85" creationId="{8CBF3D56-C3C0-E160-B158-D6F0CECEE9A0}"/>
          </ac:spMkLst>
        </pc:spChg>
        <pc:spChg chg="add del mod">
          <ac:chgData name="musukie52@gmail.com" userId="017bd91f96aa8751" providerId="LiveId" clId="{5B2C3894-F97E-4CAB-8812-5BB4D83AAC6A}" dt="2026-08-26T02:39:24.667" v="649" actId="21"/>
          <ac:spMkLst>
            <pc:docMk/>
            <pc:sldMk cId="254101679" sldId="263"/>
            <ac:spMk id="87" creationId="{E2BEB031-AEFB-97B3-2492-6AAEC57E6CE9}"/>
          </ac:spMkLst>
        </pc:spChg>
        <pc:spChg chg="mod">
          <ac:chgData name="musukie52@gmail.com" userId="017bd91f96aa8751" providerId="LiveId" clId="{5B2C3894-F97E-4CAB-8812-5BB4D83AAC6A}" dt="2026-08-26T02:41:09.412" v="669" actId="1076"/>
          <ac:spMkLst>
            <pc:docMk/>
            <pc:sldMk cId="254101679" sldId="263"/>
            <ac:spMk id="89" creationId="{00DDDC44-8F59-4735-8F4E-7C239C33B8E0}"/>
          </ac:spMkLst>
        </pc:spChg>
        <pc:spChg chg="add del mod">
          <ac:chgData name="musukie52@gmail.com" userId="017bd91f96aa8751" providerId="LiveId" clId="{5B2C3894-F97E-4CAB-8812-5BB4D83AAC6A}" dt="2026-08-26T02:38:56.166" v="638" actId="21"/>
          <ac:spMkLst>
            <pc:docMk/>
            <pc:sldMk cId="254101679" sldId="263"/>
            <ac:spMk id="91" creationId="{03D1B85A-3A04-3A2A-97B4-6FF30DD7584D}"/>
          </ac:spMkLst>
        </pc:spChg>
        <pc:spChg chg="mod">
          <ac:chgData name="musukie52@gmail.com" userId="017bd91f96aa8751" providerId="LiveId" clId="{5B2C3894-F97E-4CAB-8812-5BB4D83AAC6A}" dt="2026-08-26T02:15:31.019" v="124" actId="1076"/>
          <ac:spMkLst>
            <pc:docMk/>
            <pc:sldMk cId="254101679" sldId="263"/>
            <ac:spMk id="93" creationId="{757FDA1E-13C2-4753-96A4-92FBA4DC76CE}"/>
          </ac:spMkLst>
        </pc:spChg>
        <pc:spChg chg="mod ord">
          <ac:chgData name="musukie52@gmail.com" userId="017bd91f96aa8751" providerId="LiveId" clId="{5B2C3894-F97E-4CAB-8812-5BB4D83AAC6A}" dt="2026-08-26T02:15:31.019" v="124" actId="1076"/>
          <ac:spMkLst>
            <pc:docMk/>
            <pc:sldMk cId="254101679" sldId="263"/>
            <ac:spMk id="96" creationId="{D2D1C2CA-DBEC-438A-BB07-9E8ED47C0EFD}"/>
          </ac:spMkLst>
        </pc:spChg>
        <pc:spChg chg="mod">
          <ac:chgData name="musukie52@gmail.com" userId="017bd91f96aa8751" providerId="LiveId" clId="{5B2C3894-F97E-4CAB-8812-5BB4D83AAC6A}" dt="2026-08-26T02:41:22.473" v="670" actId="1076"/>
          <ac:spMkLst>
            <pc:docMk/>
            <pc:sldMk cId="254101679" sldId="263"/>
            <ac:spMk id="97" creationId="{367FCF8B-0D5C-4486-BE0F-6DB8056CB6D2}"/>
          </ac:spMkLst>
        </pc:spChg>
        <pc:spChg chg="mod ord">
          <ac:chgData name="musukie52@gmail.com" userId="017bd91f96aa8751" providerId="LiveId" clId="{5B2C3894-F97E-4CAB-8812-5BB4D83AAC6A}" dt="2026-08-26T02:15:31.019" v="124" actId="1076"/>
          <ac:spMkLst>
            <pc:docMk/>
            <pc:sldMk cId="254101679" sldId="263"/>
            <ac:spMk id="98" creationId="{339C8DE4-9DA6-4E92-90B4-C06B3FCA8E5A}"/>
          </ac:spMkLst>
        </pc:spChg>
        <pc:spChg chg="mod">
          <ac:chgData name="musukie52@gmail.com" userId="017bd91f96aa8751" providerId="LiveId" clId="{5B2C3894-F97E-4CAB-8812-5BB4D83AAC6A}" dt="2026-08-26T02:15:31.019" v="124" actId="1076"/>
          <ac:spMkLst>
            <pc:docMk/>
            <pc:sldMk cId="254101679" sldId="263"/>
            <ac:spMk id="99" creationId="{89D0E425-D7A3-4E7E-BE50-1D6A504A6499}"/>
          </ac:spMkLst>
        </pc:spChg>
        <pc:spChg chg="mod">
          <ac:chgData name="musukie52@gmail.com" userId="017bd91f96aa8751" providerId="LiveId" clId="{5B2C3894-F97E-4CAB-8812-5BB4D83AAC6A}" dt="2026-08-26T02:15:31.019" v="124" actId="1076"/>
          <ac:spMkLst>
            <pc:docMk/>
            <pc:sldMk cId="254101679" sldId="263"/>
            <ac:spMk id="100" creationId="{76C37814-2736-4A08-A850-A6A37BB44116}"/>
          </ac:spMkLst>
        </pc:spChg>
        <pc:spChg chg="mod">
          <ac:chgData name="musukie52@gmail.com" userId="017bd91f96aa8751" providerId="LiveId" clId="{5B2C3894-F97E-4CAB-8812-5BB4D83AAC6A}" dt="2026-08-26T02:31:58.174" v="355" actId="1076"/>
          <ac:spMkLst>
            <pc:docMk/>
            <pc:sldMk cId="254101679" sldId="263"/>
            <ac:spMk id="101" creationId="{5CD50E5F-E34A-4A03-BC32-B7B7D8ECA260}"/>
          </ac:spMkLst>
        </pc:spChg>
        <pc:spChg chg="mod">
          <ac:chgData name="musukie52@gmail.com" userId="017bd91f96aa8751" providerId="LiveId" clId="{5B2C3894-F97E-4CAB-8812-5BB4D83AAC6A}" dt="2026-08-26T02:15:31.019" v="124" actId="1076"/>
          <ac:spMkLst>
            <pc:docMk/>
            <pc:sldMk cId="254101679" sldId="263"/>
            <ac:spMk id="102" creationId="{C6C754C6-72EC-482F-BBF7-D1284A9CB8BD}"/>
          </ac:spMkLst>
        </pc:spChg>
        <pc:spChg chg="mod">
          <ac:chgData name="musukie52@gmail.com" userId="017bd91f96aa8751" providerId="LiveId" clId="{5B2C3894-F97E-4CAB-8812-5BB4D83AAC6A}" dt="2026-08-26T02:14:45.043" v="117" actId="1076"/>
          <ac:spMkLst>
            <pc:docMk/>
            <pc:sldMk cId="254101679" sldId="263"/>
            <ac:spMk id="103" creationId="{F6AF9397-49FC-4722-B53B-D97918F6E4F3}"/>
          </ac:spMkLst>
        </pc:spChg>
        <pc:spChg chg="mod">
          <ac:chgData name="musukie52@gmail.com" userId="017bd91f96aa8751" providerId="LiveId" clId="{5B2C3894-F97E-4CAB-8812-5BB4D83AAC6A}" dt="2026-08-26T02:31:58.174" v="355" actId="1076"/>
          <ac:spMkLst>
            <pc:docMk/>
            <pc:sldMk cId="254101679" sldId="263"/>
            <ac:spMk id="104" creationId="{8E33E34E-A450-4424-A824-F7251053D506}"/>
          </ac:spMkLst>
        </pc:spChg>
        <pc:spChg chg="mod">
          <ac:chgData name="musukie52@gmail.com" userId="017bd91f96aa8751" providerId="LiveId" clId="{5B2C3894-F97E-4CAB-8812-5BB4D83AAC6A}" dt="2026-08-26T02:31:58.174" v="355" actId="1076"/>
          <ac:spMkLst>
            <pc:docMk/>
            <pc:sldMk cId="254101679" sldId="263"/>
            <ac:spMk id="105" creationId="{55E23CA1-9D7F-4144-BDED-8C86151A83F4}"/>
          </ac:spMkLst>
        </pc:spChg>
        <pc:spChg chg="mod">
          <ac:chgData name="musukie52@gmail.com" userId="017bd91f96aa8751" providerId="LiveId" clId="{5B2C3894-F97E-4CAB-8812-5BB4D83AAC6A}" dt="2026-08-26T02:15:31.019" v="124" actId="1076"/>
          <ac:spMkLst>
            <pc:docMk/>
            <pc:sldMk cId="254101679" sldId="263"/>
            <ac:spMk id="106" creationId="{2510472D-BAC4-43A4-AF0E-B9746277DC76}"/>
          </ac:spMkLst>
        </pc:spChg>
        <pc:spChg chg="mod">
          <ac:chgData name="musukie52@gmail.com" userId="017bd91f96aa8751" providerId="LiveId" clId="{5B2C3894-F97E-4CAB-8812-5BB4D83AAC6A}" dt="2026-08-26T02:31:58.174" v="355" actId="1076"/>
          <ac:spMkLst>
            <pc:docMk/>
            <pc:sldMk cId="254101679" sldId="263"/>
            <ac:spMk id="107" creationId="{98846CFC-5F86-4A07-A12F-320B7E4C2A9F}"/>
          </ac:spMkLst>
        </pc:spChg>
        <pc:spChg chg="mod">
          <ac:chgData name="musukie52@gmail.com" userId="017bd91f96aa8751" providerId="LiveId" clId="{5B2C3894-F97E-4CAB-8812-5BB4D83AAC6A}" dt="2026-08-26T02:31:25.067" v="351" actId="1076"/>
          <ac:spMkLst>
            <pc:docMk/>
            <pc:sldMk cId="254101679" sldId="263"/>
            <ac:spMk id="109" creationId="{7D441702-2AF5-49ED-B4ED-B96916EB85B7}"/>
          </ac:spMkLst>
        </pc:spChg>
        <pc:spChg chg="del mod">
          <ac:chgData name="musukie52@gmail.com" userId="017bd91f96aa8751" providerId="LiveId" clId="{5B2C3894-F97E-4CAB-8812-5BB4D83AAC6A}" dt="2026-08-26T02:19:27.888" v="173" actId="21"/>
          <ac:spMkLst>
            <pc:docMk/>
            <pc:sldMk cId="254101679" sldId="263"/>
            <ac:spMk id="110" creationId="{F11E9E76-62BC-48A2-A6F9-9DFF5F0DDE1B}"/>
          </ac:spMkLst>
        </pc:spChg>
        <pc:spChg chg="del mod">
          <ac:chgData name="musukie52@gmail.com" userId="017bd91f96aa8751" providerId="LiveId" clId="{5B2C3894-F97E-4CAB-8812-5BB4D83AAC6A}" dt="2026-08-26T02:21:08.904" v="194" actId="21"/>
          <ac:spMkLst>
            <pc:docMk/>
            <pc:sldMk cId="254101679" sldId="263"/>
            <ac:spMk id="111" creationId="{37474FEE-25D9-4967-8C60-6B6B08A92BA0}"/>
          </ac:spMkLst>
        </pc:spChg>
        <pc:spChg chg="del mod">
          <ac:chgData name="musukie52@gmail.com" userId="017bd91f96aa8751" providerId="LiveId" clId="{5B2C3894-F97E-4CAB-8812-5BB4D83AAC6A}" dt="2026-08-26T02:19:27.888" v="173" actId="21"/>
          <ac:spMkLst>
            <pc:docMk/>
            <pc:sldMk cId="254101679" sldId="263"/>
            <ac:spMk id="112" creationId="{FCA39C40-E206-41CF-AADE-75F4696D78DC}"/>
          </ac:spMkLst>
        </pc:spChg>
        <pc:spChg chg="del mod">
          <ac:chgData name="musukie52@gmail.com" userId="017bd91f96aa8751" providerId="LiveId" clId="{5B2C3894-F97E-4CAB-8812-5BB4D83AAC6A}" dt="2026-08-26T02:21:08.904" v="194" actId="21"/>
          <ac:spMkLst>
            <pc:docMk/>
            <pc:sldMk cId="254101679" sldId="263"/>
            <ac:spMk id="113" creationId="{C6E68E6E-AB19-4B5B-A132-87D7E444AC5D}"/>
          </ac:spMkLst>
        </pc:spChg>
        <pc:spChg chg="mod">
          <ac:chgData name="musukie52@gmail.com" userId="017bd91f96aa8751" providerId="LiveId" clId="{5B2C3894-F97E-4CAB-8812-5BB4D83AAC6A}" dt="2026-08-26T02:31:25.067" v="351" actId="1076"/>
          <ac:spMkLst>
            <pc:docMk/>
            <pc:sldMk cId="254101679" sldId="263"/>
            <ac:spMk id="114" creationId="{AE2F64D4-F9DF-42C6-A3BB-AE4E7C662BDF}"/>
          </ac:spMkLst>
        </pc:spChg>
        <pc:spChg chg="mod">
          <ac:chgData name="musukie52@gmail.com" userId="017bd91f96aa8751" providerId="LiveId" clId="{5B2C3894-F97E-4CAB-8812-5BB4D83AAC6A}" dt="2026-08-26T02:30:24.001" v="341"/>
          <ac:spMkLst>
            <pc:docMk/>
            <pc:sldMk cId="254101679" sldId="263"/>
            <ac:spMk id="115" creationId="{610F1376-2997-47C3-A254-A24888E72EC8}"/>
          </ac:spMkLst>
        </pc:spChg>
        <pc:spChg chg="mod">
          <ac:chgData name="musukie52@gmail.com" userId="017bd91f96aa8751" providerId="LiveId" clId="{5B2C3894-F97E-4CAB-8812-5BB4D83AAC6A}" dt="2026-08-26T02:16:54.847" v="145" actId="1076"/>
          <ac:spMkLst>
            <pc:docMk/>
            <pc:sldMk cId="254101679" sldId="263"/>
            <ac:spMk id="116" creationId="{21231A13-A0DD-4353-A7EF-CF44A7BF7F96}"/>
          </ac:spMkLst>
        </pc:spChg>
        <pc:spChg chg="mod">
          <ac:chgData name="musukie52@gmail.com" userId="017bd91f96aa8751" providerId="LiveId" clId="{5B2C3894-F97E-4CAB-8812-5BB4D83AAC6A}" dt="2026-08-26T02:31:58.174" v="355" actId="1076"/>
          <ac:spMkLst>
            <pc:docMk/>
            <pc:sldMk cId="254101679" sldId="263"/>
            <ac:spMk id="117" creationId="{AB552B1E-3C4A-4235-9C27-3C9879402D20}"/>
          </ac:spMkLst>
        </pc:spChg>
        <pc:spChg chg="mod">
          <ac:chgData name="musukie52@gmail.com" userId="017bd91f96aa8751" providerId="LiveId" clId="{5B2C3894-F97E-4CAB-8812-5BB4D83AAC6A}" dt="2026-08-26T02:31:58.174" v="355" actId="1076"/>
          <ac:spMkLst>
            <pc:docMk/>
            <pc:sldMk cId="254101679" sldId="263"/>
            <ac:spMk id="118" creationId="{992C5127-4D87-43FD-8632-4D4F898826D8}"/>
          </ac:spMkLst>
        </pc:spChg>
        <pc:spChg chg="del mod">
          <ac:chgData name="musukie52@gmail.com" userId="017bd91f96aa8751" providerId="LiveId" clId="{5B2C3894-F97E-4CAB-8812-5BB4D83AAC6A}" dt="2026-08-26T02:19:27.888" v="173" actId="21"/>
          <ac:spMkLst>
            <pc:docMk/>
            <pc:sldMk cId="254101679" sldId="263"/>
            <ac:spMk id="119" creationId="{ED8C71F5-9F4D-410F-88FA-8A2656011F7C}"/>
          </ac:spMkLst>
        </pc:spChg>
        <pc:spChg chg="mod">
          <ac:chgData name="musukie52@gmail.com" userId="017bd91f96aa8751" providerId="LiveId" clId="{5B2C3894-F97E-4CAB-8812-5BB4D83AAC6A}" dt="2026-08-26T02:31:25.067" v="351" actId="1076"/>
          <ac:spMkLst>
            <pc:docMk/>
            <pc:sldMk cId="254101679" sldId="263"/>
            <ac:spMk id="121" creationId="{BF7D3794-2B55-479C-8C96-B1F8B9DFFFC0}"/>
          </ac:spMkLst>
        </pc:spChg>
        <pc:spChg chg="mod">
          <ac:chgData name="musukie52@gmail.com" userId="017bd91f96aa8751" providerId="LiveId" clId="{5B2C3894-F97E-4CAB-8812-5BB4D83AAC6A}" dt="2026-08-26T02:31:25.067" v="351" actId="1076"/>
          <ac:spMkLst>
            <pc:docMk/>
            <pc:sldMk cId="254101679" sldId="263"/>
            <ac:spMk id="122" creationId="{DEA472C6-A258-4FFD-8EE6-F9233A7B6225}"/>
          </ac:spMkLst>
        </pc:spChg>
        <pc:spChg chg="add del">
          <ac:chgData name="musukie52@gmail.com" userId="017bd91f96aa8751" providerId="LiveId" clId="{5B2C3894-F97E-4CAB-8812-5BB4D83AAC6A}" dt="2026-08-26T02:39:13.980" v="644" actId="21"/>
          <ac:spMkLst>
            <pc:docMk/>
            <pc:sldMk cId="254101679" sldId="263"/>
            <ac:spMk id="126" creationId="{96751E25-A3F5-499D-61F2-25C41F834877}"/>
          </ac:spMkLst>
        </pc:spChg>
        <pc:spChg chg="add del">
          <ac:chgData name="musukie52@gmail.com" userId="017bd91f96aa8751" providerId="LiveId" clId="{5B2C3894-F97E-4CAB-8812-5BB4D83AAC6A}" dt="2026-08-26T02:39:13.980" v="644" actId="21"/>
          <ac:spMkLst>
            <pc:docMk/>
            <pc:sldMk cId="254101679" sldId="263"/>
            <ac:spMk id="128" creationId="{404E0127-8F51-C034-DD00-FFAFFE66D2B7}"/>
          </ac:spMkLst>
        </pc:spChg>
        <pc:spChg chg="add del">
          <ac:chgData name="musukie52@gmail.com" userId="017bd91f96aa8751" providerId="LiveId" clId="{5B2C3894-F97E-4CAB-8812-5BB4D83AAC6A}" dt="2026-08-26T02:39:24.667" v="649" actId="21"/>
          <ac:spMkLst>
            <pc:docMk/>
            <pc:sldMk cId="254101679" sldId="263"/>
            <ac:spMk id="130" creationId="{5A69F1E3-2683-27B2-6A7B-3282359F2637}"/>
          </ac:spMkLst>
        </pc:spChg>
        <pc:spChg chg="add mod">
          <ac:chgData name="musukie52@gmail.com" userId="017bd91f96aa8751" providerId="LiveId" clId="{5B2C3894-F97E-4CAB-8812-5BB4D83AAC6A}" dt="2026-08-26T02:41:22.473" v="670" actId="1076"/>
          <ac:spMkLst>
            <pc:docMk/>
            <pc:sldMk cId="254101679" sldId="263"/>
            <ac:spMk id="132" creationId="{B74D533E-8A99-733A-9FD6-A1E16A77A05D}"/>
          </ac:spMkLst>
        </pc:spChg>
        <pc:spChg chg="add">
          <ac:chgData name="musukie52@gmail.com" userId="017bd91f96aa8751" providerId="LiveId" clId="{5B2C3894-F97E-4CAB-8812-5BB4D83AAC6A}" dt="2026-08-26T02:39:21.853" v="648" actId="22"/>
          <ac:spMkLst>
            <pc:docMk/>
            <pc:sldMk cId="254101679" sldId="263"/>
            <ac:spMk id="134" creationId="{C73C3A9B-E5B9-5DC6-25F8-162463F90C95}"/>
          </ac:spMkLst>
        </pc:spChg>
        <pc:spChg chg="add del">
          <ac:chgData name="musukie52@gmail.com" userId="017bd91f96aa8751" providerId="LiveId" clId="{5B2C3894-F97E-4CAB-8812-5BB4D83AAC6A}" dt="2026-08-26T02:39:24.667" v="649" actId="21"/>
          <ac:spMkLst>
            <pc:docMk/>
            <pc:sldMk cId="254101679" sldId="263"/>
            <ac:spMk id="136" creationId="{B643FD8D-DC3D-D10A-8C06-84F28647C204}"/>
          </ac:spMkLst>
        </pc:spChg>
        <pc:spChg chg="add">
          <ac:chgData name="musukie52@gmail.com" userId="017bd91f96aa8751" providerId="LiveId" clId="{5B2C3894-F97E-4CAB-8812-5BB4D83AAC6A}" dt="2026-08-26T02:39:33.204" v="653" actId="22"/>
          <ac:spMkLst>
            <pc:docMk/>
            <pc:sldMk cId="254101679" sldId="263"/>
            <ac:spMk id="138" creationId="{904E3BEE-932F-8A2F-B4F5-7AE1F7967B28}"/>
          </ac:spMkLst>
        </pc:spChg>
        <pc:spChg chg="add">
          <ac:chgData name="musukie52@gmail.com" userId="017bd91f96aa8751" providerId="LiveId" clId="{5B2C3894-F97E-4CAB-8812-5BB4D83AAC6A}" dt="2026-08-26T02:39:33.204" v="653" actId="22"/>
          <ac:spMkLst>
            <pc:docMk/>
            <pc:sldMk cId="254101679" sldId="263"/>
            <ac:spMk id="140" creationId="{C5D9DC01-CFCF-5986-FFF7-5D855112EDE7}"/>
          </ac:spMkLst>
        </pc:spChg>
        <pc:spChg chg="add">
          <ac:chgData name="musukie52@gmail.com" userId="017bd91f96aa8751" providerId="LiveId" clId="{5B2C3894-F97E-4CAB-8812-5BB4D83AAC6A}" dt="2026-08-26T02:39:33.204" v="653" actId="22"/>
          <ac:spMkLst>
            <pc:docMk/>
            <pc:sldMk cId="254101679" sldId="263"/>
            <ac:spMk id="142" creationId="{E1B017D1-D89B-7D51-2951-C37F840D7016}"/>
          </ac:spMkLst>
        </pc:spChg>
        <pc:spChg chg="add">
          <ac:chgData name="musukie52@gmail.com" userId="017bd91f96aa8751" providerId="LiveId" clId="{5B2C3894-F97E-4CAB-8812-5BB4D83AAC6A}" dt="2026-08-26T02:44:51.847" v="792" actId="22"/>
          <ac:spMkLst>
            <pc:docMk/>
            <pc:sldMk cId="254101679" sldId="263"/>
            <ac:spMk id="144" creationId="{BDB020E3-D5E9-3DFE-2091-EC491A7C521F}"/>
          </ac:spMkLst>
        </pc:spChg>
        <pc:spChg chg="add del mod">
          <ac:chgData name="musukie52@gmail.com" userId="017bd91f96aa8751" providerId="LiveId" clId="{5B2C3894-F97E-4CAB-8812-5BB4D83AAC6A}" dt="2026-08-26T02:45:56.512" v="818" actId="21"/>
          <ac:spMkLst>
            <pc:docMk/>
            <pc:sldMk cId="254101679" sldId="263"/>
            <ac:spMk id="146" creationId="{39D3F44A-0350-AD0F-29BE-AC2CC392F87E}"/>
          </ac:spMkLst>
        </pc:spChg>
        <pc:spChg chg="add del mod">
          <ac:chgData name="musukie52@gmail.com" userId="017bd91f96aa8751" providerId="LiveId" clId="{5B2C3894-F97E-4CAB-8812-5BB4D83AAC6A}" dt="2026-08-26T02:45:56.512" v="818" actId="21"/>
          <ac:spMkLst>
            <pc:docMk/>
            <pc:sldMk cId="254101679" sldId="263"/>
            <ac:spMk id="148" creationId="{CA8D0282-81F4-6496-58CD-896568E7A977}"/>
          </ac:spMkLst>
        </pc:spChg>
        <pc:spChg chg="add del mod">
          <ac:chgData name="musukie52@gmail.com" userId="017bd91f96aa8751" providerId="LiveId" clId="{5B2C3894-F97E-4CAB-8812-5BB4D83AAC6A}" dt="2026-08-26T02:45:56.512" v="818" actId="21"/>
          <ac:spMkLst>
            <pc:docMk/>
            <pc:sldMk cId="254101679" sldId="263"/>
            <ac:spMk id="150" creationId="{FA633B58-6EF1-56A4-C16F-A4819E1D1ED3}"/>
          </ac:spMkLst>
        </pc:spChg>
        <pc:spChg chg="add mod">
          <ac:chgData name="musukie52@gmail.com" userId="017bd91f96aa8751" providerId="LiveId" clId="{5B2C3894-F97E-4CAB-8812-5BB4D83AAC6A}" dt="2026-08-26T02:47:51.292" v="842" actId="1036"/>
          <ac:spMkLst>
            <pc:docMk/>
            <pc:sldMk cId="254101679" sldId="263"/>
            <ac:spMk id="152" creationId="{FBCA5BF4-52C1-5362-CBA7-4C051A9868E3}"/>
          </ac:spMkLst>
        </pc:spChg>
        <pc:spChg chg="add mod">
          <ac:chgData name="musukie52@gmail.com" userId="017bd91f96aa8751" providerId="LiveId" clId="{5B2C3894-F97E-4CAB-8812-5BB4D83AAC6A}" dt="2026-08-26T02:47:51.292" v="842" actId="1036"/>
          <ac:spMkLst>
            <pc:docMk/>
            <pc:sldMk cId="254101679" sldId="263"/>
            <ac:spMk id="154" creationId="{615E2F2B-48EB-F096-696D-D4EF5F839A8E}"/>
          </ac:spMkLst>
        </pc:spChg>
        <pc:spChg chg="add mod">
          <ac:chgData name="musukie52@gmail.com" userId="017bd91f96aa8751" providerId="LiveId" clId="{5B2C3894-F97E-4CAB-8812-5BB4D83AAC6A}" dt="2026-08-26T02:47:51.292" v="842" actId="1036"/>
          <ac:spMkLst>
            <pc:docMk/>
            <pc:sldMk cId="254101679" sldId="263"/>
            <ac:spMk id="156" creationId="{13A12BAD-6097-92BD-8DB4-0B82E65BF3D0}"/>
          </ac:spMkLst>
        </pc:spChg>
        <pc:spChg chg="add mod">
          <ac:chgData name="musukie52@gmail.com" userId="017bd91f96aa8751" providerId="LiveId" clId="{5B2C3894-F97E-4CAB-8812-5BB4D83AAC6A}" dt="2026-08-26T02:47:36.641" v="840" actId="14100"/>
          <ac:spMkLst>
            <pc:docMk/>
            <pc:sldMk cId="254101679" sldId="263"/>
            <ac:spMk id="157" creationId="{6A0A789A-6557-2405-78AB-D0F0C953BBCA}"/>
          </ac:spMkLst>
        </pc:spChg>
        <pc:grpChg chg="add mod">
          <ac:chgData name="musukie52@gmail.com" userId="017bd91f96aa8751" providerId="LiveId" clId="{5B2C3894-F97E-4CAB-8812-5BB4D83AAC6A}" dt="2026-08-26T02:29:19.392" v="322" actId="14100"/>
          <ac:grpSpMkLst>
            <pc:docMk/>
            <pc:sldMk cId="254101679" sldId="263"/>
            <ac:grpSpMk id="53" creationId="{09241A0E-E8B5-9424-0A0A-17692109FD63}"/>
          </ac:grpSpMkLst>
        </pc:grpChg>
        <pc:grpChg chg="del">
          <ac:chgData name="musukie52@gmail.com" userId="017bd91f96aa8751" providerId="LiveId" clId="{5B2C3894-F97E-4CAB-8812-5BB4D83AAC6A}" dt="2026-08-26T02:42:34.656" v="702" actId="478"/>
          <ac:grpSpMkLst>
            <pc:docMk/>
            <pc:sldMk cId="254101679" sldId="263"/>
            <ac:grpSpMk id="73" creationId="{65AAD208-E10F-9F14-F57F-8ED834241801}"/>
          </ac:grpSpMkLst>
        </pc:grpChg>
        <pc:picChg chg="add mod">
          <ac:chgData name="musukie52@gmail.com" userId="017bd91f96aa8751" providerId="LiveId" clId="{5B2C3894-F97E-4CAB-8812-5BB4D83AAC6A}" dt="2026-08-26T02:25:27.032" v="265" actId="571"/>
          <ac:picMkLst>
            <pc:docMk/>
            <pc:sldMk cId="254101679" sldId="263"/>
            <ac:picMk id="47" creationId="{FAF3A5DA-1955-720A-7D9F-01D3EE0BC84D}"/>
          </ac:picMkLst>
        </pc:picChg>
        <pc:picChg chg="mod">
          <ac:chgData name="musukie52@gmail.com" userId="017bd91f96aa8751" providerId="LiveId" clId="{5B2C3894-F97E-4CAB-8812-5BB4D83AAC6A}" dt="2026-08-26T02:45:06.597" v="805" actId="1076"/>
          <ac:picMkLst>
            <pc:docMk/>
            <pc:sldMk cId="254101679" sldId="263"/>
            <ac:picMk id="58" creationId="{6FC1F4D8-5D6F-0E19-C29A-8C2EBB658B38}"/>
          </ac:picMkLst>
        </pc:picChg>
        <pc:picChg chg="mod">
          <ac:chgData name="musukie52@gmail.com" userId="017bd91f96aa8751" providerId="LiveId" clId="{5B2C3894-F97E-4CAB-8812-5BB4D83AAC6A}" dt="2026-08-26T02:14:36.401" v="116" actId="1076"/>
          <ac:picMkLst>
            <pc:docMk/>
            <pc:sldMk cId="254101679" sldId="263"/>
            <ac:picMk id="94" creationId="{349B3AC7-C90B-45C3-B4B4-CEC7D22463FF}"/>
          </ac:picMkLst>
        </pc:picChg>
        <pc:picChg chg="mod">
          <ac:chgData name="musukie52@gmail.com" userId="017bd91f96aa8751" providerId="LiveId" clId="{5B2C3894-F97E-4CAB-8812-5BB4D83AAC6A}" dt="2026-08-26T02:29:11.650" v="320" actId="1076"/>
          <ac:picMkLst>
            <pc:docMk/>
            <pc:sldMk cId="254101679" sldId="263"/>
            <ac:picMk id="108" creationId="{834C9A6F-D5B7-4F0E-9A3C-1EE54C46A75D}"/>
          </ac:picMkLst>
        </pc:picChg>
        <pc:picChg chg="add mod modCrop">
          <ac:chgData name="musukie52@gmail.com" userId="017bd91f96aa8751" providerId="LiveId" clId="{5B2C3894-F97E-4CAB-8812-5BB4D83AAC6A}" dt="2026-08-26T02:46:34.227" v="827" actId="1076"/>
          <ac:picMkLst>
            <pc:docMk/>
            <pc:sldMk cId="254101679" sldId="263"/>
            <ac:picMk id="159" creationId="{3235E88E-D658-D1AC-8426-2AD12C599672}"/>
          </ac:picMkLst>
        </pc:picChg>
        <pc:cxnChg chg="add mod">
          <ac:chgData name="musukie52@gmail.com" userId="017bd91f96aa8751" providerId="LiveId" clId="{5B2C3894-F97E-4CAB-8812-5BB4D83AAC6A}" dt="2026-08-26T02:29:02.301" v="316" actId="14100"/>
          <ac:cxnSpMkLst>
            <pc:docMk/>
            <pc:sldMk cId="254101679" sldId="263"/>
            <ac:cxnSpMk id="38" creationId="{B48C66CF-EF3C-1930-69BB-AC91317AA88C}"/>
          </ac:cxnSpMkLst>
        </pc:cxnChg>
        <pc:cxnChg chg="add del mod">
          <ac:chgData name="musukie52@gmail.com" userId="017bd91f96aa8751" providerId="LiveId" clId="{5B2C3894-F97E-4CAB-8812-5BB4D83AAC6A}" dt="2026-08-26T02:29:33.320" v="326" actId="478"/>
          <ac:cxnSpMkLst>
            <pc:docMk/>
            <pc:sldMk cId="254101679" sldId="263"/>
            <ac:cxnSpMk id="55" creationId="{4A43510C-676D-15BB-73FC-B4F59B992916}"/>
          </ac:cxnSpMkLst>
        </pc:cxnChg>
        <pc:cxnChg chg="mod">
          <ac:chgData name="musukie52@gmail.com" userId="017bd91f96aa8751" providerId="LiveId" clId="{5B2C3894-F97E-4CAB-8812-5BB4D83AAC6A}" dt="2026-08-26T02:49:09.452" v="886" actId="14100"/>
          <ac:cxnSpMkLst>
            <pc:docMk/>
            <pc:sldMk cId="254101679" sldId="263"/>
            <ac:cxnSpMk id="67" creationId="{640420CD-4AA6-B15B-AA33-A381B0D08769}"/>
          </ac:cxnSpMkLst>
        </pc:cxnChg>
        <pc:cxnChg chg="del">
          <ac:chgData name="musukie52@gmail.com" userId="017bd91f96aa8751" providerId="LiveId" clId="{5B2C3894-F97E-4CAB-8812-5BB4D83AAC6A}" dt="2026-08-26T02:42:35.587" v="703" actId="478"/>
          <ac:cxnSpMkLst>
            <pc:docMk/>
            <pc:sldMk cId="254101679" sldId="263"/>
            <ac:cxnSpMk id="72" creationId="{AF2EC6D8-DDD2-1C1A-727C-CBFDF20EE2A4}"/>
          </ac:cxnSpMkLst>
        </pc:cxnChg>
        <pc:cxnChg chg="add del mod">
          <ac:chgData name="musukie52@gmail.com" userId="017bd91f96aa8751" providerId="LiveId" clId="{5B2C3894-F97E-4CAB-8812-5BB4D83AAC6A}" dt="2026-08-26T02:29:04.422" v="317" actId="478"/>
          <ac:cxnSpMkLst>
            <pc:docMk/>
            <pc:sldMk cId="254101679" sldId="263"/>
            <ac:cxnSpMk id="120" creationId="{3CC3B4DF-3BD0-4461-8694-9778789D8092}"/>
          </ac:cxnSpMkLst>
        </pc:cxnChg>
        <pc:cxnChg chg="mod">
          <ac:chgData name="musukie52@gmail.com" userId="017bd91f96aa8751" providerId="LiveId" clId="{5B2C3894-F97E-4CAB-8812-5BB4D83AAC6A}" dt="2026-08-26T02:17:07.643" v="147" actId="1076"/>
          <ac:cxnSpMkLst>
            <pc:docMk/>
            <pc:sldMk cId="254101679" sldId="263"/>
            <ac:cxnSpMk id="123" creationId="{AD3AA24B-2D1E-4034-A321-49C8A1CC5CC5}"/>
          </ac:cxnSpMkLst>
        </pc:cxnChg>
        <pc:cxnChg chg="add del mod">
          <ac:chgData name="musukie52@gmail.com" userId="017bd91f96aa8751" providerId="LiveId" clId="{5B2C3894-F97E-4CAB-8812-5BB4D83AAC6A}" dt="2026-08-26T02:14:15.336" v="114" actId="478"/>
          <ac:cxnSpMkLst>
            <pc:docMk/>
            <pc:sldMk cId="254101679" sldId="263"/>
            <ac:cxnSpMk id="124" creationId="{27678888-EE2F-4D93-AAAD-5527E7D9B3C9}"/>
          </ac:cxnSpMkLst>
        </pc:cxnChg>
        <pc:cxnChg chg="add mod">
          <ac:chgData name="musukie52@gmail.com" userId="017bd91f96aa8751" providerId="LiveId" clId="{5B2C3894-F97E-4CAB-8812-5BB4D83AAC6A}" dt="2026-08-26T02:49:28.798" v="890" actId="208"/>
          <ac:cxnSpMkLst>
            <pc:docMk/>
            <pc:sldMk cId="254101679" sldId="263"/>
            <ac:cxnSpMk id="160" creationId="{790A77B9-3266-16DD-05EE-1E658617EE66}"/>
          </ac:cxnSpMkLst>
        </pc:cxnChg>
      </pc:sldChg>
      <pc:sldChg chg="addSp delSp modSp new del mod">
        <pc:chgData name="musukie52@gmail.com" userId="017bd91f96aa8751" providerId="LiveId" clId="{5B2C3894-F97E-4CAB-8812-5BB4D83AAC6A}" dt="2026-08-27T03:01:26.344" v="896" actId="47"/>
        <pc:sldMkLst>
          <pc:docMk/>
          <pc:sldMk cId="2259118083" sldId="267"/>
        </pc:sldMkLst>
        <pc:spChg chg="add del mod">
          <ac:chgData name="musukie52@gmail.com" userId="017bd91f96aa8751" providerId="LiveId" clId="{5B2C3894-F97E-4CAB-8812-5BB4D83AAC6A}" dt="2026-08-26T02:19:39.785" v="178" actId="21"/>
          <ac:spMkLst>
            <pc:docMk/>
            <pc:sldMk cId="2259118083" sldId="267"/>
            <ac:spMk id="3" creationId="{91FD6064-DEEB-5E91-6D03-5D8916725E83}"/>
          </ac:spMkLst>
        </pc:spChg>
        <pc:spChg chg="add del">
          <ac:chgData name="musukie52@gmail.com" userId="017bd91f96aa8751" providerId="LiveId" clId="{5B2C3894-F97E-4CAB-8812-5BB4D83AAC6A}" dt="2026-08-26T02:19:39.785" v="178" actId="21"/>
          <ac:spMkLst>
            <pc:docMk/>
            <pc:sldMk cId="2259118083" sldId="267"/>
            <ac:spMk id="5" creationId="{84E79707-5C59-8B9C-A456-7F121AD657E3}"/>
          </ac:spMkLst>
        </pc:spChg>
        <pc:spChg chg="add del">
          <ac:chgData name="musukie52@gmail.com" userId="017bd91f96aa8751" providerId="LiveId" clId="{5B2C3894-F97E-4CAB-8812-5BB4D83AAC6A}" dt="2026-08-26T02:19:39.785" v="178" actId="21"/>
          <ac:spMkLst>
            <pc:docMk/>
            <pc:sldMk cId="2259118083" sldId="267"/>
            <ac:spMk id="7" creationId="{22D28AF1-7A20-41F2-AE1A-BCED28BBDD17}"/>
          </ac:spMkLst>
        </pc:spChg>
        <pc:spChg chg="add del">
          <ac:chgData name="musukie52@gmail.com" userId="017bd91f96aa8751" providerId="LiveId" clId="{5B2C3894-F97E-4CAB-8812-5BB4D83AAC6A}" dt="2026-08-26T02:21:16.237" v="198" actId="21"/>
          <ac:spMkLst>
            <pc:docMk/>
            <pc:sldMk cId="2259118083" sldId="267"/>
            <ac:spMk id="9" creationId="{EF93EDC0-C9F0-2498-309E-F4FEF5B24FE4}"/>
          </ac:spMkLst>
        </pc:spChg>
        <pc:spChg chg="add del mod">
          <ac:chgData name="musukie52@gmail.com" userId="017bd91f96aa8751" providerId="LiveId" clId="{5B2C3894-F97E-4CAB-8812-5BB4D83AAC6A}" dt="2026-08-26T02:21:16.237" v="198" actId="21"/>
          <ac:spMkLst>
            <pc:docMk/>
            <pc:sldMk cId="2259118083" sldId="267"/>
            <ac:spMk id="11" creationId="{54BCD3AD-4702-F010-E827-240877605386}"/>
          </ac:spMkLst>
        </pc:spChg>
        <pc:spChg chg="add del">
          <ac:chgData name="musukie52@gmail.com" userId="017bd91f96aa8751" providerId="LiveId" clId="{5B2C3894-F97E-4CAB-8812-5BB4D83AAC6A}" dt="2026-08-26T02:39:02.618" v="641" actId="21"/>
          <ac:spMkLst>
            <pc:docMk/>
            <pc:sldMk cId="2259118083" sldId="267"/>
            <ac:spMk id="13" creationId="{0769CF26-B717-D94E-9643-47E9D503AFE6}"/>
          </ac:spMkLst>
        </pc:spChg>
        <pc:spChg chg="add del mod">
          <ac:chgData name="musukie52@gmail.com" userId="017bd91f96aa8751" providerId="LiveId" clId="{5B2C3894-F97E-4CAB-8812-5BB4D83AAC6A}" dt="2026-08-26T02:39:02.618" v="641" actId="21"/>
          <ac:spMkLst>
            <pc:docMk/>
            <pc:sldMk cId="2259118083" sldId="267"/>
            <ac:spMk id="15" creationId="{971266E4-2F02-E2E0-6379-0C62C7194CD6}"/>
          </ac:spMkLst>
        </pc:spChg>
        <pc:spChg chg="add del">
          <ac:chgData name="musukie52@gmail.com" userId="017bd91f96aa8751" providerId="LiveId" clId="{5B2C3894-F97E-4CAB-8812-5BB4D83AAC6A}" dt="2026-08-26T02:39:02.618" v="641" actId="21"/>
          <ac:spMkLst>
            <pc:docMk/>
            <pc:sldMk cId="2259118083" sldId="267"/>
            <ac:spMk id="17" creationId="{FC0BA1F9-DB7E-18DB-AFEF-9541AA2C58D9}"/>
          </ac:spMkLst>
        </pc:spChg>
        <pc:spChg chg="add del mod">
          <ac:chgData name="musukie52@gmail.com" userId="017bd91f96aa8751" providerId="LiveId" clId="{5B2C3894-F97E-4CAB-8812-5BB4D83AAC6A}" dt="2026-08-26T02:39:20.377" v="647" actId="21"/>
          <ac:spMkLst>
            <pc:docMk/>
            <pc:sldMk cId="2259118083" sldId="267"/>
            <ac:spMk id="19" creationId="{BFF915DC-9BB0-F74B-18E8-CEE9BA694181}"/>
          </ac:spMkLst>
        </pc:spChg>
        <pc:spChg chg="add del">
          <ac:chgData name="musukie52@gmail.com" userId="017bd91f96aa8751" providerId="LiveId" clId="{5B2C3894-F97E-4CAB-8812-5BB4D83AAC6A}" dt="2026-08-26T02:39:20.377" v="647" actId="21"/>
          <ac:spMkLst>
            <pc:docMk/>
            <pc:sldMk cId="2259118083" sldId="267"/>
            <ac:spMk id="21" creationId="{19F37BA1-C899-E43F-4CDC-C18CBE7790C8}"/>
          </ac:spMkLst>
        </pc:spChg>
        <pc:spChg chg="add del">
          <ac:chgData name="musukie52@gmail.com" userId="017bd91f96aa8751" providerId="LiveId" clId="{5B2C3894-F97E-4CAB-8812-5BB4D83AAC6A}" dt="2026-08-26T02:39:20.377" v="647" actId="21"/>
          <ac:spMkLst>
            <pc:docMk/>
            <pc:sldMk cId="2259118083" sldId="267"/>
            <ac:spMk id="23" creationId="{2CCB0F39-0F8D-8DBE-800D-12AB5EC8D250}"/>
          </ac:spMkLst>
        </pc:spChg>
        <pc:spChg chg="add del mod">
          <ac:chgData name="musukie52@gmail.com" userId="017bd91f96aa8751" providerId="LiveId" clId="{5B2C3894-F97E-4CAB-8812-5BB4D83AAC6A}" dt="2026-08-26T02:39:31.819" v="652" actId="21"/>
          <ac:spMkLst>
            <pc:docMk/>
            <pc:sldMk cId="2259118083" sldId="267"/>
            <ac:spMk id="25" creationId="{4C6945A9-FD07-4557-97EE-09B970C5FA7A}"/>
          </ac:spMkLst>
        </pc:spChg>
        <pc:spChg chg="add del">
          <ac:chgData name="musukie52@gmail.com" userId="017bd91f96aa8751" providerId="LiveId" clId="{5B2C3894-F97E-4CAB-8812-5BB4D83AAC6A}" dt="2026-08-26T02:39:31.819" v="652" actId="21"/>
          <ac:spMkLst>
            <pc:docMk/>
            <pc:sldMk cId="2259118083" sldId="267"/>
            <ac:spMk id="27" creationId="{5E8D7501-82AF-42C4-6F49-F1D1E1A3F5CD}"/>
          </ac:spMkLst>
        </pc:spChg>
        <pc:spChg chg="add del">
          <ac:chgData name="musukie52@gmail.com" userId="017bd91f96aa8751" providerId="LiveId" clId="{5B2C3894-F97E-4CAB-8812-5BB4D83AAC6A}" dt="2026-08-26T02:39:31.819" v="652" actId="21"/>
          <ac:spMkLst>
            <pc:docMk/>
            <pc:sldMk cId="2259118083" sldId="267"/>
            <ac:spMk id="29" creationId="{7F7909D5-440C-A962-B687-CD3128C206A3}"/>
          </ac:spMkLst>
        </pc:spChg>
      </pc:sldChg>
      <pc:sldChg chg="new del">
        <pc:chgData name="musukie52@gmail.com" userId="017bd91f96aa8751" providerId="LiveId" clId="{5B2C3894-F97E-4CAB-8812-5BB4D83AAC6A}" dt="2026-08-27T03:01:06.410" v="893" actId="47"/>
        <pc:sldMkLst>
          <pc:docMk/>
          <pc:sldMk cId="92833528" sldId="268"/>
        </pc:sldMkLst>
      </pc:sldChg>
      <pc:sldChg chg="addSp delSp modSp add mod">
        <pc:chgData name="musukie52@gmail.com" userId="017bd91f96aa8751" providerId="LiveId" clId="{5B2C3894-F97E-4CAB-8812-5BB4D83AAC6A}" dt="2026-08-27T03:06:39.990" v="1084" actId="20577"/>
        <pc:sldMkLst>
          <pc:docMk/>
          <pc:sldMk cId="1661260248" sldId="269"/>
        </pc:sldMkLst>
        <pc:spChg chg="mod">
          <ac:chgData name="musukie52@gmail.com" userId="017bd91f96aa8751" providerId="LiveId" clId="{5B2C3894-F97E-4CAB-8812-5BB4D83AAC6A}" dt="2026-08-27T03:06:27.399" v="1059" actId="20577"/>
          <ac:spMkLst>
            <pc:docMk/>
            <pc:sldMk cId="1661260248" sldId="269"/>
            <ac:spMk id="4" creationId="{0DDA432E-73C8-24D7-77E4-4A7BC81C2928}"/>
          </ac:spMkLst>
        </pc:spChg>
        <pc:spChg chg="mod">
          <ac:chgData name="musukie52@gmail.com" userId="017bd91f96aa8751" providerId="LiveId" clId="{5B2C3894-F97E-4CAB-8812-5BB4D83AAC6A}" dt="2026-08-27T03:06:39.990" v="1084" actId="20577"/>
          <ac:spMkLst>
            <pc:docMk/>
            <pc:sldMk cId="1661260248" sldId="269"/>
            <ac:spMk id="8" creationId="{D55126AE-BEA7-00BE-794F-E562F241A884}"/>
          </ac:spMkLst>
        </pc:spChg>
        <pc:spChg chg="mod">
          <ac:chgData name="musukie52@gmail.com" userId="017bd91f96aa8751" providerId="LiveId" clId="{5B2C3894-F97E-4CAB-8812-5BB4D83AAC6A}" dt="2026-08-27T03:06:32.469" v="1066" actId="20577"/>
          <ac:spMkLst>
            <pc:docMk/>
            <pc:sldMk cId="1661260248" sldId="269"/>
            <ac:spMk id="12" creationId="{877E0CBC-8EAA-0F04-4D0C-7E317C63A2DF}"/>
          </ac:spMkLst>
        </pc:spChg>
        <pc:spChg chg="mod">
          <ac:chgData name="musukie52@gmail.com" userId="017bd91f96aa8751" providerId="LiveId" clId="{5B2C3894-F97E-4CAB-8812-5BB4D83AAC6A}" dt="2026-08-27T03:01:11.120" v="895" actId="20577"/>
          <ac:spMkLst>
            <pc:docMk/>
            <pc:sldMk cId="1661260248" sldId="269"/>
            <ac:spMk id="21" creationId="{3C7F4075-DBE3-2A46-0EE7-D0547E9B74A3}"/>
          </ac:spMkLst>
        </pc:spChg>
        <pc:graphicFrameChg chg="ord">
          <ac:chgData name="musukie52@gmail.com" userId="017bd91f96aa8751" providerId="LiveId" clId="{5B2C3894-F97E-4CAB-8812-5BB4D83AAC6A}" dt="2026-08-27T03:05:30.946" v="1042" actId="166"/>
          <ac:graphicFrameMkLst>
            <pc:docMk/>
            <pc:sldMk cId="1661260248" sldId="269"/>
            <ac:graphicFrameMk id="11" creationId="{D195BB11-A714-0CE0-CADF-2F0DBA958017}"/>
          </ac:graphicFrameMkLst>
        </pc:graphicFrameChg>
        <pc:graphicFrameChg chg="ord">
          <ac:chgData name="musukie52@gmail.com" userId="017bd91f96aa8751" providerId="LiveId" clId="{5B2C3894-F97E-4CAB-8812-5BB4D83AAC6A}" dt="2026-08-27T03:05:15.464" v="1041" actId="166"/>
          <ac:graphicFrameMkLst>
            <pc:docMk/>
            <pc:sldMk cId="1661260248" sldId="269"/>
            <ac:graphicFrameMk id="17" creationId="{425D1B2A-13FB-9EF8-57B9-53924FEFA0CC}"/>
          </ac:graphicFrameMkLst>
        </pc:graphicFrameChg>
        <pc:picChg chg="del">
          <ac:chgData name="musukie52@gmail.com" userId="017bd91f96aa8751" providerId="LiveId" clId="{5B2C3894-F97E-4CAB-8812-5BB4D83AAC6A}" dt="2026-08-27T03:03:20.195" v="957" actId="478"/>
          <ac:picMkLst>
            <pc:docMk/>
            <pc:sldMk cId="1661260248" sldId="269"/>
            <ac:picMk id="3" creationId="{33B3953F-9AFC-5ADE-5855-4B4CFDB04C16}"/>
          </ac:picMkLst>
        </pc:picChg>
        <pc:picChg chg="add mod">
          <ac:chgData name="musukie52@gmail.com" userId="017bd91f96aa8751" providerId="LiveId" clId="{5B2C3894-F97E-4CAB-8812-5BB4D83AAC6A}" dt="2026-08-27T03:05:05.457" v="1040" actId="1037"/>
          <ac:picMkLst>
            <pc:docMk/>
            <pc:sldMk cId="1661260248" sldId="269"/>
            <ac:picMk id="7" creationId="{C7C33819-F3E1-8420-32DC-EBA80792E388}"/>
          </ac:picMkLst>
        </pc:picChg>
        <pc:picChg chg="del">
          <ac:chgData name="musukie52@gmail.com" userId="017bd91f96aa8751" providerId="LiveId" clId="{5B2C3894-F97E-4CAB-8812-5BB4D83AAC6A}" dt="2026-08-27T03:03:59.523" v="982" actId="478"/>
          <ac:picMkLst>
            <pc:docMk/>
            <pc:sldMk cId="1661260248" sldId="269"/>
            <ac:picMk id="13" creationId="{B2BCC082-C44E-B541-3E55-B8A53427AA5B}"/>
          </ac:picMkLst>
        </pc:picChg>
        <pc:picChg chg="add mod modCrop">
          <ac:chgData name="musukie52@gmail.com" userId="017bd91f96aa8751" providerId="LiveId" clId="{5B2C3894-F97E-4CAB-8812-5BB4D83AAC6A}" dt="2026-08-27T03:04:52.148" v="1032" actId="1038"/>
          <ac:picMkLst>
            <pc:docMk/>
            <pc:sldMk cId="1661260248" sldId="269"/>
            <ac:picMk id="14" creationId="{3C6347DC-4222-F550-3620-B12C33908152}"/>
          </ac:picMkLst>
        </pc:picChg>
        <pc:picChg chg="del">
          <ac:chgData name="musukie52@gmail.com" userId="017bd91f96aa8751" providerId="LiveId" clId="{5B2C3894-F97E-4CAB-8812-5BB4D83AAC6A}" dt="2026-08-27T03:03:52.927" v="978" actId="478"/>
          <ac:picMkLst>
            <pc:docMk/>
            <pc:sldMk cId="1661260248" sldId="269"/>
            <ac:picMk id="15" creationId="{840A4DB7-8A65-3C77-43C3-E9041CE5FC9D}"/>
          </ac:picMkLst>
        </pc:picChg>
        <pc:picChg chg="add mod">
          <ac:chgData name="musukie52@gmail.com" userId="017bd91f96aa8751" providerId="LiveId" clId="{5B2C3894-F97E-4CAB-8812-5BB4D83AAC6A}" dt="2026-08-27T03:04:22.144" v="1019" actId="1035"/>
          <ac:picMkLst>
            <pc:docMk/>
            <pc:sldMk cId="1661260248" sldId="269"/>
            <ac:picMk id="18" creationId="{D2B7A9EB-C599-9C75-D112-2DE5AFAE5B98}"/>
          </ac:picMkLst>
        </pc:picChg>
        <pc:picChg chg="del">
          <ac:chgData name="musukie52@gmail.com" userId="017bd91f96aa8751" providerId="LiveId" clId="{5B2C3894-F97E-4CAB-8812-5BB4D83AAC6A}" dt="2026-08-27T03:04:32.098" v="1021" actId="478"/>
          <ac:picMkLst>
            <pc:docMk/>
            <pc:sldMk cId="1661260248" sldId="269"/>
            <ac:picMk id="20" creationId="{1CA99E82-80B8-CFB8-91C1-0E553A28EC50}"/>
          </ac:picMkLst>
        </pc:picChg>
        <pc:picChg chg="del">
          <ac:chgData name="musukie52@gmail.com" userId="017bd91f96aa8751" providerId="LiveId" clId="{5B2C3894-F97E-4CAB-8812-5BB4D83AAC6A}" dt="2026-08-27T03:04:32.098" v="1021" actId="478"/>
          <ac:picMkLst>
            <pc:docMk/>
            <pc:sldMk cId="1661260248" sldId="269"/>
            <ac:picMk id="24" creationId="{C5BE64B3-C970-9832-A77A-A1B0B83623C9}"/>
          </ac:picMkLst>
        </pc:picChg>
        <pc:picChg chg="add del mod">
          <ac:chgData name="musukie52@gmail.com" userId="017bd91f96aa8751" providerId="LiveId" clId="{5B2C3894-F97E-4CAB-8812-5BB4D83AAC6A}" dt="2026-08-27T03:03:51.854" v="977" actId="21"/>
          <ac:picMkLst>
            <pc:docMk/>
            <pc:sldMk cId="1661260248" sldId="269"/>
            <ac:picMk id="25" creationId="{F93F8AFC-2131-76EB-9462-F0AC110A220D}"/>
          </ac:picMkLst>
        </pc:picChg>
        <pc:picChg chg="add mod">
          <ac:chgData name="musukie52@gmail.com" userId="017bd91f96aa8751" providerId="LiveId" clId="{5B2C3894-F97E-4CAB-8812-5BB4D83AAC6A}" dt="2026-08-27T03:03:27.896" v="962" actId="1038"/>
          <ac:picMkLst>
            <pc:docMk/>
            <pc:sldMk cId="1661260248" sldId="269"/>
            <ac:picMk id="27" creationId="{71295209-EF84-4019-B43A-F62640F94D61}"/>
          </ac:picMkLst>
        </pc:picChg>
        <pc:picChg chg="add">
          <ac:chgData name="musukie52@gmail.com" userId="017bd91f96aa8751" providerId="LiveId" clId="{5B2C3894-F97E-4CAB-8812-5BB4D83AAC6A}" dt="2026-08-27T03:03:53.230" v="979" actId="22"/>
          <ac:picMkLst>
            <pc:docMk/>
            <pc:sldMk cId="1661260248" sldId="269"/>
            <ac:picMk id="29" creationId="{3066FB0C-20E6-5475-6868-D83A58CB1E9F}"/>
          </ac:picMkLst>
        </pc:picChg>
      </pc:sldChg>
      <pc:sldChg chg="delSp new mod">
        <pc:chgData name="musukie52@gmail.com" userId="017bd91f96aa8751" providerId="LiveId" clId="{5B2C3894-F97E-4CAB-8812-5BB4D83AAC6A}" dt="2026-08-27T03:07:12.019" v="1086" actId="478"/>
        <pc:sldMkLst>
          <pc:docMk/>
          <pc:sldMk cId="2277068460" sldId="270"/>
        </pc:sldMkLst>
        <pc:spChg chg="del">
          <ac:chgData name="musukie52@gmail.com" userId="017bd91f96aa8751" providerId="LiveId" clId="{5B2C3894-F97E-4CAB-8812-5BB4D83AAC6A}" dt="2026-08-27T03:07:12.019" v="1086" actId="478"/>
          <ac:spMkLst>
            <pc:docMk/>
            <pc:sldMk cId="2277068460" sldId="270"/>
            <ac:spMk id="2" creationId="{E593A7F3-50D6-936A-BFDC-02E097D1BABC}"/>
          </ac:spMkLst>
        </pc:spChg>
        <pc:spChg chg="del">
          <ac:chgData name="musukie52@gmail.com" userId="017bd91f96aa8751" providerId="LiveId" clId="{5B2C3894-F97E-4CAB-8812-5BB4D83AAC6A}" dt="2026-08-27T03:07:12.019" v="1086" actId="478"/>
          <ac:spMkLst>
            <pc:docMk/>
            <pc:sldMk cId="2277068460" sldId="270"/>
            <ac:spMk id="3" creationId="{B6987235-D58B-BD2B-7108-10A23D529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691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97447E4-8E91-4C7D-B8C1-74E5006D1D8B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E7B41D-65DF-4522-8A2C-6C77777D119D}"/>
              </a:ext>
            </a:extLst>
          </p:cNvPr>
          <p:cNvSpPr>
            <a:spLocks noGrp="1"/>
          </p:cNvSpPr>
          <p:nvPr/>
        </p:nvSpPr>
        <p:spPr>
          <a:xfrm>
            <a:off x="1523999" y="2043520"/>
            <a:ext cx="3048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FFFFFF"/>
                </a:solidFill>
              </a:defRPr>
            </a:pP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</a:t>
            </a:r>
            <a:r>
              <a:rPr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</a:t>
            </a:r>
            <a:r>
              <a:rPr 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기획</a:t>
            </a:r>
            <a:r>
              <a:rPr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문서</a:t>
            </a:r>
            <a:endParaRPr sz="20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A777D3-6932-4F50-BBB5-842735D1C17E}"/>
              </a:ext>
            </a:extLst>
          </p:cNvPr>
          <p:cNvSpPr>
            <a:spLocks noGrp="1"/>
          </p:cNvSpPr>
          <p:nvPr/>
        </p:nvSpPr>
        <p:spPr>
          <a:xfrm>
            <a:off x="1523999" y="4040323"/>
            <a:ext cx="304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0">
                <a:solidFill>
                  <a:srgbClr val="D6E8F2"/>
                </a:solidFill>
              </a:defRPr>
            </a:pPr>
            <a:r>
              <a:rPr sz="1000" b="0" dirty="0" err="1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</a:t>
            </a:r>
            <a:r>
              <a:rPr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숨 </a:t>
            </a:r>
            <a:r>
              <a:rPr sz="1000" b="0" dirty="0" err="1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참기</a:t>
            </a:r>
            <a:r>
              <a:rPr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sz="1000" b="0" dirty="0" err="1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내쉬기를</a:t>
            </a:r>
            <a:r>
              <a:rPr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직접</a:t>
            </a:r>
            <a:r>
              <a:rPr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조절해</a:t>
            </a:r>
            <a:endParaRPr sz="1000" b="0" dirty="0">
              <a:solidFill>
                <a:srgbClr val="D6E8F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50000"/>
              </a:lnSpc>
              <a:defRPr sz="1000" b="0">
                <a:solidFill>
                  <a:srgbClr val="D6E8F2"/>
                </a:solidFill>
              </a:defRPr>
            </a:pPr>
            <a:r>
              <a:rPr sz="1000" b="0" dirty="0" err="1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이동</a:t>
            </a:r>
            <a:r>
              <a:rPr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sz="1000" b="0" dirty="0" err="1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은신</a:t>
            </a:r>
            <a:r>
              <a:rPr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sz="1000" b="0" dirty="0" err="1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</a:t>
            </a:r>
            <a:r>
              <a:rPr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sz="1000" b="0" dirty="0" err="1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</a:t>
            </a:r>
            <a:r>
              <a:rPr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대응을</a:t>
            </a:r>
            <a:r>
              <a:rPr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연결하는</a:t>
            </a:r>
            <a:r>
              <a:rPr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</a:t>
            </a:r>
            <a:r>
              <a:rPr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</a:t>
            </a:r>
            <a:endParaRPr sz="1000" b="0" dirty="0">
              <a:solidFill>
                <a:srgbClr val="D6E8F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43C8938-04FC-4CB8-8D97-E5DFA00EA410}"/>
              </a:ext>
            </a:extLst>
          </p:cNvPr>
          <p:cNvSpPr>
            <a:spLocks noGrp="1"/>
          </p:cNvSpPr>
          <p:nvPr/>
        </p:nvSpPr>
        <p:spPr>
          <a:xfrm>
            <a:off x="994609" y="5195480"/>
            <a:ext cx="4106780" cy="514350"/>
          </a:xfrm>
          <a:prstGeom prst="roundRect">
            <a:avLst>
              <a:gd name="adj" fmla="val 14815"/>
            </a:avLst>
          </a:prstGeom>
          <a:solidFill>
            <a:srgbClr val="0B4A70"/>
          </a:solidFill>
          <a:ln w="9525">
            <a:solidFill>
              <a:srgbClr val="0B4A70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호흡을 조절해</a:t>
            </a:r>
            <a:r>
              <a:rPr lang="en-US" altLang="ko-KR" sz="1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 속에서 길을 만들어라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332F0C-5B8B-494B-8361-AF12D5BC4EB6}"/>
              </a:ext>
            </a:extLst>
          </p:cNvPr>
          <p:cNvSpPr>
            <a:spLocks noGrp="1"/>
          </p:cNvSpPr>
          <p:nvPr/>
        </p:nvSpPr>
        <p:spPr>
          <a:xfrm>
            <a:off x="9429750" y="63246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작성자  윤수진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E32F7F7-7D35-4512-841E-FB1683574C35}"/>
              </a:ext>
            </a:extLst>
          </p:cNvPr>
          <p:cNvSpPr>
            <a:spLocks noGrp="1"/>
          </p:cNvSpPr>
          <p:nvPr/>
        </p:nvSpPr>
        <p:spPr>
          <a:xfrm>
            <a:off x="7142747" y="1314450"/>
            <a:ext cx="4000500" cy="323850"/>
          </a:xfrm>
          <a:prstGeom prst="roundRect">
            <a:avLst>
              <a:gd name="adj" fmla="val 14706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11F447-ADAE-4A77-8ABA-3D6AA7C10C19}"/>
              </a:ext>
            </a:extLst>
          </p:cNvPr>
          <p:cNvSpPr>
            <a:spLocks noGrp="1"/>
          </p:cNvSpPr>
          <p:nvPr/>
        </p:nvSpPr>
        <p:spPr>
          <a:xfrm>
            <a:off x="7209422" y="1314450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수정 이력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97A96F3-F878-432B-8D5F-AD731093354A}"/>
              </a:ext>
            </a:extLst>
          </p:cNvPr>
          <p:cNvSpPr>
            <a:spLocks noGrp="1"/>
          </p:cNvSpPr>
          <p:nvPr/>
        </p:nvSpPr>
        <p:spPr>
          <a:xfrm>
            <a:off x="7142747" y="1752600"/>
            <a:ext cx="4000500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4B1CBE-57F2-4894-913E-39C2D88A02AE}"/>
              </a:ext>
            </a:extLst>
          </p:cNvPr>
          <p:cNvSpPr>
            <a:spLocks noGrp="1"/>
          </p:cNvSpPr>
          <p:nvPr/>
        </p:nvSpPr>
        <p:spPr>
          <a:xfrm>
            <a:off x="7257047" y="1800225"/>
            <a:ext cx="95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2026.08.2</a:t>
            </a:r>
            <a:r>
              <a:rPr lang="en-US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endParaRPr sz="1000" b="1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2D9DFD-4FBB-4DC9-9530-8FCB23675D0D}"/>
              </a:ext>
            </a:extLst>
          </p:cNvPr>
          <p:cNvSpPr>
            <a:spLocks noGrp="1"/>
          </p:cNvSpPr>
          <p:nvPr/>
        </p:nvSpPr>
        <p:spPr>
          <a:xfrm>
            <a:off x="8323847" y="1800225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47쪽 원본을 11쪽 핵심 문서로 재구성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DAB228-973F-4C3A-8518-09AEBB6947BE}"/>
              </a:ext>
            </a:extLst>
          </p:cNvPr>
          <p:cNvSpPr>
            <a:spLocks noGrp="1"/>
          </p:cNvSpPr>
          <p:nvPr/>
        </p:nvSpPr>
        <p:spPr>
          <a:xfrm>
            <a:off x="7142747" y="2343150"/>
            <a:ext cx="4000500" cy="495300"/>
          </a:xfrm>
          <a:prstGeom prst="roundRect">
            <a:avLst>
              <a:gd name="adj" fmla="val 7692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0FDC81-25BB-4EF8-A268-A3D338ECB19F}"/>
              </a:ext>
            </a:extLst>
          </p:cNvPr>
          <p:cNvSpPr>
            <a:spLocks noGrp="1"/>
          </p:cNvSpPr>
          <p:nvPr/>
        </p:nvSpPr>
        <p:spPr>
          <a:xfrm>
            <a:off x="7257047" y="2390775"/>
            <a:ext cx="95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2026.08.2</a:t>
            </a:r>
            <a:r>
              <a:rPr lang="en-US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  <a:endParaRPr sz="1000" b="1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F95B12-99CD-43B8-9092-2ED1C70D6344}"/>
              </a:ext>
            </a:extLst>
          </p:cNvPr>
          <p:cNvSpPr>
            <a:spLocks noGrp="1"/>
          </p:cNvSpPr>
          <p:nvPr/>
        </p:nvSpPr>
        <p:spPr>
          <a:xfrm>
            <a:off x="8323847" y="2390775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</a:t>
            </a: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이지·속성·UI 피드백 추가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EAED878-32CD-4C6C-91F7-10989830DB62}"/>
              </a:ext>
            </a:extLst>
          </p:cNvPr>
          <p:cNvSpPr>
            <a:spLocks noGrp="1"/>
          </p:cNvSpPr>
          <p:nvPr/>
        </p:nvSpPr>
        <p:spPr>
          <a:xfrm>
            <a:off x="7142747" y="2933700"/>
            <a:ext cx="4000500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04C84D-8F7E-4CD9-B097-C6A65811C65B}"/>
              </a:ext>
            </a:extLst>
          </p:cNvPr>
          <p:cNvSpPr>
            <a:spLocks noGrp="1"/>
          </p:cNvSpPr>
          <p:nvPr/>
        </p:nvSpPr>
        <p:spPr>
          <a:xfrm>
            <a:off x="7257047" y="2981325"/>
            <a:ext cx="95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2026.08.2</a:t>
            </a:r>
            <a:r>
              <a:rPr lang="en-US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  <a:endParaRPr sz="1000" b="1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F22705-D450-43F2-A6E0-5167828672D3}"/>
              </a:ext>
            </a:extLst>
          </p:cNvPr>
          <p:cNvSpPr>
            <a:spLocks noGrp="1"/>
          </p:cNvSpPr>
          <p:nvPr/>
        </p:nvSpPr>
        <p:spPr>
          <a:xfrm>
            <a:off x="8323847" y="2981325"/>
            <a:ext cx="2686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순환·소음/AI·통합 플로우 도식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0A9ED70-006F-41D9-BE4C-3AFAE5D5A84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80D9D1"/>
                </a:solidFill>
              </a:defRPr>
            </a:pPr>
            <a:r>
              <a:rPr sz="1000" b="1" dirty="0">
                <a:solidFill>
                  <a:srgbClr val="80D9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SYSTEM DESIGN DOCUMENT</a:t>
            </a:r>
          </a:p>
        </p:txBody>
      </p:sp>
    </p:spTree>
    <p:extLst>
      <p:ext uri="{BB962C8B-B14F-4D97-AF65-F5344CB8AC3E}">
        <p14:creationId xmlns:p14="http://schemas.microsoft.com/office/powerpoint/2010/main" val="1635155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7CF81AC9-977E-4585-911B-99F56406CC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F34D66-170F-4B19-A015-0BEF4103D84C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1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DOCUMENT MAP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0ABD68-21A3-4937-8D1B-BEE4E507701F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00" b="1">
                <a:solidFill>
                  <a:srgbClr val="073B5C"/>
                </a:solidFill>
              </a:defRPr>
            </a:pPr>
            <a:r>
              <a:rPr sz="2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목차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F3A480F-EFF0-4A75-BE7A-417D165F0847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021CB4-A95A-4A3F-9A15-2D733424D9A7}"/>
              </a:ext>
            </a:extLst>
          </p:cNvPr>
          <p:cNvSpPr>
            <a:spLocks noGrp="1"/>
          </p:cNvSpPr>
          <p:nvPr/>
        </p:nvSpPr>
        <p:spPr>
          <a:xfrm>
            <a:off x="1870911" y="1873920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20A6A0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1D8321-6251-4D90-B1CE-A5F1CD56E55D}"/>
              </a:ext>
            </a:extLst>
          </p:cNvPr>
          <p:cNvSpPr>
            <a:spLocks noGrp="1"/>
          </p:cNvSpPr>
          <p:nvPr/>
        </p:nvSpPr>
        <p:spPr>
          <a:xfrm>
            <a:off x="2499561" y="1873920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정의 및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840D48A-8498-4CEF-9D1B-7B1D7D802226}"/>
              </a:ext>
            </a:extLst>
          </p:cNvPr>
          <p:cNvSpPr>
            <a:spLocks noGrp="1"/>
          </p:cNvSpPr>
          <p:nvPr/>
        </p:nvSpPr>
        <p:spPr>
          <a:xfrm>
            <a:off x="2499561" y="2121570"/>
            <a:ext cx="403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슬로건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효과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재미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볼륨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맵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03CBDE-0258-4C2D-B8E9-32ED0CD85810}"/>
              </a:ext>
            </a:extLst>
          </p:cNvPr>
          <p:cNvSpPr>
            <a:spLocks noGrp="1"/>
          </p:cNvSpPr>
          <p:nvPr/>
        </p:nvSpPr>
        <p:spPr>
          <a:xfrm>
            <a:off x="1870911" y="3256046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7D67B3"/>
                </a:solidFill>
              </a:defRPr>
            </a:pPr>
            <a:r>
              <a:rPr sz="1500" b="1" dirty="0">
                <a:solidFill>
                  <a:srgbClr val="7D67B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4D4AFC1-8824-4ED4-B8B0-BFBB89E03026}"/>
              </a:ext>
            </a:extLst>
          </p:cNvPr>
          <p:cNvSpPr>
            <a:spLocks noGrp="1"/>
          </p:cNvSpPr>
          <p:nvPr/>
        </p:nvSpPr>
        <p:spPr>
          <a:xfrm>
            <a:off x="2499561" y="3256046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순환 구조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AD9D5C-3AE2-4F60-9CB9-C01C53D3FB5A}"/>
              </a:ext>
            </a:extLst>
          </p:cNvPr>
          <p:cNvSpPr>
            <a:spLocks noGrp="1"/>
          </p:cNvSpPr>
          <p:nvPr/>
        </p:nvSpPr>
        <p:spPr>
          <a:xfrm>
            <a:off x="2499561" y="3503696"/>
            <a:ext cx="403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들이마시기부터 다시 판단까지 6단계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7E9B11-5ED8-4712-AF1B-00BDFA1C0A1C}"/>
              </a:ext>
            </a:extLst>
          </p:cNvPr>
          <p:cNvSpPr>
            <a:spLocks noGrp="1"/>
          </p:cNvSpPr>
          <p:nvPr/>
        </p:nvSpPr>
        <p:spPr>
          <a:xfrm>
            <a:off x="1870911" y="4745956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C79A20"/>
                </a:solidFill>
              </a:defRPr>
            </a:pPr>
            <a:r>
              <a:rPr sz="1500" b="1">
                <a:solidFill>
                  <a:srgbClr val="C79A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E6E0AC-2B41-42E8-BF23-B6CEED90F7B9}"/>
              </a:ext>
            </a:extLst>
          </p:cNvPr>
          <p:cNvSpPr>
            <a:spLocks noGrp="1"/>
          </p:cNvSpPr>
          <p:nvPr/>
        </p:nvSpPr>
        <p:spPr>
          <a:xfrm>
            <a:off x="2499561" y="4745956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D24DE46-F86F-4D3E-8601-9874CF9528E5}"/>
              </a:ext>
            </a:extLst>
          </p:cNvPr>
          <p:cNvSpPr>
            <a:spLocks noGrp="1"/>
          </p:cNvSpPr>
          <p:nvPr/>
        </p:nvSpPr>
        <p:spPr>
          <a:xfrm>
            <a:off x="2499561" y="4993606"/>
            <a:ext cx="403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UI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요소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상태별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피드백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이미지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2F8B17A-166D-42BA-89C6-AC22F324852E}"/>
              </a:ext>
            </a:extLst>
          </p:cNvPr>
          <p:cNvSpPr>
            <a:spLocks noGrp="1"/>
          </p:cNvSpPr>
          <p:nvPr/>
        </p:nvSpPr>
        <p:spPr>
          <a:xfrm>
            <a:off x="7166811" y="1870412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D87449"/>
                </a:solidFill>
              </a:defRPr>
            </a:pPr>
            <a:r>
              <a:rPr sz="1500" b="1">
                <a:solidFill>
                  <a:srgbClr val="D8744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04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4F7665-43AD-4D40-88C0-D8B62028D3B6}"/>
              </a:ext>
            </a:extLst>
          </p:cNvPr>
          <p:cNvSpPr>
            <a:spLocks noGrp="1"/>
          </p:cNvSpPr>
          <p:nvPr/>
        </p:nvSpPr>
        <p:spPr>
          <a:xfrm>
            <a:off x="7795461" y="1870412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38D629A-85D0-4B34-BE8A-E2BB383BBB54}"/>
              </a:ext>
            </a:extLst>
          </p:cNvPr>
          <p:cNvSpPr>
            <a:spLocks noGrp="1"/>
          </p:cNvSpPr>
          <p:nvPr/>
        </p:nvSpPr>
        <p:spPr>
          <a:xfrm>
            <a:off x="7795461" y="2118061"/>
            <a:ext cx="4038600" cy="5056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기본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행동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능력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확장</a:t>
            </a:r>
            <a:r>
              <a:rPr 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연동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규칙</a:t>
            </a:r>
            <a:endParaRPr lang="en-US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스토리보드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F949953-2772-453A-A950-AE493D0EB618}"/>
              </a:ext>
            </a:extLst>
          </p:cNvPr>
          <p:cNvSpPr>
            <a:spLocks noGrp="1"/>
          </p:cNvSpPr>
          <p:nvPr/>
        </p:nvSpPr>
        <p:spPr>
          <a:xfrm>
            <a:off x="7166811" y="3252538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367DA6"/>
                </a:solidFill>
              </a:defRPr>
            </a:pPr>
            <a:r>
              <a:rPr sz="1500" b="1">
                <a:solidFill>
                  <a:srgbClr val="367DA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05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29AFBA3-0688-42D7-B61C-D3EDCB771F19}"/>
              </a:ext>
            </a:extLst>
          </p:cNvPr>
          <p:cNvSpPr>
            <a:spLocks noGrp="1"/>
          </p:cNvSpPr>
          <p:nvPr/>
        </p:nvSpPr>
        <p:spPr>
          <a:xfrm>
            <a:off x="7795461" y="3252538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</a:t>
            </a: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5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구조도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83DFCE8-AACF-4F4A-A5B5-8D30B3DAB8C5}"/>
              </a:ext>
            </a:extLst>
          </p:cNvPr>
          <p:cNvSpPr>
            <a:spLocks noGrp="1"/>
          </p:cNvSpPr>
          <p:nvPr/>
        </p:nvSpPr>
        <p:spPr>
          <a:xfrm>
            <a:off x="7795461" y="3500188"/>
            <a:ext cx="403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소음/AI 공간 예시 · 통합 플로우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B564F5B-F309-4E9D-BDF7-3FFEA4860222}"/>
              </a:ext>
            </a:extLst>
          </p:cNvPr>
          <p:cNvSpPr>
            <a:spLocks noGrp="1"/>
          </p:cNvSpPr>
          <p:nvPr/>
        </p:nvSpPr>
        <p:spPr>
          <a:xfrm>
            <a:off x="7166811" y="4742448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sz="1500" b="1">
                <a:solidFill>
                  <a:srgbClr val="B34F5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B2674A-0914-4652-AB53-3B96ECADC228}"/>
              </a:ext>
            </a:extLst>
          </p:cNvPr>
          <p:cNvSpPr>
            <a:spLocks noGrp="1"/>
          </p:cNvSpPr>
          <p:nvPr/>
        </p:nvSpPr>
        <p:spPr>
          <a:xfrm>
            <a:off x="7795461" y="4742448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리소스 / 안전장치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413D7A-564A-4B42-98C6-1BF39FA068D4}"/>
              </a:ext>
            </a:extLst>
          </p:cNvPr>
          <p:cNvSpPr>
            <a:spLocks noGrp="1"/>
          </p:cNvSpPr>
          <p:nvPr/>
        </p:nvSpPr>
        <p:spPr>
          <a:xfrm>
            <a:off x="7795461" y="4990098"/>
            <a:ext cx="403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리소스 · 예외 처리 우선순위</a:t>
            </a:r>
          </a:p>
        </p:txBody>
      </p:sp>
    </p:spTree>
    <p:extLst>
      <p:ext uri="{BB962C8B-B14F-4D97-AF65-F5344CB8AC3E}">
        <p14:creationId xmlns:p14="http://schemas.microsoft.com/office/powerpoint/2010/main" val="2068370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953A7769-DC26-4158-B7E9-FDC540628B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7CC768-E1D3-4B76-B00A-7BF169D64039}"/>
              </a:ext>
            </a:extLst>
          </p:cNvPr>
          <p:cNvSpPr>
            <a:spLocks noGrp="1"/>
          </p:cNvSpPr>
          <p:nvPr/>
        </p:nvSpPr>
        <p:spPr>
          <a:xfrm>
            <a:off x="457200" y="371477"/>
            <a:ext cx="3644464" cy="4667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01  </a:t>
            </a:r>
            <a:r>
              <a:rPr sz="20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</a:t>
            </a: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정의</a:t>
            </a: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및 </a:t>
            </a:r>
            <a:r>
              <a:rPr sz="20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설명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3E32ECB7-C235-4799-913E-DCD375A8DB3D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3544277-B246-407C-B3D9-428D71DB3904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3777814" cy="457200"/>
          </a:xfrm>
          <a:prstGeom prst="roundRect">
            <a:avLst>
              <a:gd name="adj" fmla="val 14706"/>
            </a:avLst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5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A1A7E5-1540-4754-AEA9-6EEA994B1CBB}"/>
              </a:ext>
            </a:extLst>
          </p:cNvPr>
          <p:cNvSpPr>
            <a:spLocks noGrp="1"/>
          </p:cNvSpPr>
          <p:nvPr/>
        </p:nvSpPr>
        <p:spPr>
          <a:xfrm>
            <a:off x="552450" y="1819275"/>
            <a:ext cx="368256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플레이어가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들이마시기·숨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참기·내쉬기를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직접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조절해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호흡량과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소음을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관리하는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행동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07E7393-B661-4CA8-8A3C-D278CF082B4E}"/>
              </a:ext>
            </a:extLst>
          </p:cNvPr>
          <p:cNvSpPr>
            <a:spLocks noGrp="1"/>
          </p:cNvSpPr>
          <p:nvPr/>
        </p:nvSpPr>
        <p:spPr>
          <a:xfrm>
            <a:off x="457199" y="2762250"/>
            <a:ext cx="3777815" cy="742950"/>
          </a:xfrm>
          <a:prstGeom prst="roundRect">
            <a:avLst>
              <a:gd name="adj" fmla="val 10256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슬로건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호흡을 조절해</a:t>
            </a:r>
            <a:r>
              <a:rPr lang="en-US" altLang="ko-KR"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 속에서 길을 만들어라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0253244-0DC0-45C1-BF2C-6AF38406C6EE}"/>
              </a:ext>
            </a:extLst>
          </p:cNvPr>
          <p:cNvSpPr>
            <a:spLocks noGrp="1"/>
          </p:cNvSpPr>
          <p:nvPr/>
        </p:nvSpPr>
        <p:spPr>
          <a:xfrm>
            <a:off x="457199" y="3638550"/>
            <a:ext cx="3777815" cy="742950"/>
          </a:xfrm>
          <a:prstGeom prst="roundRect">
            <a:avLst>
              <a:gd name="adj" fmla="val 10256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이동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은신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대응의 결과를 하나의 호흡 규칙으로 연결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D607966-7EE3-45FD-B1D9-738F8CFF176D}"/>
              </a:ext>
            </a:extLst>
          </p:cNvPr>
          <p:cNvSpPr>
            <a:spLocks noGrp="1"/>
          </p:cNvSpPr>
          <p:nvPr/>
        </p:nvSpPr>
        <p:spPr>
          <a:xfrm>
            <a:off x="457200" y="4514850"/>
            <a:ext cx="3777814" cy="742950"/>
          </a:xfrm>
          <a:prstGeom prst="roundRect">
            <a:avLst>
              <a:gd name="adj" fmla="val 10256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5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재미</a:t>
            </a:r>
            <a:endParaRPr lang="en-US" altLang="ko-KR" sz="1500" b="1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언제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얼마나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어디서 숨 쉴지에 따라 같은 공간의 해법이 달라짐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48534E-BF69-42F3-B8BA-FB4765ADD3D8}"/>
              </a:ext>
            </a:extLst>
          </p:cNvPr>
          <p:cNvSpPr>
            <a:spLocks noGrp="1"/>
          </p:cNvSpPr>
          <p:nvPr/>
        </p:nvSpPr>
        <p:spPr>
          <a:xfrm>
            <a:off x="552450" y="55245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1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약속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BC71B7-1CA1-46BF-9284-7874083F1322}"/>
              </a:ext>
            </a:extLst>
          </p:cNvPr>
          <p:cNvSpPr>
            <a:spLocks noGrp="1"/>
          </p:cNvSpPr>
          <p:nvPr/>
        </p:nvSpPr>
        <p:spPr>
          <a:xfrm>
            <a:off x="552450" y="5781675"/>
            <a:ext cx="3682564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667B8B"/>
                </a:solidFill>
              </a:defRPr>
            </a:pPr>
            <a:r>
              <a:rPr sz="1000" b="1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호흡은</a:t>
            </a:r>
            <a:r>
              <a:rPr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자동</a:t>
            </a:r>
            <a:r>
              <a:rPr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회복</a:t>
            </a:r>
            <a:r>
              <a:rPr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게이지가</a:t>
            </a:r>
            <a:r>
              <a:rPr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아니라</a:t>
            </a:r>
            <a:r>
              <a:rPr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플레이어가</a:t>
            </a:r>
            <a:r>
              <a:rPr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반복적으로</a:t>
            </a:r>
            <a:r>
              <a:rPr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판단하고</a:t>
            </a:r>
            <a:r>
              <a:rPr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조작하는</a:t>
            </a:r>
            <a:r>
              <a:rPr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행동</a:t>
            </a:r>
            <a:r>
              <a:rPr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AA2A686-9911-4175-94F9-DAD2B3D51033}"/>
              </a:ext>
            </a:extLst>
          </p:cNvPr>
          <p:cNvSpPr>
            <a:spLocks noGrp="1"/>
          </p:cNvSpPr>
          <p:nvPr/>
        </p:nvSpPr>
        <p:spPr>
          <a:xfrm>
            <a:off x="4812632" y="1257300"/>
            <a:ext cx="6807868" cy="485775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8363AF7-D771-4BA7-8228-C04B3A5777F9}"/>
              </a:ext>
            </a:extLst>
          </p:cNvPr>
          <p:cNvSpPr>
            <a:spLocks noGrp="1"/>
          </p:cNvSpPr>
          <p:nvPr/>
        </p:nvSpPr>
        <p:spPr>
          <a:xfrm>
            <a:off x="5145572" y="1428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500" lnSpcReduction="20000"/>
          </a:bodyPr>
          <a:lstStyle/>
          <a:p>
            <a:pPr algn="l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</a:t>
            </a: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5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볼륨</a:t>
            </a: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맵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01DEABE-2256-4E99-A782-1ACF74EC9746}"/>
              </a:ext>
            </a:extLst>
          </p:cNvPr>
          <p:cNvSpPr>
            <a:spLocks noGrp="1"/>
          </p:cNvSpPr>
          <p:nvPr/>
        </p:nvSpPr>
        <p:spPr>
          <a:xfrm>
            <a:off x="5145572" y="172402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결과가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다른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시스템으로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전달되고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다시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조건을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변화시킴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4C597B7-ABDF-496E-9064-ED6F2DEDF535}"/>
              </a:ext>
            </a:extLst>
          </p:cNvPr>
          <p:cNvSpPr>
            <a:spLocks noGrp="1"/>
          </p:cNvSpPr>
          <p:nvPr/>
        </p:nvSpPr>
        <p:spPr>
          <a:xfrm>
            <a:off x="5120941" y="55721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이동·환경·능력이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다시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호흡의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소비량·안전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한계·회복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위치를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바꿈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3" name="Oval 30">
            <a:extLst>
              <a:ext uri="{FF2B5EF4-FFF2-40B4-BE49-F238E27FC236}">
                <a16:creationId xmlns:a16="http://schemas.microsoft.com/office/drawing/2014/main" id="{2E7BA2F4-0146-4194-B3C2-DCFA8A90748F}"/>
              </a:ext>
            </a:extLst>
          </p:cNvPr>
          <p:cNvSpPr/>
          <p:nvPr/>
        </p:nvSpPr>
        <p:spPr>
          <a:xfrm>
            <a:off x="7601058" y="3247267"/>
            <a:ext cx="1329359" cy="1329359"/>
          </a:xfrm>
          <a:prstGeom prst="ellipse">
            <a:avLst/>
          </a:prstGeom>
          <a:solidFill>
            <a:srgbClr val="042D62"/>
          </a:solidFill>
          <a:ln w="25400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 sz="150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sp>
        <p:nvSpPr>
          <p:cNvPr id="46" name="Oval 33">
            <a:extLst>
              <a:ext uri="{FF2B5EF4-FFF2-40B4-BE49-F238E27FC236}">
                <a16:creationId xmlns:a16="http://schemas.microsoft.com/office/drawing/2014/main" id="{2BC18599-9F15-4C2E-9FA9-9DCD17C1219D}"/>
              </a:ext>
            </a:extLst>
          </p:cNvPr>
          <p:cNvSpPr/>
          <p:nvPr/>
        </p:nvSpPr>
        <p:spPr>
          <a:xfrm>
            <a:off x="7972467" y="2241170"/>
            <a:ext cx="908676" cy="908676"/>
          </a:xfrm>
          <a:prstGeom prst="ellipse">
            <a:avLst/>
          </a:prstGeom>
          <a:solidFill>
            <a:srgbClr val="EAF8F0"/>
          </a:solidFill>
          <a:ln w="17145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</a:p>
        </p:txBody>
      </p:sp>
      <p:sp>
        <p:nvSpPr>
          <p:cNvPr id="47" name="Oval 34">
            <a:extLst>
              <a:ext uri="{FF2B5EF4-FFF2-40B4-BE49-F238E27FC236}">
                <a16:creationId xmlns:a16="http://schemas.microsoft.com/office/drawing/2014/main" id="{D25CAC8F-767D-4834-B087-BC2B96C9520E}"/>
              </a:ext>
            </a:extLst>
          </p:cNvPr>
          <p:cNvSpPr/>
          <p:nvPr/>
        </p:nvSpPr>
        <p:spPr>
          <a:xfrm>
            <a:off x="6653734" y="2936562"/>
            <a:ext cx="908676" cy="90867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</a:p>
        </p:txBody>
      </p:sp>
      <p:sp>
        <p:nvSpPr>
          <p:cNvPr id="48" name="Oval 35">
            <a:extLst>
              <a:ext uri="{FF2B5EF4-FFF2-40B4-BE49-F238E27FC236}">
                <a16:creationId xmlns:a16="http://schemas.microsoft.com/office/drawing/2014/main" id="{15EF626B-F2B4-4157-A015-41BFE679D4AB}"/>
              </a:ext>
            </a:extLst>
          </p:cNvPr>
          <p:cNvSpPr/>
          <p:nvPr/>
        </p:nvSpPr>
        <p:spPr>
          <a:xfrm>
            <a:off x="9066629" y="3070260"/>
            <a:ext cx="908676" cy="908676"/>
          </a:xfrm>
          <a:prstGeom prst="ellipse">
            <a:avLst/>
          </a:prstGeom>
          <a:solidFill>
            <a:srgbClr val="FFF2C7"/>
          </a:solidFill>
          <a:ln w="17145">
            <a:solidFill>
              <a:srgbClr val="FFD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내쉬기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Oval 36">
            <a:extLst>
              <a:ext uri="{FF2B5EF4-FFF2-40B4-BE49-F238E27FC236}">
                <a16:creationId xmlns:a16="http://schemas.microsoft.com/office/drawing/2014/main" id="{C12AB63C-51FA-4632-B482-3A1D2ECDACFC}"/>
              </a:ext>
            </a:extLst>
          </p:cNvPr>
          <p:cNvSpPr/>
          <p:nvPr/>
        </p:nvSpPr>
        <p:spPr>
          <a:xfrm>
            <a:off x="8905875" y="4111690"/>
            <a:ext cx="908676" cy="908676"/>
          </a:xfrm>
          <a:prstGeom prst="ellipse">
            <a:avLst/>
          </a:prstGeom>
          <a:solidFill>
            <a:srgbClr val="FFE3D4"/>
          </a:solidFill>
          <a:ln w="17145">
            <a:solidFill>
              <a:srgbClr val="FF7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소음</a:t>
            </a:r>
          </a:p>
        </p:txBody>
      </p:sp>
      <p:sp>
        <p:nvSpPr>
          <p:cNvPr id="50" name="Oval 37">
            <a:extLst>
              <a:ext uri="{FF2B5EF4-FFF2-40B4-BE49-F238E27FC236}">
                <a16:creationId xmlns:a16="http://schemas.microsoft.com/office/drawing/2014/main" id="{757277F1-822A-44FA-9963-56DE746576EB}"/>
              </a:ext>
            </a:extLst>
          </p:cNvPr>
          <p:cNvSpPr/>
          <p:nvPr/>
        </p:nvSpPr>
        <p:spPr>
          <a:xfrm>
            <a:off x="6342429" y="3821028"/>
            <a:ext cx="622611" cy="622611"/>
          </a:xfrm>
          <a:prstGeom prst="ellipse">
            <a:avLst/>
          </a:prstGeom>
          <a:solidFill>
            <a:srgbClr val="D9F5F1"/>
          </a:solidFill>
          <a:ln w="17145">
            <a:solidFill>
              <a:srgbClr val="6D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 AI</a:t>
            </a:r>
          </a:p>
        </p:txBody>
      </p:sp>
      <p:sp>
        <p:nvSpPr>
          <p:cNvPr id="51" name="Oval 38">
            <a:extLst>
              <a:ext uri="{FF2B5EF4-FFF2-40B4-BE49-F238E27FC236}">
                <a16:creationId xmlns:a16="http://schemas.microsoft.com/office/drawing/2014/main" id="{7F97BD8F-222E-40EF-A77D-7D8CA2AE24D5}"/>
              </a:ext>
            </a:extLst>
          </p:cNvPr>
          <p:cNvSpPr/>
          <p:nvPr/>
        </p:nvSpPr>
        <p:spPr>
          <a:xfrm>
            <a:off x="7241072" y="2315851"/>
            <a:ext cx="622611" cy="622611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 fontScale="92500"/>
          </a:bodyPr>
          <a:lstStyle/>
          <a:p>
            <a:pPr algn="ctr">
              <a:lnSpc>
                <a:spcPct val="150000"/>
              </a:lnSpc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능력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장비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Oval 39">
            <a:extLst>
              <a:ext uri="{FF2B5EF4-FFF2-40B4-BE49-F238E27FC236}">
                <a16:creationId xmlns:a16="http://schemas.microsoft.com/office/drawing/2014/main" id="{6443DCEA-EDE6-4425-82D8-FA5D6D5C6679}"/>
              </a:ext>
            </a:extLst>
          </p:cNvPr>
          <p:cNvSpPr/>
          <p:nvPr/>
        </p:nvSpPr>
        <p:spPr>
          <a:xfrm>
            <a:off x="9877740" y="3863809"/>
            <a:ext cx="622611" cy="622611"/>
          </a:xfrm>
          <a:prstGeom prst="ellipse">
            <a:avLst/>
          </a:prstGeom>
          <a:solidFill>
            <a:srgbClr val="FFF2C7"/>
          </a:solidFill>
          <a:ln w="17145">
            <a:solidFill>
              <a:srgbClr val="FFD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 fontScale="92500"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방식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Oval 40">
            <a:extLst>
              <a:ext uri="{FF2B5EF4-FFF2-40B4-BE49-F238E27FC236}">
                <a16:creationId xmlns:a16="http://schemas.microsoft.com/office/drawing/2014/main" id="{8E72BE29-349B-492C-96A0-8B37327A197E}"/>
              </a:ext>
            </a:extLst>
          </p:cNvPr>
          <p:cNvSpPr/>
          <p:nvPr/>
        </p:nvSpPr>
        <p:spPr>
          <a:xfrm>
            <a:off x="6905844" y="4248861"/>
            <a:ext cx="908676" cy="90867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공기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1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9C9E3126-5A6B-4923-BF93-F20C533693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E9C384D0-C813-4630-9FC7-27B61AAE7153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D1008A-05E6-40F5-87B9-8D4F40024D2B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끝까지 참기보다 한계 전에 일부 회복하고 다시 판단하는 플레이가 숙련도를 만듦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85C6FA4-A8F0-468C-B24D-FC334DF8B4BB}"/>
              </a:ext>
            </a:extLst>
          </p:cNvPr>
          <p:cNvSpPr>
            <a:spLocks noGrp="1"/>
          </p:cNvSpPr>
          <p:nvPr/>
        </p:nvSpPr>
        <p:spPr>
          <a:xfrm>
            <a:off x="819150" y="6010275"/>
            <a:ext cx="10553700" cy="323850"/>
          </a:xfrm>
          <a:prstGeom prst="roundRect">
            <a:avLst>
              <a:gd name="adj" fmla="val 11765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B5DF55A-DCE4-4146-B405-8DDD7DB3A7A0}"/>
              </a:ext>
            </a:extLst>
          </p:cNvPr>
          <p:cNvSpPr>
            <a:spLocks noGrp="1"/>
          </p:cNvSpPr>
          <p:nvPr/>
        </p:nvSpPr>
        <p:spPr>
          <a:xfrm>
            <a:off x="952500" y="6019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 필요한 만큼 확보 → 필요한 순간만 억제 → 안전한 위치에서 부분 회복 → 다시 판단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70C1D4B-9294-4B5F-8713-DA1807C655FE}"/>
              </a:ext>
            </a:extLst>
          </p:cNvPr>
          <p:cNvSpPr>
            <a:spLocks noGrp="1"/>
          </p:cNvSpPr>
          <p:nvPr/>
        </p:nvSpPr>
        <p:spPr>
          <a:xfrm>
            <a:off x="457200" y="376239"/>
            <a:ext cx="3200400" cy="4667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2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02  핵심 순환 구조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E2516436-02AC-4641-A546-085EC16910D7}"/>
              </a:ext>
            </a:extLst>
          </p:cNvPr>
          <p:cNvSpPr/>
          <p:nvPr/>
        </p:nvSpPr>
        <p:spPr>
          <a:xfrm>
            <a:off x="5480849" y="3065935"/>
            <a:ext cx="1222944" cy="1222944"/>
          </a:xfrm>
          <a:prstGeom prst="ellipse">
            <a:avLst/>
          </a:prstGeom>
          <a:noFill/>
          <a:ln>
            <a:solidFill>
              <a:srgbClr val="BDBD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984F6272-60CB-4001-AB46-5A954C6809A5}"/>
              </a:ext>
            </a:extLst>
          </p:cNvPr>
          <p:cNvSpPr/>
          <p:nvPr/>
        </p:nvSpPr>
        <p:spPr>
          <a:xfrm>
            <a:off x="1370293" y="2447421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4FCFB"/>
          </a:solidFill>
          <a:ln w="12700">
            <a:solidFill>
              <a:srgbClr val="2BA0B1"/>
            </a:solidFill>
            <a:prstDash val="solid"/>
          </a:ln>
        </p:spPr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DE2291CC-509A-4CC3-9338-2772B8CEE888}"/>
              </a:ext>
            </a:extLst>
          </p:cNvPr>
          <p:cNvSpPr/>
          <p:nvPr/>
        </p:nvSpPr>
        <p:spPr>
          <a:xfrm>
            <a:off x="1370293" y="3956678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5F9FF"/>
          </a:solidFill>
          <a:ln w="12700">
            <a:solidFill>
              <a:srgbClr val="5893C9"/>
            </a:solidFill>
            <a:prstDash val="solid"/>
          </a:ln>
        </p:spPr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5B2108-3B56-413B-8815-646470B7BF23}"/>
              </a:ext>
            </a:extLst>
          </p:cNvPr>
          <p:cNvSpPr txBox="1"/>
          <p:nvPr/>
        </p:nvSpPr>
        <p:spPr>
          <a:xfrm>
            <a:off x="1932721" y="2607650"/>
            <a:ext cx="1952172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다시 판단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안전한 장소 확인</a:t>
            </a:r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68B85501-ABD4-4E25-A6BB-AF709D9322CD}"/>
              </a:ext>
            </a:extLst>
          </p:cNvPr>
          <p:cNvSpPr/>
          <p:nvPr/>
        </p:nvSpPr>
        <p:spPr>
          <a:xfrm>
            <a:off x="4832604" y="1636072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7FDFA"/>
          </a:solidFill>
          <a:ln w="12700">
            <a:solidFill>
              <a:srgbClr val="84C4A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DBB33646-6088-4AC5-853D-E6A99B96C60B}"/>
              </a:ext>
            </a:extLst>
          </p:cNvPr>
          <p:cNvSpPr/>
          <p:nvPr/>
        </p:nvSpPr>
        <p:spPr>
          <a:xfrm>
            <a:off x="8294915" y="2447421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9F5FD"/>
          </a:solidFill>
          <a:ln w="12700">
            <a:solidFill>
              <a:srgbClr val="967EC4"/>
            </a:solidFill>
            <a:prstDash val="solid"/>
          </a:ln>
        </p:spPr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BEBC2BEB-9C78-43D7-8B0B-E09E4625A44A}"/>
              </a:ext>
            </a:extLst>
          </p:cNvPr>
          <p:cNvSpPr/>
          <p:nvPr/>
        </p:nvSpPr>
        <p:spPr>
          <a:xfrm>
            <a:off x="8294915" y="3952675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DFBF4"/>
          </a:solidFill>
          <a:ln w="12700">
            <a:solidFill>
              <a:srgbClr val="F9CD5A"/>
            </a:solidFill>
            <a:prstDash val="solid"/>
          </a:ln>
        </p:spPr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954BD46B-B2CB-4465-8D7F-F566FF90CDDB}"/>
              </a:ext>
            </a:extLst>
          </p:cNvPr>
          <p:cNvSpPr/>
          <p:nvPr/>
        </p:nvSpPr>
        <p:spPr>
          <a:xfrm>
            <a:off x="4832604" y="4764024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8F4"/>
          </a:solidFill>
          <a:ln w="12700">
            <a:solidFill>
              <a:srgbClr val="F29569"/>
            </a:solidFill>
            <a:prstDash val="solid"/>
          </a:ln>
        </p:spPr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963E95-16F7-46D2-A06C-DEEAA2236DCC}"/>
              </a:ext>
            </a:extLst>
          </p:cNvPr>
          <p:cNvSpPr txBox="1"/>
          <p:nvPr/>
        </p:nvSpPr>
        <p:spPr>
          <a:xfrm>
            <a:off x="5395032" y="1790987"/>
            <a:ext cx="1952172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확보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 공기 흡입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E592F1-5F29-4B9F-8F94-AC7D7474D431}"/>
              </a:ext>
            </a:extLst>
          </p:cNvPr>
          <p:cNvSpPr txBox="1"/>
          <p:nvPr/>
        </p:nvSpPr>
        <p:spPr>
          <a:xfrm>
            <a:off x="8869535" y="2603293"/>
            <a:ext cx="1952172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소음 억제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게이지 감소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37BBD9-A705-4664-B692-0DBB3F9AD9D1}"/>
              </a:ext>
            </a:extLst>
          </p:cNvPr>
          <p:cNvSpPr txBox="1"/>
          <p:nvPr/>
        </p:nvSpPr>
        <p:spPr>
          <a:xfrm>
            <a:off x="8869535" y="4115985"/>
            <a:ext cx="1952172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행동 수행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은신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능력 사용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E6C781-2588-4CF9-8122-642BA8CE8D0A}"/>
              </a:ext>
            </a:extLst>
          </p:cNvPr>
          <p:cNvSpPr txBox="1"/>
          <p:nvPr/>
        </p:nvSpPr>
        <p:spPr>
          <a:xfrm>
            <a:off x="5395032" y="4921237"/>
            <a:ext cx="1952172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부채 누적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긴장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격한 행동 → 회복 부담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8307D4-0D36-4959-90A7-108BF5F3CEA6}"/>
              </a:ext>
            </a:extLst>
          </p:cNvPr>
          <p:cNvSpPr txBox="1"/>
          <p:nvPr/>
        </p:nvSpPr>
        <p:spPr>
          <a:xfrm>
            <a:off x="1932721" y="4109913"/>
            <a:ext cx="1952172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내쉬기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부분 회복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소음 발생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7882454C-D725-4899-A27A-34251C34D00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CFA"/>
              </a:clrFrom>
              <a:clrTo>
                <a:srgbClr val="F9FCFA">
                  <a:alpha val="0"/>
                </a:srgbClr>
              </a:clrTo>
            </a:clrChange>
          </a:blip>
          <a:srcRect l="42116" t="23391" r="54524" b="70800"/>
          <a:stretch>
            <a:fillRect/>
          </a:stretch>
        </p:blipFill>
        <p:spPr>
          <a:xfrm>
            <a:off x="4985457" y="1908630"/>
            <a:ext cx="409575" cy="398464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C79785A9-BEE9-43F7-B014-6BAC35F86D7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8FC"/>
              </a:clrFrom>
              <a:clrTo>
                <a:srgbClr val="F9F8FC">
                  <a:alpha val="0"/>
                </a:srgbClr>
              </a:clrTo>
            </a:clrChange>
          </a:blip>
          <a:srcRect l="63884" t="39364" r="32756" b="54827"/>
          <a:stretch>
            <a:fillRect/>
          </a:stretch>
        </p:blipFill>
        <p:spPr>
          <a:xfrm>
            <a:off x="8459960" y="2721575"/>
            <a:ext cx="409575" cy="398464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2F46C6AC-D691-4B31-8898-965B4BEA3E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DF8"/>
              </a:clrFrom>
              <a:clrTo>
                <a:srgbClr val="FEFDF8">
                  <a:alpha val="0"/>
                </a:srgbClr>
              </a:clrTo>
            </a:clrChange>
          </a:blip>
          <a:srcRect l="63884" t="59155" r="32756" b="35036"/>
          <a:stretch>
            <a:fillRect/>
          </a:stretch>
        </p:blipFill>
        <p:spPr>
          <a:xfrm>
            <a:off x="8459960" y="4237506"/>
            <a:ext cx="409575" cy="398464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38A0851-F803-47F2-A510-1EEE58A8D70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8F6"/>
              </a:clrFrom>
              <a:clrTo>
                <a:srgbClr val="FDF8F6">
                  <a:alpha val="0"/>
                </a:srgbClr>
              </a:clrTo>
            </a:clrChange>
          </a:blip>
          <a:srcRect l="41945" t="72157" r="54695" b="22034"/>
          <a:stretch>
            <a:fillRect/>
          </a:stretch>
        </p:blipFill>
        <p:spPr>
          <a:xfrm>
            <a:off x="4920251" y="5037993"/>
            <a:ext cx="409575" cy="398464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FEB99E12-A3D7-4662-AD3C-050C0BEFDA1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6FAFE"/>
              </a:clrFrom>
              <a:clrTo>
                <a:srgbClr val="F6FAFE">
                  <a:alpha val="0"/>
                </a:srgbClr>
              </a:clrTo>
            </a:clrChange>
          </a:blip>
          <a:srcRect l="20243" t="58842" r="76397" b="35349"/>
          <a:stretch>
            <a:fillRect/>
          </a:stretch>
        </p:blipFill>
        <p:spPr>
          <a:xfrm>
            <a:off x="1523146" y="4230512"/>
            <a:ext cx="409575" cy="398464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4DFB8B2D-43E0-4382-A249-3B1A0B7F388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6FDFD"/>
              </a:clrFrom>
              <a:clrTo>
                <a:srgbClr val="F6FDFD">
                  <a:alpha val="0"/>
                </a:srgbClr>
              </a:clrTo>
            </a:clrChange>
          </a:blip>
          <a:srcRect l="20101" t="39391" r="76539" b="54800"/>
          <a:stretch>
            <a:fillRect/>
          </a:stretch>
        </p:blipFill>
        <p:spPr>
          <a:xfrm>
            <a:off x="1523146" y="2729731"/>
            <a:ext cx="409575" cy="398464"/>
          </a:xfrm>
          <a:prstGeom prst="rect">
            <a:avLst/>
          </a:prstGeom>
        </p:spPr>
      </p:pic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F3CED7A8-BAFF-4D77-8452-9888918985A1}"/>
              </a:ext>
            </a:extLst>
          </p:cNvPr>
          <p:cNvCxnSpPr>
            <a:stCxn id="37" idx="0"/>
            <a:endCxn id="40" idx="1"/>
          </p:cNvCxnSpPr>
          <p:nvPr/>
        </p:nvCxnSpPr>
        <p:spPr>
          <a:xfrm rot="5400000" flipH="1" flipV="1">
            <a:off x="3564454" y="1179272"/>
            <a:ext cx="331289" cy="2205011"/>
          </a:xfrm>
          <a:prstGeom prst="curvedConnector2">
            <a:avLst/>
          </a:prstGeom>
          <a:ln w="12700">
            <a:solidFill>
              <a:srgbClr val="0E40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5A416618-FCE5-48B5-B78F-95F540ECD756}"/>
              </a:ext>
            </a:extLst>
          </p:cNvPr>
          <p:cNvCxnSpPr>
            <a:cxnSpLocks/>
            <a:stCxn id="44" idx="3"/>
            <a:endCxn id="41" idx="0"/>
          </p:cNvCxnSpPr>
          <p:nvPr/>
        </p:nvCxnSpPr>
        <p:spPr>
          <a:xfrm>
            <a:off x="7347204" y="2125694"/>
            <a:ext cx="2205011" cy="321727"/>
          </a:xfrm>
          <a:prstGeom prst="curvedConnector2">
            <a:avLst/>
          </a:prstGeom>
          <a:ln w="12700">
            <a:solidFill>
              <a:srgbClr val="0E40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구부러짐 56">
            <a:extLst>
              <a:ext uri="{FF2B5EF4-FFF2-40B4-BE49-F238E27FC236}">
                <a16:creationId xmlns:a16="http://schemas.microsoft.com/office/drawing/2014/main" id="{4A1DECD4-371B-4D60-A299-48747B5DC1F1}"/>
              </a:ext>
            </a:extLst>
          </p:cNvPr>
          <p:cNvCxnSpPr>
            <a:cxnSpLocks/>
            <a:stCxn id="42" idx="2"/>
            <a:endCxn id="47" idx="3"/>
          </p:cNvCxnSpPr>
          <p:nvPr/>
        </p:nvCxnSpPr>
        <p:spPr>
          <a:xfrm rot="5400000">
            <a:off x="8278136" y="3981864"/>
            <a:ext cx="343149" cy="2205011"/>
          </a:xfrm>
          <a:prstGeom prst="curvedConnector2">
            <a:avLst/>
          </a:prstGeom>
          <a:ln w="12700">
            <a:solidFill>
              <a:srgbClr val="0E40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구부러짐 57">
            <a:extLst>
              <a:ext uri="{FF2B5EF4-FFF2-40B4-BE49-F238E27FC236}">
                <a16:creationId xmlns:a16="http://schemas.microsoft.com/office/drawing/2014/main" id="{A3F47866-636F-47DC-A886-D4D20866167C}"/>
              </a:ext>
            </a:extLst>
          </p:cNvPr>
          <p:cNvCxnSpPr>
            <a:cxnSpLocks/>
            <a:stCxn id="43" idx="1"/>
            <a:endCxn id="38" idx="2"/>
          </p:cNvCxnSpPr>
          <p:nvPr/>
        </p:nvCxnSpPr>
        <p:spPr>
          <a:xfrm rot="10800000">
            <a:off x="2627594" y="4916798"/>
            <a:ext cx="2205011" cy="327286"/>
          </a:xfrm>
          <a:prstGeom prst="curvedConnector2">
            <a:avLst/>
          </a:prstGeom>
          <a:ln w="12700">
            <a:solidFill>
              <a:srgbClr val="0E40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5A9F489-BB57-4363-98F0-510506B643AB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>
            <a:off x="9552215" y="3407541"/>
            <a:ext cx="0" cy="545134"/>
          </a:xfrm>
          <a:prstGeom prst="straightConnector1">
            <a:avLst/>
          </a:prstGeom>
          <a:ln w="12700">
            <a:solidFill>
              <a:srgbClr val="0E40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65BC277-5644-43D2-8143-4BD3DC16F9B7}"/>
              </a:ext>
            </a:extLst>
          </p:cNvPr>
          <p:cNvCxnSpPr>
            <a:cxnSpLocks/>
            <a:stCxn id="38" idx="0"/>
            <a:endCxn id="37" idx="2"/>
          </p:cNvCxnSpPr>
          <p:nvPr/>
        </p:nvCxnSpPr>
        <p:spPr>
          <a:xfrm flipV="1">
            <a:off x="2627593" y="3407541"/>
            <a:ext cx="0" cy="549137"/>
          </a:xfrm>
          <a:prstGeom prst="straightConnector1">
            <a:avLst/>
          </a:prstGeom>
          <a:ln w="12700">
            <a:solidFill>
              <a:srgbClr val="0E40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CDA0D5A8-2076-456A-BD96-60AFE4578817}"/>
              </a:ext>
            </a:extLst>
          </p:cNvPr>
          <p:cNvSpPr/>
          <p:nvPr/>
        </p:nvSpPr>
        <p:spPr>
          <a:xfrm>
            <a:off x="5556972" y="3144476"/>
            <a:ext cx="1065863" cy="1065863"/>
          </a:xfrm>
          <a:prstGeom prst="ellipse">
            <a:avLst/>
          </a:prstGeom>
          <a:solidFill>
            <a:srgbClr val="0E40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5F26632-A6D2-4D13-9406-AAE9483E658E}"/>
              </a:ext>
            </a:extLst>
          </p:cNvPr>
          <p:cNvCxnSpPr>
            <a:cxnSpLocks/>
          </p:cNvCxnSpPr>
          <p:nvPr/>
        </p:nvCxnSpPr>
        <p:spPr>
          <a:xfrm flipV="1">
            <a:off x="6092321" y="2665477"/>
            <a:ext cx="0" cy="344360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67A87B8-0DE1-45C2-BBE4-BF3AF251E00B}"/>
              </a:ext>
            </a:extLst>
          </p:cNvPr>
          <p:cNvCxnSpPr>
            <a:cxnSpLocks/>
          </p:cNvCxnSpPr>
          <p:nvPr/>
        </p:nvCxnSpPr>
        <p:spPr>
          <a:xfrm flipV="1">
            <a:off x="6089903" y="4335208"/>
            <a:ext cx="0" cy="344360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2E36885-3B11-42C4-B6DC-F40F66F4FDE5}"/>
              </a:ext>
            </a:extLst>
          </p:cNvPr>
          <p:cNvCxnSpPr>
            <a:cxnSpLocks/>
          </p:cNvCxnSpPr>
          <p:nvPr/>
        </p:nvCxnSpPr>
        <p:spPr>
          <a:xfrm flipV="1">
            <a:off x="6840788" y="2938701"/>
            <a:ext cx="1331241" cy="480060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E72093C-8483-4453-9526-8D858C0542CE}"/>
              </a:ext>
            </a:extLst>
          </p:cNvPr>
          <p:cNvCxnSpPr>
            <a:cxnSpLocks/>
          </p:cNvCxnSpPr>
          <p:nvPr/>
        </p:nvCxnSpPr>
        <p:spPr>
          <a:xfrm flipV="1">
            <a:off x="4018998" y="3949103"/>
            <a:ext cx="1331241" cy="480060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C09403F8-7884-4628-86C5-4CD916220E39}"/>
              </a:ext>
            </a:extLst>
          </p:cNvPr>
          <p:cNvCxnSpPr>
            <a:cxnSpLocks/>
          </p:cNvCxnSpPr>
          <p:nvPr/>
        </p:nvCxnSpPr>
        <p:spPr>
          <a:xfrm>
            <a:off x="4037746" y="2920807"/>
            <a:ext cx="1325764" cy="483370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55289DFB-8D5F-425F-9F37-7ACDCB08799E}"/>
              </a:ext>
            </a:extLst>
          </p:cNvPr>
          <p:cNvCxnSpPr>
            <a:cxnSpLocks/>
          </p:cNvCxnSpPr>
          <p:nvPr/>
        </p:nvCxnSpPr>
        <p:spPr>
          <a:xfrm>
            <a:off x="6788283" y="3935704"/>
            <a:ext cx="1325764" cy="483370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885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F02FB9F8-8A73-454E-87D7-0CE9A98439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9988EE61-6B2B-4B8E-B551-6683A2F16300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2064" y="1257300"/>
            <a:ext cx="6733022" cy="3790950"/>
          </a:xfrm>
          <a:prstGeom prst="roundRect">
            <a:avLst>
              <a:gd name="adj" fmla="val 2010"/>
            </a:avLst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78663A1-B0ED-4D6C-9123-5FD6EABA060A}"/>
              </a:ext>
            </a:extLst>
          </p:cNvPr>
          <p:cNvSpPr>
            <a:spLocks noGrp="1"/>
          </p:cNvSpPr>
          <p:nvPr/>
        </p:nvSpPr>
        <p:spPr>
          <a:xfrm>
            <a:off x="7391400" y="1276350"/>
            <a:ext cx="4229100" cy="628650"/>
          </a:xfrm>
          <a:prstGeom prst="roundRect">
            <a:avLst>
              <a:gd name="adj" fmla="val 12121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8AB4CE-0B21-4791-BDD5-D777D611B0BE}"/>
              </a:ext>
            </a:extLst>
          </p:cNvPr>
          <p:cNvSpPr>
            <a:spLocks noGrp="1"/>
          </p:cNvSpPr>
          <p:nvPr/>
        </p:nvSpPr>
        <p:spPr>
          <a:xfrm>
            <a:off x="7658100" y="14763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게이지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F7823E-07C9-46D4-B5B1-DA165BDEFCAC}"/>
              </a:ext>
            </a:extLst>
          </p:cNvPr>
          <p:cNvSpPr>
            <a:spLocks noGrp="1"/>
          </p:cNvSpPr>
          <p:nvPr/>
        </p:nvSpPr>
        <p:spPr>
          <a:xfrm>
            <a:off x="8934450" y="1362075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확보량 · 소모 속도 · 한계 위험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C1A25F8-3979-424E-8432-7B1431CD67AD}"/>
              </a:ext>
            </a:extLst>
          </p:cNvPr>
          <p:cNvSpPr>
            <a:spLocks noGrp="1"/>
          </p:cNvSpPr>
          <p:nvPr/>
        </p:nvSpPr>
        <p:spPr>
          <a:xfrm>
            <a:off x="7391400" y="2057400"/>
            <a:ext cx="4229100" cy="628650"/>
          </a:xfrm>
          <a:prstGeom prst="roundRect">
            <a:avLst>
              <a:gd name="adj" fmla="val 12121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8FE847-DF78-4C82-BCB1-65EB9C8B2808}"/>
              </a:ext>
            </a:extLst>
          </p:cNvPr>
          <p:cNvSpPr>
            <a:spLocks noGrp="1"/>
          </p:cNvSpPr>
          <p:nvPr/>
        </p:nvSpPr>
        <p:spPr>
          <a:xfrm>
            <a:off x="7658100" y="22574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/ 의심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05D3FA-D8D1-4205-A3BC-CA5B692B2E58}"/>
              </a:ext>
            </a:extLst>
          </p:cNvPr>
          <p:cNvSpPr>
            <a:spLocks noGrp="1"/>
          </p:cNvSpPr>
          <p:nvPr/>
        </p:nvSpPr>
        <p:spPr>
          <a:xfrm>
            <a:off x="8934450" y="2143125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크기 · 적 AI 반응 가능성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244A151-AEC8-43E0-A354-930CA725CF26}"/>
              </a:ext>
            </a:extLst>
          </p:cNvPr>
          <p:cNvSpPr>
            <a:spLocks noGrp="1"/>
          </p:cNvSpPr>
          <p:nvPr/>
        </p:nvSpPr>
        <p:spPr>
          <a:xfrm>
            <a:off x="7391400" y="2838450"/>
            <a:ext cx="4229100" cy="628650"/>
          </a:xfrm>
          <a:prstGeom prst="roundRect">
            <a:avLst>
              <a:gd name="adj" fmla="val 12121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9467DD-691B-4E35-B7ED-1201020777F7}"/>
              </a:ext>
            </a:extLst>
          </p:cNvPr>
          <p:cNvSpPr>
            <a:spLocks noGrp="1"/>
          </p:cNvSpPr>
          <p:nvPr/>
        </p:nvSpPr>
        <p:spPr>
          <a:xfrm>
            <a:off x="7658100" y="30384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능력 아이콘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4F0599-B21E-4664-A964-A7635507D3BD}"/>
              </a:ext>
            </a:extLst>
          </p:cNvPr>
          <p:cNvSpPr>
            <a:spLocks noGrp="1"/>
          </p:cNvSpPr>
          <p:nvPr/>
        </p:nvSpPr>
        <p:spPr>
          <a:xfrm>
            <a:off x="8934450" y="2924175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사용 가능 · 잠금 · 조건 미충족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2BF6292-CAAB-487B-901F-FE07EA116275}"/>
              </a:ext>
            </a:extLst>
          </p:cNvPr>
          <p:cNvSpPr>
            <a:spLocks noGrp="1"/>
          </p:cNvSpPr>
          <p:nvPr/>
        </p:nvSpPr>
        <p:spPr>
          <a:xfrm>
            <a:off x="7391400" y="3619500"/>
            <a:ext cx="4229100" cy="628650"/>
          </a:xfrm>
          <a:prstGeom prst="roundRect">
            <a:avLst>
              <a:gd name="adj" fmla="val 12121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A3A36D-C585-4B72-A417-DE8D48167D49}"/>
              </a:ext>
            </a:extLst>
          </p:cNvPr>
          <p:cNvSpPr>
            <a:spLocks noGrp="1"/>
          </p:cNvSpPr>
          <p:nvPr/>
        </p:nvSpPr>
        <p:spPr>
          <a:xfrm>
            <a:off x="7658100" y="38195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미니맵 / 탐지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BDF646-39C2-48AB-9BC7-B68315DBFC78}"/>
              </a:ext>
            </a:extLst>
          </p:cNvPr>
          <p:cNvSpPr>
            <a:spLocks noGrp="1"/>
          </p:cNvSpPr>
          <p:nvPr/>
        </p:nvSpPr>
        <p:spPr>
          <a:xfrm>
            <a:off x="8934450" y="3705225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 위치 · 위험 구역 · 소음 원점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A112E8F-418A-48BF-9D05-0104F1BC64A2}"/>
              </a:ext>
            </a:extLst>
          </p:cNvPr>
          <p:cNvSpPr>
            <a:spLocks noGrp="1"/>
          </p:cNvSpPr>
          <p:nvPr/>
        </p:nvSpPr>
        <p:spPr>
          <a:xfrm>
            <a:off x="7391400" y="4533900"/>
            <a:ext cx="4229100" cy="323850"/>
          </a:xfrm>
          <a:prstGeom prst="roundRect">
            <a:avLst>
              <a:gd name="adj" fmla="val 14706"/>
            </a:avLst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F46EE7-058D-4955-8420-21CEA3068A0D}"/>
              </a:ext>
            </a:extLst>
          </p:cNvPr>
          <p:cNvSpPr>
            <a:spLocks noGrp="1"/>
          </p:cNvSpPr>
          <p:nvPr/>
        </p:nvSpPr>
        <p:spPr>
          <a:xfrm>
            <a:off x="7591425" y="4533900"/>
            <a:ext cx="3962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상태별 UI 피드백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B79937D-F462-4D9D-8DD3-98C8E34BD751}"/>
              </a:ext>
            </a:extLst>
          </p:cNvPr>
          <p:cNvSpPr>
            <a:spLocks noGrp="1"/>
          </p:cNvSpPr>
          <p:nvPr/>
        </p:nvSpPr>
        <p:spPr>
          <a:xfrm>
            <a:off x="7391400" y="4914900"/>
            <a:ext cx="4229100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4B8999-2146-432B-9CCB-95C17C7A0C89}"/>
              </a:ext>
            </a:extLst>
          </p:cNvPr>
          <p:cNvSpPr>
            <a:spLocks noGrp="1"/>
          </p:cNvSpPr>
          <p:nvPr/>
        </p:nvSpPr>
        <p:spPr>
          <a:xfrm>
            <a:off x="7471786" y="49339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정상 입력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93FC4AA-B2B3-4CF1-8734-D928F624FED8}"/>
              </a:ext>
            </a:extLst>
          </p:cNvPr>
          <p:cNvSpPr>
            <a:spLocks noGrp="1"/>
          </p:cNvSpPr>
          <p:nvPr/>
        </p:nvSpPr>
        <p:spPr>
          <a:xfrm>
            <a:off x="8282940" y="493395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상태색·모션·SFX 전환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7F0D9D-6BE0-4AF7-975F-B77D5F58182F}"/>
              </a:ext>
            </a:extLst>
          </p:cNvPr>
          <p:cNvSpPr>
            <a:spLocks noGrp="1"/>
          </p:cNvSpPr>
          <p:nvPr/>
        </p:nvSpPr>
        <p:spPr>
          <a:xfrm>
            <a:off x="10248900" y="493395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입력 결과 즉시 확인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9D22C10-F782-4CC4-A692-5FAA35A8FD47}"/>
              </a:ext>
            </a:extLst>
          </p:cNvPr>
          <p:cNvSpPr>
            <a:spLocks noGrp="1"/>
          </p:cNvSpPr>
          <p:nvPr/>
        </p:nvSpPr>
        <p:spPr>
          <a:xfrm>
            <a:off x="7391400" y="5353050"/>
            <a:ext cx="4229100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F44B872-5EB6-4E20-A0A0-17FE41DA7A98}"/>
              </a:ext>
            </a:extLst>
          </p:cNvPr>
          <p:cNvSpPr>
            <a:spLocks noGrp="1"/>
          </p:cNvSpPr>
          <p:nvPr/>
        </p:nvSpPr>
        <p:spPr>
          <a:xfrm>
            <a:off x="7471786" y="537210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조건 미충족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B46AC7-1BBF-4FF9-8EF0-BB7B32483C14}"/>
              </a:ext>
            </a:extLst>
          </p:cNvPr>
          <p:cNvSpPr>
            <a:spLocks noGrp="1"/>
          </p:cNvSpPr>
          <p:nvPr/>
        </p:nvSpPr>
        <p:spPr>
          <a:xfrm>
            <a:off x="8282940" y="53721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능력 아이콘 잠금·짧은 경고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0B5D1BD-BA16-4BBC-95BC-72727D1274F8}"/>
              </a:ext>
            </a:extLst>
          </p:cNvPr>
          <p:cNvSpPr>
            <a:spLocks noGrp="1"/>
          </p:cNvSpPr>
          <p:nvPr/>
        </p:nvSpPr>
        <p:spPr>
          <a:xfrm>
            <a:off x="10248900" y="537210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불가능한 이유 전달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0C72D9A-D07F-4DBC-B7A6-B0408834E56E}"/>
              </a:ext>
            </a:extLst>
          </p:cNvPr>
          <p:cNvSpPr>
            <a:spLocks noGrp="1"/>
          </p:cNvSpPr>
          <p:nvPr/>
        </p:nvSpPr>
        <p:spPr>
          <a:xfrm>
            <a:off x="7391400" y="5791200"/>
            <a:ext cx="4229100" cy="361950"/>
          </a:xfrm>
          <a:prstGeom prst="roundRect">
            <a:avLst>
              <a:gd name="adj" fmla="val 10526"/>
            </a:avLst>
          </a:prstGeom>
          <a:solidFill>
            <a:srgbClr val="F7D8D8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6FA3F81-0EAA-412D-BE46-EC392C8D2435}"/>
              </a:ext>
            </a:extLst>
          </p:cNvPr>
          <p:cNvSpPr>
            <a:spLocks noGrp="1"/>
          </p:cNvSpPr>
          <p:nvPr/>
        </p:nvSpPr>
        <p:spPr>
          <a:xfrm>
            <a:off x="7471786" y="58102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908D883-3909-4CCD-88DC-2E6DF2B0F574}"/>
              </a:ext>
            </a:extLst>
          </p:cNvPr>
          <p:cNvSpPr>
            <a:spLocks noGrp="1"/>
          </p:cNvSpPr>
          <p:nvPr/>
        </p:nvSpPr>
        <p:spPr>
          <a:xfrm>
            <a:off x="8282940" y="581025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붉은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경고·강제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호흡·재입력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제한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E7EC64B-2030-4A42-AB1C-963C17AD50E6}"/>
              </a:ext>
            </a:extLst>
          </p:cNvPr>
          <p:cNvSpPr>
            <a:spLocks noGrp="1"/>
          </p:cNvSpPr>
          <p:nvPr/>
        </p:nvSpPr>
        <p:spPr>
          <a:xfrm>
            <a:off x="10248900" y="581025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한계 도달 결과 전달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EDA340-C77A-4A56-867A-CB3EB1902B4D}"/>
              </a:ext>
            </a:extLst>
          </p:cNvPr>
          <p:cNvSpPr>
            <a:spLocks noGrp="1"/>
          </p:cNvSpPr>
          <p:nvPr/>
        </p:nvSpPr>
        <p:spPr>
          <a:xfrm>
            <a:off x="590550" y="52578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1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화면 판단 흐름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07F9B50-9C49-47A8-BA0F-2E061B01B3F2}"/>
              </a:ext>
            </a:extLst>
          </p:cNvPr>
          <p:cNvSpPr>
            <a:spLocks noGrp="1"/>
          </p:cNvSpPr>
          <p:nvPr/>
        </p:nvSpPr>
        <p:spPr>
          <a:xfrm>
            <a:off x="590550" y="5572125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17ABB12-1F16-43F7-BAF8-F7FF6FACD181}"/>
              </a:ext>
            </a:extLst>
          </p:cNvPr>
          <p:cNvSpPr>
            <a:spLocks noGrp="1"/>
          </p:cNvSpPr>
          <p:nvPr/>
        </p:nvSpPr>
        <p:spPr>
          <a:xfrm>
            <a:off x="628650" y="55911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 확인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32F716-B5C4-40E1-872F-39C0D7276E91}"/>
              </a:ext>
            </a:extLst>
          </p:cNvPr>
          <p:cNvSpPr>
            <a:spLocks noGrp="1"/>
          </p:cNvSpPr>
          <p:nvPr/>
        </p:nvSpPr>
        <p:spPr>
          <a:xfrm>
            <a:off x="1828800" y="562927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0000" lnSpcReduction="20000"/>
          </a:bodyPr>
          <a:lstStyle/>
          <a:p>
            <a:pPr algn="ctr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E42B5BD-962D-4B9F-A7DF-033E85843EC8}"/>
              </a:ext>
            </a:extLst>
          </p:cNvPr>
          <p:cNvSpPr>
            <a:spLocks noGrp="1"/>
          </p:cNvSpPr>
          <p:nvPr/>
        </p:nvSpPr>
        <p:spPr>
          <a:xfrm>
            <a:off x="2152650" y="5572125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2785CF5-98EF-477F-9F6B-C5629E3ACD10}"/>
              </a:ext>
            </a:extLst>
          </p:cNvPr>
          <p:cNvSpPr>
            <a:spLocks noGrp="1"/>
          </p:cNvSpPr>
          <p:nvPr/>
        </p:nvSpPr>
        <p:spPr>
          <a:xfrm>
            <a:off x="2190750" y="55911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 예측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C8FA7E6-F2AD-49C6-B6F7-A7722E72EEA5}"/>
              </a:ext>
            </a:extLst>
          </p:cNvPr>
          <p:cNvSpPr>
            <a:spLocks noGrp="1"/>
          </p:cNvSpPr>
          <p:nvPr/>
        </p:nvSpPr>
        <p:spPr>
          <a:xfrm>
            <a:off x="3390900" y="562927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0000" lnSpcReduction="20000"/>
          </a:bodyPr>
          <a:lstStyle/>
          <a:p>
            <a:pPr algn="ctr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46154FF-A5C1-44A2-B118-EDCDF8EF7C1B}"/>
              </a:ext>
            </a:extLst>
          </p:cNvPr>
          <p:cNvSpPr>
            <a:spLocks noGrp="1"/>
          </p:cNvSpPr>
          <p:nvPr/>
        </p:nvSpPr>
        <p:spPr>
          <a:xfrm>
            <a:off x="3714750" y="5572125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6E7EA66-E4C7-4E5B-809F-76FF27888F7B}"/>
              </a:ext>
            </a:extLst>
          </p:cNvPr>
          <p:cNvSpPr>
            <a:spLocks noGrp="1"/>
          </p:cNvSpPr>
          <p:nvPr/>
        </p:nvSpPr>
        <p:spPr>
          <a:xfrm>
            <a:off x="3752850" y="55911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회복 위치 선택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E57072B-212D-4975-BF15-579D2BE4B4BF}"/>
              </a:ext>
            </a:extLst>
          </p:cNvPr>
          <p:cNvSpPr>
            <a:spLocks noGrp="1"/>
          </p:cNvSpPr>
          <p:nvPr/>
        </p:nvSpPr>
        <p:spPr>
          <a:xfrm>
            <a:off x="5162550" y="562927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0000" lnSpcReduction="20000"/>
          </a:bodyPr>
          <a:lstStyle/>
          <a:p>
            <a:pPr algn="ctr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6EF354D-CE1F-4D6C-A6F0-C9CF58EFA22E}"/>
              </a:ext>
            </a:extLst>
          </p:cNvPr>
          <p:cNvSpPr>
            <a:spLocks noGrp="1"/>
          </p:cNvSpPr>
          <p:nvPr/>
        </p:nvSpPr>
        <p:spPr>
          <a:xfrm>
            <a:off x="5486400" y="5572125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3BC9308-AB0D-498D-9EA1-A20F1B37232D}"/>
              </a:ext>
            </a:extLst>
          </p:cNvPr>
          <p:cNvSpPr>
            <a:spLocks noGrp="1"/>
          </p:cNvSpPr>
          <p:nvPr/>
        </p:nvSpPr>
        <p:spPr>
          <a:xfrm>
            <a:off x="5524500" y="55911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실행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09E2BA2-8710-4E6B-8DAF-75DD8ECB76C6}"/>
              </a:ext>
            </a:extLst>
          </p:cNvPr>
          <p:cNvSpPr>
            <a:spLocks noGrp="1"/>
          </p:cNvSpPr>
          <p:nvPr/>
        </p:nvSpPr>
        <p:spPr>
          <a:xfrm>
            <a:off x="457200" y="423865"/>
            <a:ext cx="25426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2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03  플레이 화면</a:t>
            </a:r>
          </a:p>
        </p:txBody>
      </p:sp>
    </p:spTree>
    <p:extLst>
      <p:ext uri="{BB962C8B-B14F-4D97-AF65-F5344CB8AC3E}">
        <p14:creationId xmlns:p14="http://schemas.microsoft.com/office/powerpoint/2010/main" val="807505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>
            <a:extLst>
              <a:ext uri="{FF2B5EF4-FFF2-40B4-BE49-F238E27FC236}">
                <a16:creationId xmlns:a16="http://schemas.microsoft.com/office/drawing/2014/main" id="{C9589AA7-8B76-4FA8-A79B-CEE94410C2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0767E75A-5E28-4FE2-A55A-CCF3FF4308A2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377EEDD-78D8-489F-AE71-8F7291A5E91D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3524250" cy="438150"/>
          </a:xfrm>
          <a:prstGeom prst="roundRect">
            <a:avLst>
              <a:gd name="adj" fmla="val 13043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7DC13D-4700-4445-8475-8522626641D0}"/>
              </a:ext>
            </a:extLst>
          </p:cNvPr>
          <p:cNvSpPr>
            <a:spLocks noGrp="1"/>
          </p:cNvSpPr>
          <p:nvPr/>
        </p:nvSpPr>
        <p:spPr>
          <a:xfrm>
            <a:off x="552450" y="1295399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RULE 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CDD0BF-1A80-418A-AD7F-4A5FAC6462DD}"/>
              </a:ext>
            </a:extLst>
          </p:cNvPr>
          <p:cNvSpPr>
            <a:spLocks noGrp="1"/>
          </p:cNvSpPr>
          <p:nvPr/>
        </p:nvSpPr>
        <p:spPr>
          <a:xfrm>
            <a:off x="1333500" y="1295399"/>
            <a:ext cx="2514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호흡량은 직접 조절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AD8542B-BF0A-40E3-B202-AEBFBD4AF185}"/>
              </a:ext>
            </a:extLst>
          </p:cNvPr>
          <p:cNvSpPr>
            <a:spLocks noGrp="1"/>
          </p:cNvSpPr>
          <p:nvPr/>
        </p:nvSpPr>
        <p:spPr>
          <a:xfrm>
            <a:off x="4248150" y="1257300"/>
            <a:ext cx="3524250" cy="438150"/>
          </a:xfrm>
          <a:prstGeom prst="roundRect">
            <a:avLst>
              <a:gd name="adj" fmla="val 13043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6CB2C13-7A60-4AD7-A807-BEE4DC4E0C9F}"/>
              </a:ext>
            </a:extLst>
          </p:cNvPr>
          <p:cNvSpPr>
            <a:spLocks noGrp="1"/>
          </p:cNvSpPr>
          <p:nvPr/>
        </p:nvSpPr>
        <p:spPr>
          <a:xfrm>
            <a:off x="4343400" y="1295399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RULE 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A258F7-942D-4B88-8358-A28068E4D1D8}"/>
              </a:ext>
            </a:extLst>
          </p:cNvPr>
          <p:cNvSpPr>
            <a:spLocks noGrp="1"/>
          </p:cNvSpPr>
          <p:nvPr/>
        </p:nvSpPr>
        <p:spPr>
          <a:xfrm>
            <a:off x="5124450" y="1295399"/>
            <a:ext cx="2514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참기는 확보 호흡 소비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B9CDA48-2AB5-40FD-845C-946F05BFC8C4}"/>
              </a:ext>
            </a:extLst>
          </p:cNvPr>
          <p:cNvSpPr>
            <a:spLocks noGrp="1"/>
          </p:cNvSpPr>
          <p:nvPr/>
        </p:nvSpPr>
        <p:spPr>
          <a:xfrm>
            <a:off x="8039100" y="1257300"/>
            <a:ext cx="3524250" cy="438150"/>
          </a:xfrm>
          <a:prstGeom prst="roundRect">
            <a:avLst>
              <a:gd name="adj" fmla="val 13043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85C343-86E9-4540-A2EB-879E45DA923F}"/>
              </a:ext>
            </a:extLst>
          </p:cNvPr>
          <p:cNvSpPr>
            <a:spLocks noGrp="1"/>
          </p:cNvSpPr>
          <p:nvPr/>
        </p:nvSpPr>
        <p:spPr>
          <a:xfrm>
            <a:off x="8134350" y="1295399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RULE 03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3D53C-A34D-432D-9473-024D6A2408DD}"/>
              </a:ext>
            </a:extLst>
          </p:cNvPr>
          <p:cNvSpPr>
            <a:spLocks noGrp="1"/>
          </p:cNvSpPr>
          <p:nvPr/>
        </p:nvSpPr>
        <p:spPr>
          <a:xfrm>
            <a:off x="8915400" y="1295399"/>
            <a:ext cx="2514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내쉬기는 필요한 만큼 회복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0715399-A1B5-43FE-A08C-FF9D7F816971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524250" cy="438150"/>
          </a:xfrm>
          <a:prstGeom prst="roundRect">
            <a:avLst>
              <a:gd name="adj" fmla="val 13043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E7877E-E98A-489C-8CD4-6BA9A0A94A20}"/>
              </a:ext>
            </a:extLst>
          </p:cNvPr>
          <p:cNvSpPr>
            <a:spLocks noGrp="1"/>
          </p:cNvSpPr>
          <p:nvPr/>
        </p:nvSpPr>
        <p:spPr>
          <a:xfrm>
            <a:off x="552450" y="1847848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RULE 04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AC5A7A-3A1C-4867-B18A-0D7DBFE7D008}"/>
              </a:ext>
            </a:extLst>
          </p:cNvPr>
          <p:cNvSpPr>
            <a:spLocks noGrp="1"/>
          </p:cNvSpPr>
          <p:nvPr/>
        </p:nvSpPr>
        <p:spPr>
          <a:xfrm>
            <a:off x="1333500" y="1847848"/>
            <a:ext cx="2514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한계 초과 시 강제 호흡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0E0996-D5ED-4732-9641-42BCCE00D70C}"/>
              </a:ext>
            </a:extLst>
          </p:cNvPr>
          <p:cNvSpPr>
            <a:spLocks noGrp="1"/>
          </p:cNvSpPr>
          <p:nvPr/>
        </p:nvSpPr>
        <p:spPr>
          <a:xfrm>
            <a:off x="4248150" y="1809750"/>
            <a:ext cx="3524250" cy="438150"/>
          </a:xfrm>
          <a:prstGeom prst="roundRect">
            <a:avLst>
              <a:gd name="adj" fmla="val 13043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A4263E-4FE5-4EE4-8B42-F33466912F4B}"/>
              </a:ext>
            </a:extLst>
          </p:cNvPr>
          <p:cNvSpPr>
            <a:spLocks noGrp="1"/>
          </p:cNvSpPr>
          <p:nvPr/>
        </p:nvSpPr>
        <p:spPr>
          <a:xfrm>
            <a:off x="4343400" y="1847848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RULE 05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03B1BFA-AB66-4F3B-B01B-062F42055E97}"/>
              </a:ext>
            </a:extLst>
          </p:cNvPr>
          <p:cNvSpPr>
            <a:spLocks noGrp="1"/>
          </p:cNvSpPr>
          <p:nvPr/>
        </p:nvSpPr>
        <p:spPr>
          <a:xfrm>
            <a:off x="5124450" y="1847848"/>
            <a:ext cx="2514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결과는 소음으로 전달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08DBDC3-12CD-4E58-B72F-7E014C60BBF6}"/>
              </a:ext>
            </a:extLst>
          </p:cNvPr>
          <p:cNvSpPr>
            <a:spLocks noGrp="1"/>
          </p:cNvSpPr>
          <p:nvPr/>
        </p:nvSpPr>
        <p:spPr>
          <a:xfrm>
            <a:off x="8039100" y="1809750"/>
            <a:ext cx="3524250" cy="438150"/>
          </a:xfrm>
          <a:prstGeom prst="roundRect">
            <a:avLst>
              <a:gd name="adj" fmla="val 13043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E1AE882-F1C6-45F4-B2C4-1D92C157DB73}"/>
              </a:ext>
            </a:extLst>
          </p:cNvPr>
          <p:cNvSpPr>
            <a:spLocks noGrp="1"/>
          </p:cNvSpPr>
          <p:nvPr/>
        </p:nvSpPr>
        <p:spPr>
          <a:xfrm>
            <a:off x="8134350" y="1847848"/>
            <a:ext cx="74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RULE 06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7FDB53-F11C-4E67-97E7-0222519F1B69}"/>
              </a:ext>
            </a:extLst>
          </p:cNvPr>
          <p:cNvSpPr>
            <a:spLocks noGrp="1"/>
          </p:cNvSpPr>
          <p:nvPr/>
        </p:nvSpPr>
        <p:spPr>
          <a:xfrm>
            <a:off x="8915400" y="1847848"/>
            <a:ext cx="2514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시작 상태에 따라 결과 변화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62E080B-72B5-44A7-8358-19B56CA23A4A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3524250" cy="31432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C7C83CB-065B-4E7A-8677-65FA54A5065F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3524250" cy="628650"/>
          </a:xfrm>
          <a:prstGeom prst="roundRect">
            <a:avLst>
              <a:gd name="adj" fmla="val 15152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D2BB49E-F807-4DFB-8513-3815200599B0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0000" lnSpcReduction="20000"/>
          </a:bodyPr>
          <a:lstStyle/>
          <a:p>
            <a:pPr algn="l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923EFED-B3AE-4E25-BBEF-DE32866519B1}"/>
              </a:ext>
            </a:extLst>
          </p:cNvPr>
          <p:cNvSpPr>
            <a:spLocks noGrp="1"/>
          </p:cNvSpPr>
          <p:nvPr/>
        </p:nvSpPr>
        <p:spPr>
          <a:xfrm>
            <a:off x="1933575" y="2838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20000"/>
          </a:bodyPr>
          <a:lstStyle/>
          <a:p>
            <a:pPr algn="r">
              <a:lnSpc>
                <a:spcPct val="150000"/>
              </a:lnSpc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준비 · 회수 · 저장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4BB34A3-68B1-4AED-A78D-6B2EEC24BF55}"/>
              </a:ext>
            </a:extLst>
          </p:cNvPr>
          <p:cNvSpPr>
            <a:spLocks noGrp="1"/>
          </p:cNvSpPr>
          <p:nvPr/>
        </p:nvSpPr>
        <p:spPr>
          <a:xfrm>
            <a:off x="647700" y="348615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기본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1A2099A-4E28-4C74-8162-E1ED1600878D}"/>
              </a:ext>
            </a:extLst>
          </p:cNvPr>
          <p:cNvSpPr>
            <a:spLocks noGrp="1"/>
          </p:cNvSpPr>
          <p:nvPr/>
        </p:nvSpPr>
        <p:spPr>
          <a:xfrm>
            <a:off x="1504950" y="348615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입력 시간만큼 호흡 확보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10CD23A3-4CDA-4A46-85D0-7A80B1FA40BB}"/>
              </a:ext>
            </a:extLst>
          </p:cNvPr>
          <p:cNvSpPr>
            <a:spLocks noGrp="1"/>
          </p:cNvSpPr>
          <p:nvPr/>
        </p:nvSpPr>
        <p:spPr>
          <a:xfrm>
            <a:off x="647700" y="3952875"/>
            <a:ext cx="31242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1D7AC85-530E-4E8D-BECD-15E58D4D18AF}"/>
              </a:ext>
            </a:extLst>
          </p:cNvPr>
          <p:cNvSpPr>
            <a:spLocks noGrp="1"/>
          </p:cNvSpPr>
          <p:nvPr/>
        </p:nvSpPr>
        <p:spPr>
          <a:xfrm>
            <a:off x="647700" y="403860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흡인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2D4EC3E-5611-41C2-9B8A-5145E76FCFC6}"/>
              </a:ext>
            </a:extLst>
          </p:cNvPr>
          <p:cNvSpPr>
            <a:spLocks noGrp="1"/>
          </p:cNvSpPr>
          <p:nvPr/>
        </p:nvSpPr>
        <p:spPr>
          <a:xfrm>
            <a:off x="1504950" y="40386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주변 오브젝트 회수 / 탐색</a:t>
            </a: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09334A7D-FC5A-481A-ADBA-2A7471CB1888}"/>
              </a:ext>
            </a:extLst>
          </p:cNvPr>
          <p:cNvSpPr>
            <a:spLocks noGrp="1"/>
          </p:cNvSpPr>
          <p:nvPr/>
        </p:nvSpPr>
        <p:spPr>
          <a:xfrm>
            <a:off x="647700" y="4505325"/>
            <a:ext cx="31242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09A077-D7EE-495F-9DF5-42AFD1548D12}"/>
              </a:ext>
            </a:extLst>
          </p:cNvPr>
          <p:cNvSpPr>
            <a:spLocks noGrp="1"/>
          </p:cNvSpPr>
          <p:nvPr/>
        </p:nvSpPr>
        <p:spPr>
          <a:xfrm>
            <a:off x="647700" y="459105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흡음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9698775-9298-450B-A816-57A8BF377CA8}"/>
              </a:ext>
            </a:extLst>
          </p:cNvPr>
          <p:cNvSpPr>
            <a:spLocks noGrp="1"/>
          </p:cNvSpPr>
          <p:nvPr/>
        </p:nvSpPr>
        <p:spPr>
          <a:xfrm>
            <a:off x="1504950" y="459105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큰 소음 저장 후 다른 위치에서 방출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6CB640E5-5323-4A34-B7CC-D39F0B63244C}"/>
              </a:ext>
            </a:extLst>
          </p:cNvPr>
          <p:cNvSpPr>
            <a:spLocks noGrp="1"/>
          </p:cNvSpPr>
          <p:nvPr/>
        </p:nvSpPr>
        <p:spPr>
          <a:xfrm>
            <a:off x="647700" y="5057775"/>
            <a:ext cx="31242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05EF5D7-25C7-46AE-8226-8C59CB49AABD}"/>
              </a:ext>
            </a:extLst>
          </p:cNvPr>
          <p:cNvSpPr>
            <a:spLocks noGrp="1"/>
          </p:cNvSpPr>
          <p:nvPr/>
        </p:nvSpPr>
        <p:spPr>
          <a:xfrm>
            <a:off x="647700" y="514350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흡기 도약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759A8C7-F344-41FE-9AB8-85DB32DD7D41}"/>
              </a:ext>
            </a:extLst>
          </p:cNvPr>
          <p:cNvSpPr>
            <a:spLocks noGrp="1"/>
          </p:cNvSpPr>
          <p:nvPr/>
        </p:nvSpPr>
        <p:spPr>
          <a:xfrm>
            <a:off x="1504950" y="51435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점프 시작 시 수평 거리 증가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F9F3D09-9ACC-42A0-8435-9861A735260E}"/>
              </a:ext>
            </a:extLst>
          </p:cNvPr>
          <p:cNvSpPr>
            <a:spLocks noGrp="1"/>
          </p:cNvSpPr>
          <p:nvPr/>
        </p:nvSpPr>
        <p:spPr>
          <a:xfrm>
            <a:off x="4248150" y="2724150"/>
            <a:ext cx="3524250" cy="31432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F1E5A67-8CCE-4878-9BAE-A233D2353761}"/>
              </a:ext>
            </a:extLst>
          </p:cNvPr>
          <p:cNvSpPr>
            <a:spLocks noGrp="1"/>
          </p:cNvSpPr>
          <p:nvPr/>
        </p:nvSpPr>
        <p:spPr>
          <a:xfrm>
            <a:off x="4248150" y="2724150"/>
            <a:ext cx="3524250" cy="628650"/>
          </a:xfrm>
          <a:prstGeom prst="roundRect">
            <a:avLst>
              <a:gd name="adj" fmla="val 15152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2946533-5D26-43BB-A5E6-A8FEBF856441}"/>
              </a:ext>
            </a:extLst>
          </p:cNvPr>
          <p:cNvSpPr>
            <a:spLocks noGrp="1"/>
          </p:cNvSpPr>
          <p:nvPr/>
        </p:nvSpPr>
        <p:spPr>
          <a:xfrm>
            <a:off x="4419600" y="29146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0000" lnSpcReduction="20000"/>
          </a:bodyPr>
          <a:lstStyle/>
          <a:p>
            <a:pPr algn="l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참기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F623E12-6579-42A9-9B96-CE7CA7582FD2}"/>
              </a:ext>
            </a:extLst>
          </p:cNvPr>
          <p:cNvSpPr>
            <a:spLocks noGrp="1"/>
          </p:cNvSpPr>
          <p:nvPr/>
        </p:nvSpPr>
        <p:spPr>
          <a:xfrm>
            <a:off x="5724525" y="2838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20000"/>
          </a:bodyPr>
          <a:lstStyle/>
          <a:p>
            <a:pPr algn="r">
              <a:lnSpc>
                <a:spcPct val="150000"/>
              </a:lnSpc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은폐 · 유지 · 정지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4694B9A-40F3-4660-8990-101308C463CB}"/>
              </a:ext>
            </a:extLst>
          </p:cNvPr>
          <p:cNvSpPr>
            <a:spLocks noGrp="1"/>
          </p:cNvSpPr>
          <p:nvPr/>
        </p:nvSpPr>
        <p:spPr>
          <a:xfrm>
            <a:off x="4438650" y="348615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기본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D13C897-985C-4D7D-9F0C-0F6AA56E5B74}"/>
              </a:ext>
            </a:extLst>
          </p:cNvPr>
          <p:cNvSpPr>
            <a:spLocks noGrp="1"/>
          </p:cNvSpPr>
          <p:nvPr/>
        </p:nvSpPr>
        <p:spPr>
          <a:xfrm>
            <a:off x="5295900" y="348615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소음 억제 · 게이지 소모</a:t>
            </a:r>
          </a:p>
        </p:txBody>
      </p:sp>
      <p:sp>
        <p:nvSpPr>
          <p:cNvPr id="45" name="직선 연결선 44">
            <a:extLst>
              <a:ext uri="{FF2B5EF4-FFF2-40B4-BE49-F238E27FC236}">
                <a16:creationId xmlns:a16="http://schemas.microsoft.com/office/drawing/2014/main" id="{77D030B7-9D08-4647-B622-A02CB29E72B2}"/>
              </a:ext>
            </a:extLst>
          </p:cNvPr>
          <p:cNvSpPr>
            <a:spLocks noGrp="1"/>
          </p:cNvSpPr>
          <p:nvPr/>
        </p:nvSpPr>
        <p:spPr>
          <a:xfrm>
            <a:off x="4438650" y="3952875"/>
            <a:ext cx="31242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F53C2BF-C0FE-455A-866C-D1F62532A4F6}"/>
              </a:ext>
            </a:extLst>
          </p:cNvPr>
          <p:cNvSpPr>
            <a:spLocks noGrp="1"/>
          </p:cNvSpPr>
          <p:nvPr/>
        </p:nvSpPr>
        <p:spPr>
          <a:xfrm>
            <a:off x="4438650" y="403860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기척 소거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7409B37-5A61-4561-AA01-3C6B0E85E1D9}"/>
              </a:ext>
            </a:extLst>
          </p:cNvPr>
          <p:cNvSpPr>
            <a:spLocks noGrp="1"/>
          </p:cNvSpPr>
          <p:nvPr/>
        </p:nvSpPr>
        <p:spPr>
          <a:xfrm>
            <a:off x="5295900" y="40386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시각 탐지 회피; 물리 소음 유지</a:t>
            </a:r>
          </a:p>
        </p:txBody>
      </p:sp>
      <p:sp>
        <p:nvSpPr>
          <p:cNvPr id="48" name="직선 연결선 47">
            <a:extLst>
              <a:ext uri="{FF2B5EF4-FFF2-40B4-BE49-F238E27FC236}">
                <a16:creationId xmlns:a16="http://schemas.microsoft.com/office/drawing/2014/main" id="{33D977D9-D87B-4B92-B3B9-BE3204D02541}"/>
              </a:ext>
            </a:extLst>
          </p:cNvPr>
          <p:cNvSpPr>
            <a:spLocks noGrp="1"/>
          </p:cNvSpPr>
          <p:nvPr/>
        </p:nvSpPr>
        <p:spPr>
          <a:xfrm>
            <a:off x="4438650" y="4505325"/>
            <a:ext cx="31242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515967D-47A4-4CFF-8B7A-7F05EFE5C886}"/>
              </a:ext>
            </a:extLst>
          </p:cNvPr>
          <p:cNvSpPr>
            <a:spLocks noGrp="1"/>
          </p:cNvSpPr>
          <p:nvPr/>
        </p:nvSpPr>
        <p:spPr>
          <a:xfrm>
            <a:off x="4438650" y="459105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공중 부유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1EEA1C2-F8FB-463E-BE4D-93487A83585D}"/>
              </a:ext>
            </a:extLst>
          </p:cNvPr>
          <p:cNvSpPr>
            <a:spLocks noGrp="1"/>
          </p:cNvSpPr>
          <p:nvPr/>
        </p:nvSpPr>
        <p:spPr>
          <a:xfrm>
            <a:off x="5295900" y="459105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공중에서 시작할 때만 높이 유지</a:t>
            </a:r>
          </a:p>
        </p:txBody>
      </p:sp>
      <p:sp>
        <p:nvSpPr>
          <p:cNvPr id="51" name="직선 연결선 50">
            <a:extLst>
              <a:ext uri="{FF2B5EF4-FFF2-40B4-BE49-F238E27FC236}">
                <a16:creationId xmlns:a16="http://schemas.microsoft.com/office/drawing/2014/main" id="{8B819366-21D8-4536-981D-7949700F9F94}"/>
              </a:ext>
            </a:extLst>
          </p:cNvPr>
          <p:cNvSpPr>
            <a:spLocks noGrp="1"/>
          </p:cNvSpPr>
          <p:nvPr/>
        </p:nvSpPr>
        <p:spPr>
          <a:xfrm>
            <a:off x="4438650" y="5057775"/>
            <a:ext cx="31242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DDF91F6-CB9D-4B0D-82C8-8F2178B2472D}"/>
              </a:ext>
            </a:extLst>
          </p:cNvPr>
          <p:cNvSpPr>
            <a:spLocks noGrp="1"/>
          </p:cNvSpPr>
          <p:nvPr/>
        </p:nvSpPr>
        <p:spPr>
          <a:xfrm>
            <a:off x="4438650" y="514350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시간 정지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1297BB8-EC08-4449-9558-D93C82548D70}"/>
              </a:ext>
            </a:extLst>
          </p:cNvPr>
          <p:cNvSpPr>
            <a:spLocks noGrp="1"/>
          </p:cNvSpPr>
          <p:nvPr/>
        </p:nvSpPr>
        <p:spPr>
          <a:xfrm>
            <a:off x="5295900" y="51435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후반 능력 · 매우 큰 호흡 소모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DAED365-16D3-4A14-9AA0-6A2697544A48}"/>
              </a:ext>
            </a:extLst>
          </p:cNvPr>
          <p:cNvSpPr>
            <a:spLocks noGrp="1"/>
          </p:cNvSpPr>
          <p:nvPr/>
        </p:nvSpPr>
        <p:spPr>
          <a:xfrm>
            <a:off x="8039100" y="2724150"/>
            <a:ext cx="3524250" cy="31432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9B7A6F10-222E-4065-8DB9-DD94A6B6E686}"/>
              </a:ext>
            </a:extLst>
          </p:cNvPr>
          <p:cNvSpPr>
            <a:spLocks noGrp="1"/>
          </p:cNvSpPr>
          <p:nvPr/>
        </p:nvSpPr>
        <p:spPr>
          <a:xfrm>
            <a:off x="8039100" y="2724150"/>
            <a:ext cx="3524250" cy="628650"/>
          </a:xfrm>
          <a:prstGeom prst="roundRect">
            <a:avLst>
              <a:gd name="adj" fmla="val 15152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436C7F2-13AC-4140-AC04-7AE2B79691B0}"/>
              </a:ext>
            </a:extLst>
          </p:cNvPr>
          <p:cNvSpPr>
            <a:spLocks noGrp="1"/>
          </p:cNvSpPr>
          <p:nvPr/>
        </p:nvSpPr>
        <p:spPr>
          <a:xfrm>
            <a:off x="8210550" y="29146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0000" lnSpcReduction="20000"/>
          </a:bodyPr>
          <a:lstStyle/>
          <a:p>
            <a:pPr algn="l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내쉬기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7FADA2A-75E5-47F4-9583-B1603923784C}"/>
              </a:ext>
            </a:extLst>
          </p:cNvPr>
          <p:cNvSpPr>
            <a:spLocks noGrp="1"/>
          </p:cNvSpPr>
          <p:nvPr/>
        </p:nvSpPr>
        <p:spPr>
          <a:xfrm>
            <a:off x="9515475" y="2838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20000"/>
          </a:bodyPr>
          <a:lstStyle/>
          <a:p>
            <a:pPr algn="r">
              <a:lnSpc>
                <a:spcPct val="150000"/>
              </a:lnSpc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방출 · 공명 · 기만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19225A4-9F6A-44D0-BC21-0DC07EE7B404}"/>
              </a:ext>
            </a:extLst>
          </p:cNvPr>
          <p:cNvSpPr>
            <a:spLocks noGrp="1"/>
          </p:cNvSpPr>
          <p:nvPr/>
        </p:nvSpPr>
        <p:spPr>
          <a:xfrm>
            <a:off x="8229600" y="348615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기본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B5429B6-D05E-4D32-A1E9-5D4BA5F68E19}"/>
              </a:ext>
            </a:extLst>
          </p:cNvPr>
          <p:cNvSpPr>
            <a:spLocks noGrp="1"/>
          </p:cNvSpPr>
          <p:nvPr/>
        </p:nvSpPr>
        <p:spPr>
          <a:xfrm>
            <a:off x="9086850" y="348615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필요한 양만 부분 회복</a:t>
            </a:r>
          </a:p>
        </p:txBody>
      </p:sp>
      <p:sp>
        <p:nvSpPr>
          <p:cNvPr id="60" name="직선 연결선 59">
            <a:extLst>
              <a:ext uri="{FF2B5EF4-FFF2-40B4-BE49-F238E27FC236}">
                <a16:creationId xmlns:a16="http://schemas.microsoft.com/office/drawing/2014/main" id="{E65A8368-8470-40E0-9B81-07AC02AC5CD9}"/>
              </a:ext>
            </a:extLst>
          </p:cNvPr>
          <p:cNvSpPr>
            <a:spLocks noGrp="1"/>
          </p:cNvSpPr>
          <p:nvPr/>
        </p:nvSpPr>
        <p:spPr>
          <a:xfrm>
            <a:off x="8229600" y="3952875"/>
            <a:ext cx="31242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EDC65D8-D5BB-49EA-83C6-5739385D8E52}"/>
              </a:ext>
            </a:extLst>
          </p:cNvPr>
          <p:cNvSpPr>
            <a:spLocks noGrp="1"/>
          </p:cNvSpPr>
          <p:nvPr/>
        </p:nvSpPr>
        <p:spPr>
          <a:xfrm>
            <a:off x="8229600" y="403860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49D7ACE-6695-4267-9C47-F2C93A9D3095}"/>
              </a:ext>
            </a:extLst>
          </p:cNvPr>
          <p:cNvSpPr>
            <a:spLocks noGrp="1"/>
          </p:cNvSpPr>
          <p:nvPr/>
        </p:nvSpPr>
        <p:spPr>
          <a:xfrm>
            <a:off x="9086850" y="40386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환경·적 위치를 파동으로 탐색</a:t>
            </a:r>
          </a:p>
        </p:txBody>
      </p:sp>
      <p:sp>
        <p:nvSpPr>
          <p:cNvPr id="63" name="직선 연결선 62">
            <a:extLst>
              <a:ext uri="{FF2B5EF4-FFF2-40B4-BE49-F238E27FC236}">
                <a16:creationId xmlns:a16="http://schemas.microsoft.com/office/drawing/2014/main" id="{FCA51E17-B231-42DD-BB24-65B5ED7D49D7}"/>
              </a:ext>
            </a:extLst>
          </p:cNvPr>
          <p:cNvSpPr>
            <a:spLocks noGrp="1"/>
          </p:cNvSpPr>
          <p:nvPr/>
        </p:nvSpPr>
        <p:spPr>
          <a:xfrm>
            <a:off x="8229600" y="4505325"/>
            <a:ext cx="31242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DE8129C-7EAD-4BB6-AEE3-DDA85FEF2DFB}"/>
              </a:ext>
            </a:extLst>
          </p:cNvPr>
          <p:cNvSpPr>
            <a:spLocks noGrp="1"/>
          </p:cNvSpPr>
          <p:nvPr/>
        </p:nvSpPr>
        <p:spPr>
          <a:xfrm>
            <a:off x="8229600" y="459105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잔기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46EF02A-4B92-4714-9738-49106C5E69AF}"/>
              </a:ext>
            </a:extLst>
          </p:cNvPr>
          <p:cNvSpPr>
            <a:spLocks noGrp="1"/>
          </p:cNvSpPr>
          <p:nvPr/>
        </p:nvSpPr>
        <p:spPr>
          <a:xfrm>
            <a:off x="9086850" y="459105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가짜 기척을 남겨 적 판단 왜곡</a:t>
            </a:r>
          </a:p>
        </p:txBody>
      </p:sp>
      <p:sp>
        <p:nvSpPr>
          <p:cNvPr id="66" name="직선 연결선 65">
            <a:extLst>
              <a:ext uri="{FF2B5EF4-FFF2-40B4-BE49-F238E27FC236}">
                <a16:creationId xmlns:a16="http://schemas.microsoft.com/office/drawing/2014/main" id="{F15B7C06-3D58-4D95-8A14-642E490D691C}"/>
              </a:ext>
            </a:extLst>
          </p:cNvPr>
          <p:cNvSpPr>
            <a:spLocks noGrp="1"/>
          </p:cNvSpPr>
          <p:nvPr/>
        </p:nvSpPr>
        <p:spPr>
          <a:xfrm>
            <a:off x="8229600" y="5057775"/>
            <a:ext cx="31242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C3181AC-FBA2-4ACB-9AA6-5CA907E7D2F3}"/>
              </a:ext>
            </a:extLst>
          </p:cNvPr>
          <p:cNvSpPr>
            <a:spLocks noGrp="1"/>
          </p:cNvSpPr>
          <p:nvPr/>
        </p:nvSpPr>
        <p:spPr>
          <a:xfrm>
            <a:off x="8229600" y="514350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방출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90D3C54-3859-480A-9055-5975E267C612}"/>
              </a:ext>
            </a:extLst>
          </p:cNvPr>
          <p:cNvSpPr>
            <a:spLocks noGrp="1"/>
          </p:cNvSpPr>
          <p:nvPr/>
        </p:nvSpPr>
        <p:spPr>
          <a:xfrm>
            <a:off x="9086850" y="51435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저장 소음을 내보내 호흡 복구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172B677-C1A6-44E2-BFE9-D31FAA392374}"/>
              </a:ext>
            </a:extLst>
          </p:cNvPr>
          <p:cNvSpPr>
            <a:spLocks noGrp="1"/>
          </p:cNvSpPr>
          <p:nvPr/>
        </p:nvSpPr>
        <p:spPr>
          <a:xfrm>
            <a:off x="457200" y="6134100"/>
            <a:ext cx="11144250" cy="285750"/>
          </a:xfrm>
          <a:prstGeom prst="rect">
            <a:avLst/>
          </a:prstGeom>
          <a:solidFill>
            <a:srgbClr val="F7D8D8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9B3940"/>
                </a:solidFill>
              </a:defRPr>
            </a:pPr>
            <a:r>
              <a:rPr sz="1000" b="1">
                <a:solidFill>
                  <a:srgbClr val="9B39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금지 규칙  새 버튼을 계속 추가하거나, 한 번 시작한 호흡을 끝까지 강제하는 구조로 만들지 않음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0291E10-C18D-4A75-89AC-BC03ADE8B782}"/>
              </a:ext>
            </a:extLst>
          </p:cNvPr>
          <p:cNvSpPr>
            <a:spLocks noGrp="1"/>
          </p:cNvSpPr>
          <p:nvPr/>
        </p:nvSpPr>
        <p:spPr>
          <a:xfrm>
            <a:off x="457200" y="447675"/>
            <a:ext cx="2542674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2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04  시스템 규칙</a:t>
            </a:r>
          </a:p>
        </p:txBody>
      </p:sp>
    </p:spTree>
    <p:extLst>
      <p:ext uri="{BB962C8B-B14F-4D97-AF65-F5344CB8AC3E}">
        <p14:creationId xmlns:p14="http://schemas.microsoft.com/office/powerpoint/2010/main" val="1034871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" r="24607"/>
          <a:stretch/>
        </p:blipFill>
        <p:spPr>
          <a:xfrm>
            <a:off x="352699" y="1562647"/>
            <a:ext cx="2857227" cy="215047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D6C25D-C055-B970-FC7C-E7689F36DF6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" t="2632" r="2632" b="2632"/>
          <a:stretch>
            <a:fillRect/>
          </a:stretch>
        </p:blipFill>
        <p:spPr>
          <a:xfrm>
            <a:off x="3237854" y="1558551"/>
            <a:ext cx="2857226" cy="2146375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43821" y="1558551"/>
          <a:ext cx="5761704" cy="2162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852">
                  <a:extLst>
                    <a:ext uri="{9D8B030D-6E8A-4147-A177-3AD203B41FA5}">
                      <a16:colId xmlns:a16="http://schemas.microsoft.com/office/drawing/2014/main" val="2947908024"/>
                    </a:ext>
                  </a:extLst>
                </a:gridCol>
                <a:gridCol w="2880852">
                  <a:extLst>
                    <a:ext uri="{9D8B030D-6E8A-4147-A177-3AD203B41FA5}">
                      <a16:colId xmlns:a16="http://schemas.microsoft.com/office/drawing/2014/main" val="2327647488"/>
                    </a:ext>
                  </a:extLst>
                </a:gridCol>
              </a:tblGrid>
              <a:tr h="216214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113646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D8DFC5-1C70-AD55-9E47-469A3B8959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C7F4075-DBE3-2A46-0EE7-D0547E9B74A3}"/>
              </a:ext>
            </a:extLst>
          </p:cNvPr>
          <p:cNvSpPr>
            <a:spLocks noGrp="1"/>
          </p:cNvSpPr>
          <p:nvPr/>
        </p:nvSpPr>
        <p:spPr>
          <a:xfrm>
            <a:off x="457200" y="371477"/>
            <a:ext cx="3644464" cy="4667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r>
              <a:rPr 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</a:t>
            </a: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lang="ko-KR" alt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스토리보드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A117C29A-8012-1D80-C2F3-C98BC02F8E31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DDA432E-73C8-24D7-77E4-4A7BC81C2928}"/>
              </a:ext>
            </a:extLst>
          </p:cNvPr>
          <p:cNvSpPr>
            <a:spLocks noGrp="1"/>
          </p:cNvSpPr>
          <p:nvPr/>
        </p:nvSpPr>
        <p:spPr>
          <a:xfrm>
            <a:off x="352698" y="1120962"/>
            <a:ext cx="5742381" cy="305183"/>
          </a:xfrm>
          <a:prstGeom prst="roundRect">
            <a:avLst>
              <a:gd name="adj" fmla="val 13043"/>
            </a:avLst>
          </a:prstGeom>
          <a:solidFill>
            <a:srgbClr val="DDF2F1"/>
          </a:solidFill>
          <a:ln w="25400">
            <a:solidFill>
              <a:srgbClr val="89D3C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000" b="1" dirty="0">
                <a:solidFill>
                  <a:srgbClr val="0A5A5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은신  </a:t>
            </a:r>
            <a:r>
              <a:rPr lang="en-US" altLang="ko-KR" sz="1000" b="1" dirty="0">
                <a:solidFill>
                  <a:srgbClr val="0A5A5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STEALTH</a:t>
            </a:r>
            <a:endParaRPr lang="ko-KR" altLang="en-US" sz="1000" b="1" dirty="0">
              <a:solidFill>
                <a:srgbClr val="0A5A5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55126AE-BEA7-00BE-794F-E562F241A884}"/>
              </a:ext>
            </a:extLst>
          </p:cNvPr>
          <p:cNvSpPr>
            <a:spLocks noGrp="1"/>
          </p:cNvSpPr>
          <p:nvPr/>
        </p:nvSpPr>
        <p:spPr>
          <a:xfrm>
            <a:off x="1826358" y="3885848"/>
            <a:ext cx="8644852" cy="305183"/>
          </a:xfrm>
          <a:prstGeom prst="roundRect">
            <a:avLst>
              <a:gd name="adj" fmla="val 13043"/>
            </a:avLst>
          </a:prstGeom>
          <a:solidFill>
            <a:srgbClr val="ECE4F8"/>
          </a:solidFill>
          <a:ln w="25400">
            <a:solidFill>
              <a:srgbClr val="B38EEA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000" b="1" dirty="0">
                <a:solidFill>
                  <a:srgbClr val="56387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소리 흡수  </a:t>
            </a:r>
            <a:r>
              <a:rPr lang="en-US" altLang="ko-KR" sz="1000" b="1" dirty="0">
                <a:solidFill>
                  <a:srgbClr val="56387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SOUND ABSORPTION</a:t>
            </a:r>
            <a:endParaRPr lang="ko-KR" altLang="en-US" sz="1000" b="1" dirty="0">
              <a:solidFill>
                <a:srgbClr val="56387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77E0CBC-8EAA-0F04-4D0C-7E317C63A2DF}"/>
              </a:ext>
            </a:extLst>
          </p:cNvPr>
          <p:cNvSpPr>
            <a:spLocks noGrp="1"/>
          </p:cNvSpPr>
          <p:nvPr/>
        </p:nvSpPr>
        <p:spPr>
          <a:xfrm>
            <a:off x="6220745" y="1120962"/>
            <a:ext cx="5742381" cy="305183"/>
          </a:xfrm>
          <a:prstGeom prst="roundRect">
            <a:avLst>
              <a:gd name="adj" fmla="val 13043"/>
            </a:avLst>
          </a:prstGeom>
          <a:solidFill>
            <a:srgbClr val="FFF0C2"/>
          </a:solidFill>
          <a:ln w="25400">
            <a:solidFill>
              <a:srgbClr val="FFDC6D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000" b="1" dirty="0">
                <a:solidFill>
                  <a:srgbClr val="6C4F0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공중 부유  </a:t>
            </a:r>
            <a:r>
              <a:rPr lang="en-US" altLang="ko-KR" sz="1000" b="1" dirty="0">
                <a:solidFill>
                  <a:srgbClr val="6C4F0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HOVER</a:t>
            </a:r>
            <a:endParaRPr lang="ko-KR" altLang="en-US" sz="1000" b="1" dirty="0">
              <a:solidFill>
                <a:srgbClr val="6C4F0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7C33819-F3E1-8420-32DC-EBA80792E38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454" y="1566169"/>
            <a:ext cx="2877995" cy="215006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C6347DC-4222-F550-3620-B12C3390815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"/>
          <a:stretch>
            <a:fillRect/>
          </a:stretch>
        </p:blipFill>
        <p:spPr>
          <a:xfrm>
            <a:off x="6229349" y="1558552"/>
            <a:ext cx="2866503" cy="21621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2B7A9EB-C599-9C75-D112-2DE5AFAE5B9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164" y="4328959"/>
            <a:ext cx="2874423" cy="215581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1295209-EF84-4019-B43A-F62640F94D61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983" y="4333840"/>
            <a:ext cx="2857227" cy="214292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066FB0C-20E6-5475-6868-D83A58CB1E9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234" y="4337015"/>
            <a:ext cx="2854927" cy="2141195"/>
          </a:xfrm>
          <a:prstGeom prst="rect">
            <a:avLst/>
          </a:prstGeom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25D1B2A-13FB-9EF8-57B9-53924FEFA0CC}"/>
              </a:ext>
            </a:extLst>
          </p:cNvPr>
          <p:cNvGraphicFramePr>
            <a:graphicFrameLocks noGrp="1"/>
          </p:cNvGraphicFramePr>
          <p:nvPr/>
        </p:nvGraphicFramePr>
        <p:xfrm>
          <a:off x="6220746" y="1558551"/>
          <a:ext cx="5761704" cy="2162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852">
                  <a:extLst>
                    <a:ext uri="{9D8B030D-6E8A-4147-A177-3AD203B41FA5}">
                      <a16:colId xmlns:a16="http://schemas.microsoft.com/office/drawing/2014/main" val="2947908024"/>
                    </a:ext>
                  </a:extLst>
                </a:gridCol>
                <a:gridCol w="2880852">
                  <a:extLst>
                    <a:ext uri="{9D8B030D-6E8A-4147-A177-3AD203B41FA5}">
                      <a16:colId xmlns:a16="http://schemas.microsoft.com/office/drawing/2014/main" val="2327647488"/>
                    </a:ext>
                  </a:extLst>
                </a:gridCol>
              </a:tblGrid>
              <a:tr h="216214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11364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195BB11-A714-0CE0-CADF-2F0DBA958017}"/>
              </a:ext>
            </a:extLst>
          </p:cNvPr>
          <p:cNvGraphicFramePr>
            <a:graphicFrameLocks noGrp="1"/>
          </p:cNvGraphicFramePr>
          <p:nvPr/>
        </p:nvGraphicFramePr>
        <p:xfrm>
          <a:off x="1826359" y="4324382"/>
          <a:ext cx="8657307" cy="2162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5769">
                  <a:extLst>
                    <a:ext uri="{9D8B030D-6E8A-4147-A177-3AD203B41FA5}">
                      <a16:colId xmlns:a16="http://schemas.microsoft.com/office/drawing/2014/main" val="2947908024"/>
                    </a:ext>
                  </a:extLst>
                </a:gridCol>
                <a:gridCol w="2885769">
                  <a:extLst>
                    <a:ext uri="{9D8B030D-6E8A-4147-A177-3AD203B41FA5}">
                      <a16:colId xmlns:a16="http://schemas.microsoft.com/office/drawing/2014/main" val="2327647488"/>
                    </a:ext>
                  </a:extLst>
                </a:gridCol>
                <a:gridCol w="2885769">
                  <a:extLst>
                    <a:ext uri="{9D8B030D-6E8A-4147-A177-3AD203B41FA5}">
                      <a16:colId xmlns:a16="http://schemas.microsoft.com/office/drawing/2014/main" val="3697240744"/>
                    </a:ext>
                  </a:extLst>
                </a:gridCol>
              </a:tblGrid>
              <a:tr h="216214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11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260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>
            <a:extLst>
              <a:ext uri="{FF2B5EF4-FFF2-40B4-BE49-F238E27FC236}">
                <a16:creationId xmlns:a16="http://schemas.microsoft.com/office/drawing/2014/main" id="{C5CB5293-F945-4FE8-9387-9384985BF9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7CAB377A-75C0-4B28-8EBF-9B0915B09835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A588AD5-B486-426C-A623-B0EA68DE5447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6096000" cy="323850"/>
          </a:xfrm>
          <a:prstGeom prst="roundRect">
            <a:avLst>
              <a:gd name="adj" fmla="val 14706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F34321-F74D-4D68-89F0-54DD9E699814}"/>
              </a:ext>
            </a:extLst>
          </p:cNvPr>
          <p:cNvSpPr>
            <a:spLocks noGrp="1"/>
          </p:cNvSpPr>
          <p:nvPr/>
        </p:nvSpPr>
        <p:spPr>
          <a:xfrm>
            <a:off x="523875" y="1257300"/>
            <a:ext cx="596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 환경 속성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141EAF8-CDD6-4167-B370-7AB8D0408F36}"/>
              </a:ext>
            </a:extLst>
          </p:cNvPr>
          <p:cNvSpPr>
            <a:spLocks noGrp="1"/>
          </p:cNvSpPr>
          <p:nvPr/>
        </p:nvSpPr>
        <p:spPr>
          <a:xfrm>
            <a:off x="457200" y="165735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0542229-0648-4E20-9C38-74EC5194AC03}"/>
              </a:ext>
            </a:extLst>
          </p:cNvPr>
          <p:cNvSpPr>
            <a:spLocks noGrp="1"/>
          </p:cNvSpPr>
          <p:nvPr/>
        </p:nvSpPr>
        <p:spPr>
          <a:xfrm>
            <a:off x="571500" y="16859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FFEDFD-8A7F-4F48-AE6B-66592F5D6C73}"/>
              </a:ext>
            </a:extLst>
          </p:cNvPr>
          <p:cNvSpPr>
            <a:spLocks noGrp="1"/>
          </p:cNvSpPr>
          <p:nvPr/>
        </p:nvSpPr>
        <p:spPr>
          <a:xfrm>
            <a:off x="1524000" y="16859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한계 100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7ED0CB-7DF8-453C-A99D-89AD2DE8322F}"/>
              </a:ext>
            </a:extLst>
          </p:cNvPr>
          <p:cNvSpPr>
            <a:spLocks noGrp="1"/>
          </p:cNvSpPr>
          <p:nvPr/>
        </p:nvSpPr>
        <p:spPr>
          <a:xfrm>
            <a:off x="3638550" y="168592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제약 없음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4C4E72C-B900-43DB-B15D-0981EC2CC8DF}"/>
              </a:ext>
            </a:extLst>
          </p:cNvPr>
          <p:cNvSpPr>
            <a:spLocks noGrp="1"/>
          </p:cNvSpPr>
          <p:nvPr/>
        </p:nvSpPr>
        <p:spPr>
          <a:xfrm>
            <a:off x="457200" y="213360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D1A912-93CF-4BAB-902B-5554F410717D}"/>
              </a:ext>
            </a:extLst>
          </p:cNvPr>
          <p:cNvSpPr>
            <a:spLocks noGrp="1"/>
          </p:cNvSpPr>
          <p:nvPr/>
        </p:nvSpPr>
        <p:spPr>
          <a:xfrm>
            <a:off x="571500" y="216217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B23F07-1F93-4953-8C33-49760092803C}"/>
              </a:ext>
            </a:extLst>
          </p:cNvPr>
          <p:cNvSpPr>
            <a:spLocks noGrp="1"/>
          </p:cNvSpPr>
          <p:nvPr/>
        </p:nvSpPr>
        <p:spPr>
          <a:xfrm>
            <a:off x="1524000" y="21621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한계 감소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C85D9F8-D8BB-4CB6-A0B3-8E91CD40C7DA}"/>
              </a:ext>
            </a:extLst>
          </p:cNvPr>
          <p:cNvSpPr>
            <a:spLocks noGrp="1"/>
          </p:cNvSpPr>
          <p:nvPr/>
        </p:nvSpPr>
        <p:spPr>
          <a:xfrm>
            <a:off x="3638550" y="216217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자극 누적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BF3BBCF-B4EA-4C69-952A-966FD0A83DB7}"/>
              </a:ext>
            </a:extLst>
          </p:cNvPr>
          <p:cNvSpPr>
            <a:spLocks noGrp="1"/>
          </p:cNvSpPr>
          <p:nvPr/>
        </p:nvSpPr>
        <p:spPr>
          <a:xfrm>
            <a:off x="457200" y="260985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8E9F58-DAE2-4F5D-9938-C9010BD58872}"/>
              </a:ext>
            </a:extLst>
          </p:cNvPr>
          <p:cNvSpPr>
            <a:spLocks noGrp="1"/>
          </p:cNvSpPr>
          <p:nvPr/>
        </p:nvSpPr>
        <p:spPr>
          <a:xfrm>
            <a:off x="571500" y="26384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꽃가루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34B228C-3B74-4AF4-B947-77C9750BB7BB}"/>
              </a:ext>
            </a:extLst>
          </p:cNvPr>
          <p:cNvSpPr>
            <a:spLocks noGrp="1"/>
          </p:cNvSpPr>
          <p:nvPr/>
        </p:nvSpPr>
        <p:spPr>
          <a:xfrm>
            <a:off x="1524000" y="26384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한계 감소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63D7A5-0909-4D37-9D88-BB27B69DC35A}"/>
              </a:ext>
            </a:extLst>
          </p:cNvPr>
          <p:cNvSpPr>
            <a:spLocks noGrp="1"/>
          </p:cNvSpPr>
          <p:nvPr/>
        </p:nvSpPr>
        <p:spPr>
          <a:xfrm>
            <a:off x="3638550" y="263842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재채기 자극 누적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DB13501-BC31-44D1-B8AD-B4891493C209}"/>
              </a:ext>
            </a:extLst>
          </p:cNvPr>
          <p:cNvSpPr>
            <a:spLocks noGrp="1"/>
          </p:cNvSpPr>
          <p:nvPr/>
        </p:nvSpPr>
        <p:spPr>
          <a:xfrm>
            <a:off x="457200" y="308610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BB9713F-2C87-47A4-9D47-3ADB45599521}"/>
              </a:ext>
            </a:extLst>
          </p:cNvPr>
          <p:cNvSpPr>
            <a:spLocks noGrp="1"/>
          </p:cNvSpPr>
          <p:nvPr/>
        </p:nvSpPr>
        <p:spPr>
          <a:xfrm>
            <a:off x="571500" y="311467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4BE54A-D101-4B09-96ED-0BEC3B562CBE}"/>
              </a:ext>
            </a:extLst>
          </p:cNvPr>
          <p:cNvSpPr>
            <a:spLocks noGrp="1"/>
          </p:cNvSpPr>
          <p:nvPr/>
        </p:nvSpPr>
        <p:spPr>
          <a:xfrm>
            <a:off x="1524000" y="31146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크게 제한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60928A7-1CB6-4A76-BBC7-E50DA54EC04C}"/>
              </a:ext>
            </a:extLst>
          </p:cNvPr>
          <p:cNvSpPr>
            <a:spLocks noGrp="1"/>
          </p:cNvSpPr>
          <p:nvPr/>
        </p:nvSpPr>
        <p:spPr>
          <a:xfrm>
            <a:off x="3638550" y="311467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· 시야 저하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03581F8-4F88-482A-B76E-E8BFC4927117}"/>
              </a:ext>
            </a:extLst>
          </p:cNvPr>
          <p:cNvSpPr>
            <a:spLocks noGrp="1"/>
          </p:cNvSpPr>
          <p:nvPr/>
        </p:nvSpPr>
        <p:spPr>
          <a:xfrm>
            <a:off x="457200" y="356235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CCEBCF-6DE1-4184-BDBA-1DDFA630707A}"/>
              </a:ext>
            </a:extLst>
          </p:cNvPr>
          <p:cNvSpPr>
            <a:spLocks noGrp="1"/>
          </p:cNvSpPr>
          <p:nvPr/>
        </p:nvSpPr>
        <p:spPr>
          <a:xfrm>
            <a:off x="571500" y="35909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독가스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113F0A4-B2AD-4853-8C86-0610115D5729}"/>
              </a:ext>
            </a:extLst>
          </p:cNvPr>
          <p:cNvSpPr>
            <a:spLocks noGrp="1"/>
          </p:cNvSpPr>
          <p:nvPr/>
        </p:nvSpPr>
        <p:spPr>
          <a:xfrm>
            <a:off x="1524000" y="35909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불가에 가까움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6A05666-C412-402B-8600-3577809809F2}"/>
              </a:ext>
            </a:extLst>
          </p:cNvPr>
          <p:cNvSpPr>
            <a:spLocks noGrp="1"/>
          </p:cNvSpPr>
          <p:nvPr/>
        </p:nvSpPr>
        <p:spPr>
          <a:xfrm>
            <a:off x="3638550" y="359092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피해 · 상태이상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40F0325-7DC3-42D5-97EB-77F2C73D4AD7}"/>
              </a:ext>
            </a:extLst>
          </p:cNvPr>
          <p:cNvSpPr>
            <a:spLocks noGrp="1"/>
          </p:cNvSpPr>
          <p:nvPr/>
        </p:nvSpPr>
        <p:spPr>
          <a:xfrm>
            <a:off x="457200" y="403860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B746302-60BB-4D2D-8FEC-90A8EB753934}"/>
              </a:ext>
            </a:extLst>
          </p:cNvPr>
          <p:cNvSpPr>
            <a:spLocks noGrp="1"/>
          </p:cNvSpPr>
          <p:nvPr/>
        </p:nvSpPr>
        <p:spPr>
          <a:xfrm>
            <a:off x="571500" y="406717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수중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41F331D-16DD-4A5D-B1E0-F2211D29A01C}"/>
              </a:ext>
            </a:extLst>
          </p:cNvPr>
          <p:cNvSpPr>
            <a:spLocks noGrp="1"/>
          </p:cNvSpPr>
          <p:nvPr/>
        </p:nvSpPr>
        <p:spPr>
          <a:xfrm>
            <a:off x="1524000" y="40671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불가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3C1CC68-B4CE-433F-9C4E-A82A3E85A601}"/>
              </a:ext>
            </a:extLst>
          </p:cNvPr>
          <p:cNvSpPr>
            <a:spLocks noGrp="1"/>
          </p:cNvSpPr>
          <p:nvPr/>
        </p:nvSpPr>
        <p:spPr>
          <a:xfrm>
            <a:off x="3638550" y="406717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보유 호흡만 사용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377AADA-6483-4ACA-9A53-10AB424DAA79}"/>
              </a:ext>
            </a:extLst>
          </p:cNvPr>
          <p:cNvSpPr>
            <a:spLocks noGrp="1"/>
          </p:cNvSpPr>
          <p:nvPr/>
        </p:nvSpPr>
        <p:spPr>
          <a:xfrm>
            <a:off x="6934200" y="1257300"/>
            <a:ext cx="4686300" cy="323850"/>
          </a:xfrm>
          <a:prstGeom prst="roundRect">
            <a:avLst>
              <a:gd name="adj" fmla="val 14706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78F8741-8950-4626-A387-8275097D2249}"/>
              </a:ext>
            </a:extLst>
          </p:cNvPr>
          <p:cNvSpPr>
            <a:spLocks noGrp="1"/>
          </p:cNvSpPr>
          <p:nvPr/>
        </p:nvSpPr>
        <p:spPr>
          <a:xfrm>
            <a:off x="7000875" y="1257300"/>
            <a:ext cx="455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 의심 게이지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828AB7E-A9F0-4B99-BF24-1624CC7C0D54}"/>
              </a:ext>
            </a:extLst>
          </p:cNvPr>
          <p:cNvSpPr>
            <a:spLocks noGrp="1"/>
          </p:cNvSpPr>
          <p:nvPr/>
        </p:nvSpPr>
        <p:spPr>
          <a:xfrm>
            <a:off x="7143750" y="1781175"/>
            <a:ext cx="1047750" cy="285750"/>
          </a:xfrm>
          <a:prstGeom prst="rect">
            <a:avLst/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287FD48-2B2F-452C-9090-97E52D59744C}"/>
              </a:ext>
            </a:extLst>
          </p:cNvPr>
          <p:cNvSpPr>
            <a:spLocks noGrp="1"/>
          </p:cNvSpPr>
          <p:nvPr/>
        </p:nvSpPr>
        <p:spPr>
          <a:xfrm>
            <a:off x="8191500" y="1781175"/>
            <a:ext cx="1047750" cy="285750"/>
          </a:xfrm>
          <a:prstGeom prst="rect">
            <a:avLst/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42DEAB6-966A-4F62-B6EE-6EDF74CE700B}"/>
              </a:ext>
            </a:extLst>
          </p:cNvPr>
          <p:cNvSpPr>
            <a:spLocks noGrp="1"/>
          </p:cNvSpPr>
          <p:nvPr/>
        </p:nvSpPr>
        <p:spPr>
          <a:xfrm>
            <a:off x="9239250" y="1781175"/>
            <a:ext cx="1047750" cy="285750"/>
          </a:xfrm>
          <a:prstGeom prst="rect">
            <a:avLst/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105406B-A5C9-415F-974B-FF2BA2536574}"/>
              </a:ext>
            </a:extLst>
          </p:cNvPr>
          <p:cNvSpPr>
            <a:spLocks noGrp="1"/>
          </p:cNvSpPr>
          <p:nvPr/>
        </p:nvSpPr>
        <p:spPr>
          <a:xfrm>
            <a:off x="10287000" y="1781175"/>
            <a:ext cx="1047750" cy="285750"/>
          </a:xfrm>
          <a:prstGeom prst="rect">
            <a:avLst/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B1CDE48-7A54-46E2-BAF9-FD8CB0F938B4}"/>
              </a:ext>
            </a:extLst>
          </p:cNvPr>
          <p:cNvSpPr>
            <a:spLocks noGrp="1"/>
          </p:cNvSpPr>
          <p:nvPr/>
        </p:nvSpPr>
        <p:spPr>
          <a:xfrm>
            <a:off x="7143750" y="1781175"/>
            <a:ext cx="4191000" cy="285750"/>
          </a:xfrm>
          <a:prstGeom prst="roundRect">
            <a:avLst>
              <a:gd name="adj" fmla="val 13333"/>
            </a:avLst>
          </a:prstGeom>
          <a:noFill/>
          <a:ln w="9525">
            <a:solidFill>
              <a:srgbClr val="073B5C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BAFC3A5-9163-4BA6-B420-D12D4FBD4230}"/>
              </a:ext>
            </a:extLst>
          </p:cNvPr>
          <p:cNvSpPr>
            <a:spLocks noGrp="1"/>
          </p:cNvSpPr>
          <p:nvPr/>
        </p:nvSpPr>
        <p:spPr>
          <a:xfrm>
            <a:off x="714375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0–24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2031B65-9905-4526-9BF5-196F5CF82381}"/>
              </a:ext>
            </a:extLst>
          </p:cNvPr>
          <p:cNvSpPr>
            <a:spLocks noGrp="1"/>
          </p:cNvSpPr>
          <p:nvPr/>
        </p:nvSpPr>
        <p:spPr>
          <a:xfrm>
            <a:off x="714375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미탐지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84A1AB4-F32F-420A-AA32-7B2FD87B8803}"/>
              </a:ext>
            </a:extLst>
          </p:cNvPr>
          <p:cNvSpPr>
            <a:spLocks noGrp="1"/>
          </p:cNvSpPr>
          <p:nvPr/>
        </p:nvSpPr>
        <p:spPr>
          <a:xfrm>
            <a:off x="819150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25–49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08CB134-B3BD-4F78-913F-3E6B99474B30}"/>
              </a:ext>
            </a:extLst>
          </p:cNvPr>
          <p:cNvSpPr>
            <a:spLocks noGrp="1"/>
          </p:cNvSpPr>
          <p:nvPr/>
        </p:nvSpPr>
        <p:spPr>
          <a:xfrm>
            <a:off x="819150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의심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4BE6374-F3A2-4521-B05E-6510913C1666}"/>
              </a:ext>
            </a:extLst>
          </p:cNvPr>
          <p:cNvSpPr>
            <a:spLocks noGrp="1"/>
          </p:cNvSpPr>
          <p:nvPr/>
        </p:nvSpPr>
        <p:spPr>
          <a:xfrm>
            <a:off x="923925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50–74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301ADF3-F74B-421E-AC00-07ED4044ADC7}"/>
              </a:ext>
            </a:extLst>
          </p:cNvPr>
          <p:cNvSpPr>
            <a:spLocks noGrp="1"/>
          </p:cNvSpPr>
          <p:nvPr/>
        </p:nvSpPr>
        <p:spPr>
          <a:xfrm>
            <a:off x="923925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위치 조사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B82325A-7A02-42A4-9B61-81166BE1F44B}"/>
              </a:ext>
            </a:extLst>
          </p:cNvPr>
          <p:cNvSpPr>
            <a:spLocks noGrp="1"/>
          </p:cNvSpPr>
          <p:nvPr/>
        </p:nvSpPr>
        <p:spPr>
          <a:xfrm>
            <a:off x="1028700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75–100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82DB708-37CE-4FA3-82DB-646719224A9E}"/>
              </a:ext>
            </a:extLst>
          </p:cNvPr>
          <p:cNvSpPr>
            <a:spLocks noGrp="1"/>
          </p:cNvSpPr>
          <p:nvPr/>
        </p:nvSpPr>
        <p:spPr>
          <a:xfrm>
            <a:off x="1028700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발견 / 추격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CA477B1-8B3F-447A-9CA6-58FA6FBD9C20}"/>
              </a:ext>
            </a:extLst>
          </p:cNvPr>
          <p:cNvSpPr>
            <a:spLocks noGrp="1"/>
          </p:cNvSpPr>
          <p:nvPr/>
        </p:nvSpPr>
        <p:spPr>
          <a:xfrm>
            <a:off x="6934200" y="2743200"/>
            <a:ext cx="46863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495BE82-7BA7-4C0C-B0A8-487FFEA95309}"/>
              </a:ext>
            </a:extLst>
          </p:cNvPr>
          <p:cNvSpPr>
            <a:spLocks noGrp="1"/>
          </p:cNvSpPr>
          <p:nvPr/>
        </p:nvSpPr>
        <p:spPr>
          <a:xfrm>
            <a:off x="7200900" y="3022854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충전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C170232-214D-48AE-AF6D-E59CD9AB3D07}"/>
              </a:ext>
            </a:extLst>
          </p:cNvPr>
          <p:cNvSpPr>
            <a:spLocks noGrp="1"/>
          </p:cNvSpPr>
          <p:nvPr/>
        </p:nvSpPr>
        <p:spPr>
          <a:xfrm>
            <a:off x="7905750" y="3003804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호흡·발소리·충돌 소음이 청각 범위에 들어오면 상승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6CF97CD-BDBE-4CE6-95A7-102F1D47BCEE}"/>
              </a:ext>
            </a:extLst>
          </p:cNvPr>
          <p:cNvSpPr>
            <a:spLocks noGrp="1"/>
          </p:cNvSpPr>
          <p:nvPr/>
        </p:nvSpPr>
        <p:spPr>
          <a:xfrm>
            <a:off x="7200900" y="3422904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전환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4E941A6-CCB0-48ED-95D9-AC9EA87D1048}"/>
              </a:ext>
            </a:extLst>
          </p:cNvPr>
          <p:cNvSpPr>
            <a:spLocks noGrp="1"/>
          </p:cNvSpPr>
          <p:nvPr/>
        </p:nvSpPr>
        <p:spPr>
          <a:xfrm>
            <a:off x="7905750" y="3403854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임계값을 넘을 때 의심 → 조사 → 추격으로 행동 변경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A473FE5-B969-41E8-82D0-43F46DBB5524}"/>
              </a:ext>
            </a:extLst>
          </p:cNvPr>
          <p:cNvSpPr>
            <a:spLocks noGrp="1"/>
          </p:cNvSpPr>
          <p:nvPr/>
        </p:nvSpPr>
        <p:spPr>
          <a:xfrm>
            <a:off x="7200900" y="3822954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감소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31CAB71-DB59-43F8-B33C-A04D6B12FCF4}"/>
              </a:ext>
            </a:extLst>
          </p:cNvPr>
          <p:cNvSpPr>
            <a:spLocks noGrp="1"/>
          </p:cNvSpPr>
          <p:nvPr/>
        </p:nvSpPr>
        <p:spPr>
          <a:xfrm>
            <a:off x="7905750" y="3803904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추가 기척이 없으면 시간 경과에 따라 감소·순찰 복귀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E7D21D2-5628-4E18-A77C-AEFF27396290}"/>
              </a:ext>
            </a:extLst>
          </p:cNvPr>
          <p:cNvSpPr>
            <a:spLocks noGrp="1"/>
          </p:cNvSpPr>
          <p:nvPr/>
        </p:nvSpPr>
        <p:spPr>
          <a:xfrm>
            <a:off x="457200" y="4762500"/>
            <a:ext cx="11163300" cy="323850"/>
          </a:xfrm>
          <a:prstGeom prst="roundRect">
            <a:avLst>
              <a:gd name="adj" fmla="val 14706"/>
            </a:avLst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B240E20-5575-4C52-BDC6-45BB6B97A95F}"/>
              </a:ext>
            </a:extLst>
          </p:cNvPr>
          <p:cNvSpPr>
            <a:spLocks noGrp="1"/>
          </p:cNvSpPr>
          <p:nvPr/>
        </p:nvSpPr>
        <p:spPr>
          <a:xfrm>
            <a:off x="523875" y="4762500"/>
            <a:ext cx="11029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중복 / 덮어쓰기 규칙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12397AA-A767-4D99-A5D4-B159387C863C}"/>
              </a:ext>
            </a:extLst>
          </p:cNvPr>
          <p:cNvSpPr>
            <a:spLocks noGrp="1"/>
          </p:cNvSpPr>
          <p:nvPr/>
        </p:nvSpPr>
        <p:spPr>
          <a:xfrm>
            <a:off x="457200" y="5181600"/>
            <a:ext cx="3621024" cy="685800"/>
          </a:xfrm>
          <a:prstGeom prst="roundRect">
            <a:avLst>
              <a:gd name="adj" fmla="val 9722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706638F-69AA-44BD-BC99-4514874C196D}"/>
              </a:ext>
            </a:extLst>
          </p:cNvPr>
          <p:cNvSpPr>
            <a:spLocks noGrp="1"/>
          </p:cNvSpPr>
          <p:nvPr/>
        </p:nvSpPr>
        <p:spPr>
          <a:xfrm>
            <a:off x="457200" y="5250561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5418F2C-7B26-4B0F-8952-D60F5DDF54CE}"/>
              </a:ext>
            </a:extLst>
          </p:cNvPr>
          <p:cNvSpPr>
            <a:spLocks noGrp="1"/>
          </p:cNvSpPr>
          <p:nvPr/>
        </p:nvSpPr>
        <p:spPr>
          <a:xfrm>
            <a:off x="572643" y="5364861"/>
            <a:ext cx="339013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우선순위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수중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독가스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연기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꽃가루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정상</a:t>
            </a:r>
            <a:endParaRPr sz="1000" b="1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849D4C82-EECC-4028-BFB4-83577C193EB3}"/>
              </a:ext>
            </a:extLst>
          </p:cNvPr>
          <p:cNvSpPr>
            <a:spLocks noGrp="1"/>
          </p:cNvSpPr>
          <p:nvPr/>
        </p:nvSpPr>
        <p:spPr>
          <a:xfrm>
            <a:off x="4228338" y="5181600"/>
            <a:ext cx="3621024" cy="685800"/>
          </a:xfrm>
          <a:prstGeom prst="roundRect">
            <a:avLst>
              <a:gd name="adj" fmla="val 9722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8B8F697-B17B-4975-B5D3-5DAE5A00547D}"/>
              </a:ext>
            </a:extLst>
          </p:cNvPr>
          <p:cNvSpPr>
            <a:spLocks noGrp="1"/>
          </p:cNvSpPr>
          <p:nvPr/>
        </p:nvSpPr>
        <p:spPr>
          <a:xfrm>
            <a:off x="4229100" y="5250561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347FB78-AC1F-4C50-A475-D830BA1DA07C}"/>
              </a:ext>
            </a:extLst>
          </p:cNvPr>
          <p:cNvSpPr>
            <a:spLocks noGrp="1"/>
          </p:cNvSpPr>
          <p:nvPr/>
        </p:nvSpPr>
        <p:spPr>
          <a:xfrm>
            <a:off x="4362831" y="5364861"/>
            <a:ext cx="335203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동일 단계 중복  안전 한계는 최저값 적용 · 자극도는 누적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0326957-1D8C-4B6A-8205-F4432892F103}"/>
              </a:ext>
            </a:extLst>
          </p:cNvPr>
          <p:cNvSpPr>
            <a:spLocks noGrp="1"/>
          </p:cNvSpPr>
          <p:nvPr/>
        </p:nvSpPr>
        <p:spPr>
          <a:xfrm>
            <a:off x="7999476" y="5181600"/>
            <a:ext cx="3621024" cy="685800"/>
          </a:xfrm>
          <a:prstGeom prst="roundRect">
            <a:avLst>
              <a:gd name="adj" fmla="val 9722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9994C3C-6228-4252-A68B-056346FA69AA}"/>
              </a:ext>
            </a:extLst>
          </p:cNvPr>
          <p:cNvSpPr>
            <a:spLocks noGrp="1"/>
          </p:cNvSpPr>
          <p:nvPr/>
        </p:nvSpPr>
        <p:spPr>
          <a:xfrm>
            <a:off x="7999476" y="5250561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21B9E7A-A1F0-45AC-8CEC-2460F02AE170}"/>
              </a:ext>
            </a:extLst>
          </p:cNvPr>
          <p:cNvSpPr>
            <a:spLocks noGrp="1"/>
          </p:cNvSpPr>
          <p:nvPr/>
        </p:nvSpPr>
        <p:spPr>
          <a:xfrm>
            <a:off x="8454390" y="5248275"/>
            <a:ext cx="244906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구역 이탈</a:t>
            </a:r>
            <a:r>
              <a:rPr lang="en-US"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</a:t>
            </a: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환경 효과 해제</a:t>
            </a:r>
            <a:r>
              <a:rPr lang="en-US"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.</a:t>
            </a:r>
          </a:p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이미 누적된 자극도는 시간에 따라 감소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BCDA269-C267-4BCE-BF56-2834A48C7F17}"/>
              </a:ext>
            </a:extLst>
          </p:cNvPr>
          <p:cNvSpPr>
            <a:spLocks noGrp="1"/>
          </p:cNvSpPr>
          <p:nvPr/>
        </p:nvSpPr>
        <p:spPr>
          <a:xfrm>
            <a:off x="457200" y="447675"/>
            <a:ext cx="2542674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04  </a:t>
            </a:r>
            <a:r>
              <a:rPr lang="ko-KR" alt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연동</a:t>
            </a: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규칙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98414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직사각형 89">
            <a:extLst>
              <a:ext uri="{FF2B5EF4-FFF2-40B4-BE49-F238E27FC236}">
                <a16:creationId xmlns:a16="http://schemas.microsoft.com/office/drawing/2014/main" id="{6EB57ACE-C6F2-46FB-9D14-BB9F6FE590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9F3C63D-571C-4BCE-BC37-BC20612D7DCE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4C9F5D-6276-44A7-8958-15D82899D9E4}"/>
              </a:ext>
            </a:extLst>
          </p:cNvPr>
          <p:cNvSpPr>
            <a:spLocks noGrp="1"/>
          </p:cNvSpPr>
          <p:nvPr/>
        </p:nvSpPr>
        <p:spPr>
          <a:xfrm>
            <a:off x="514350" y="1447800"/>
            <a:ext cx="323850" cy="32385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10000"/>
              </a:lnSpc>
              <a:defRPr sz="1500" b="1">
                <a:solidFill>
                  <a:srgbClr val="FFFFFF"/>
                </a:solidFill>
              </a:defRPr>
            </a:pPr>
            <a:r>
              <a:rPr sz="15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1DF36B-299F-442D-9D53-7796E8E54CF9}"/>
              </a:ext>
            </a:extLst>
          </p:cNvPr>
          <p:cNvSpPr>
            <a:spLocks noGrp="1"/>
          </p:cNvSpPr>
          <p:nvPr/>
        </p:nvSpPr>
        <p:spPr>
          <a:xfrm>
            <a:off x="933450" y="14097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l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 전이 흐름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059CE5-956D-4785-899E-8D05041CC266}"/>
              </a:ext>
            </a:extLst>
          </p:cNvPr>
          <p:cNvSpPr>
            <a:spLocks noGrp="1"/>
          </p:cNvSpPr>
          <p:nvPr/>
        </p:nvSpPr>
        <p:spPr>
          <a:xfrm>
            <a:off x="933450" y="1822355"/>
            <a:ext cx="301511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500" lnSpcReduction="20000"/>
          </a:bodyPr>
          <a:lstStyle/>
          <a:p>
            <a:pPr algn="l">
              <a:lnSpc>
                <a:spcPct val="16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추가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기척을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끊으면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의심도가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감소해</a:t>
            </a:r>
            <a:endParaRPr lang="en-US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l">
              <a:lnSpc>
                <a:spcPct val="16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순찰로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복귀함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2771D2-050B-4655-9AE0-B68D44547AD2}"/>
              </a:ext>
            </a:extLst>
          </p:cNvPr>
          <p:cNvSpPr>
            <a:spLocks noGrp="1"/>
          </p:cNvSpPr>
          <p:nvPr/>
        </p:nvSpPr>
        <p:spPr>
          <a:xfrm>
            <a:off x="4725652" y="1781421"/>
            <a:ext cx="246959" cy="3006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972" lnSpcReduction="10000"/>
          </a:bodyPr>
          <a:lstStyle/>
          <a:p>
            <a:pPr algn="ctr">
              <a:lnSpc>
                <a:spcPct val="12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D60253-EB63-4ABB-8152-9300B5AC3EF3}"/>
              </a:ext>
            </a:extLst>
          </p:cNvPr>
          <p:cNvSpPr>
            <a:spLocks noGrp="1"/>
          </p:cNvSpPr>
          <p:nvPr/>
        </p:nvSpPr>
        <p:spPr>
          <a:xfrm>
            <a:off x="6375841" y="1781421"/>
            <a:ext cx="246959" cy="3006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972" lnSpcReduction="10000"/>
          </a:bodyPr>
          <a:lstStyle/>
          <a:p>
            <a:pPr algn="ctr">
              <a:lnSpc>
                <a:spcPct val="12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941F831-4AB3-4663-A646-A3DA7E32601E}"/>
              </a:ext>
            </a:extLst>
          </p:cNvPr>
          <p:cNvSpPr>
            <a:spLocks noGrp="1"/>
          </p:cNvSpPr>
          <p:nvPr/>
        </p:nvSpPr>
        <p:spPr>
          <a:xfrm>
            <a:off x="8039068" y="1780348"/>
            <a:ext cx="246959" cy="3006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972" lnSpcReduction="10000"/>
          </a:bodyPr>
          <a:lstStyle/>
          <a:p>
            <a:pPr algn="ctr">
              <a:lnSpc>
                <a:spcPct val="12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9D25AD7-90BA-4486-8A1F-707A5BBE3FD7}"/>
              </a:ext>
            </a:extLst>
          </p:cNvPr>
          <p:cNvSpPr>
            <a:spLocks noGrp="1"/>
          </p:cNvSpPr>
          <p:nvPr/>
        </p:nvSpPr>
        <p:spPr>
          <a:xfrm>
            <a:off x="9693129" y="1780348"/>
            <a:ext cx="246959" cy="3006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972" lnSpcReduction="10000"/>
          </a:bodyPr>
          <a:lstStyle/>
          <a:p>
            <a:pPr algn="ctr">
              <a:lnSpc>
                <a:spcPct val="12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DF2D9AD-C105-4282-B746-2BA83049A4C2}"/>
              </a:ext>
            </a:extLst>
          </p:cNvPr>
          <p:cNvSpPr>
            <a:spLocks noGrp="1"/>
          </p:cNvSpPr>
          <p:nvPr/>
        </p:nvSpPr>
        <p:spPr>
          <a:xfrm>
            <a:off x="514350" y="3124200"/>
            <a:ext cx="323850" cy="32385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10000"/>
              </a:lnSpc>
              <a:defRPr sz="1500" b="1">
                <a:solidFill>
                  <a:srgbClr val="FFFFFF"/>
                </a:solidFill>
              </a:defRPr>
            </a:pPr>
            <a:r>
              <a:rPr sz="15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D2035FC-75D1-4599-B0D7-43A6C747B2E9}"/>
              </a:ext>
            </a:extLst>
          </p:cNvPr>
          <p:cNvSpPr>
            <a:spLocks noGrp="1"/>
          </p:cNvSpPr>
          <p:nvPr/>
        </p:nvSpPr>
        <p:spPr>
          <a:xfrm>
            <a:off x="933450" y="30861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l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공간 예시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931D36A-9D7A-41AE-A5E4-280077871ED0}"/>
              </a:ext>
            </a:extLst>
          </p:cNvPr>
          <p:cNvSpPr>
            <a:spLocks noGrp="1"/>
          </p:cNvSpPr>
          <p:nvPr/>
        </p:nvSpPr>
        <p:spPr>
          <a:xfrm>
            <a:off x="933450" y="3495335"/>
            <a:ext cx="2150409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청각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범위와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시야·엄폐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관계에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따른</a:t>
            </a:r>
            <a:endParaRPr lang="en-US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판정</a:t>
            </a:r>
            <a:r>
              <a:rPr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예시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0DDDC44-8F59-4735-8F4E-7C239C33B8E0}"/>
              </a:ext>
            </a:extLst>
          </p:cNvPr>
          <p:cNvSpPr>
            <a:spLocks noGrp="1"/>
          </p:cNvSpPr>
          <p:nvPr/>
        </p:nvSpPr>
        <p:spPr>
          <a:xfrm>
            <a:off x="2222950" y="6012879"/>
            <a:ext cx="7746100" cy="360177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판정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기준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소음·발소리·충돌음은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별도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계산하며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소음과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겹치면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탐지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반경이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감소함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37D932E-9490-4B87-BAB5-65E7973634F3}"/>
              </a:ext>
            </a:extLst>
          </p:cNvPr>
          <p:cNvSpPr>
            <a:spLocks noGrp="1"/>
          </p:cNvSpPr>
          <p:nvPr/>
        </p:nvSpPr>
        <p:spPr>
          <a:xfrm>
            <a:off x="457200" y="366713"/>
            <a:ext cx="28575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05  </a:t>
            </a:r>
            <a:r>
              <a:rPr sz="20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</a:t>
            </a: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/ 적 AI </a:t>
            </a:r>
            <a:r>
              <a:rPr sz="20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규칙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3" name="Shape 4">
            <a:extLst>
              <a:ext uri="{FF2B5EF4-FFF2-40B4-BE49-F238E27FC236}">
                <a16:creationId xmlns:a16="http://schemas.microsoft.com/office/drawing/2014/main" id="{757FDA1E-13C2-4753-96A4-92FBA4DC76CE}"/>
              </a:ext>
            </a:extLst>
          </p:cNvPr>
          <p:cNvSpPr/>
          <p:nvPr/>
        </p:nvSpPr>
        <p:spPr>
          <a:xfrm>
            <a:off x="3352099" y="5303450"/>
            <a:ext cx="2480157" cy="187430"/>
          </a:xfrm>
          <a:prstGeom prst="roundRect">
            <a:avLst>
              <a:gd name="adj" fmla="val 7619"/>
            </a:avLst>
          </a:prstGeom>
          <a:solidFill>
            <a:srgbClr val="F7FDFA"/>
          </a:solidFill>
          <a:ln w="12700">
            <a:solidFill>
              <a:srgbClr val="84C4AC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349B3AC7-C90B-45C3-B4B4-CEC7D22463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1" r="50091" b="59334"/>
          <a:stretch/>
        </p:blipFill>
        <p:spPr>
          <a:xfrm>
            <a:off x="3447783" y="3324898"/>
            <a:ext cx="2288792" cy="1695572"/>
          </a:xfrm>
          <a:prstGeom prst="rect">
            <a:avLst/>
          </a:prstGeom>
        </p:spPr>
      </p:pic>
      <p:sp>
        <p:nvSpPr>
          <p:cNvPr id="95" name="Shape 4">
            <a:extLst>
              <a:ext uri="{FF2B5EF4-FFF2-40B4-BE49-F238E27FC236}">
                <a16:creationId xmlns:a16="http://schemas.microsoft.com/office/drawing/2014/main" id="{226ABB4C-ED36-41CA-B159-3F13B4921705}"/>
              </a:ext>
            </a:extLst>
          </p:cNvPr>
          <p:cNvSpPr/>
          <p:nvPr/>
        </p:nvSpPr>
        <p:spPr>
          <a:xfrm>
            <a:off x="3295650" y="2994958"/>
            <a:ext cx="2593057" cy="2585908"/>
          </a:xfrm>
          <a:prstGeom prst="roundRect">
            <a:avLst>
              <a:gd name="adj" fmla="val 3754"/>
            </a:avLst>
          </a:prstGeom>
          <a:noFill/>
          <a:ln w="12700">
            <a:solidFill>
              <a:srgbClr val="E7E9E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367FCF8B-0D5C-4486-BE0F-6DB8056CB6D2}"/>
              </a:ext>
            </a:extLst>
          </p:cNvPr>
          <p:cNvSpPr/>
          <p:nvPr/>
        </p:nvSpPr>
        <p:spPr>
          <a:xfrm>
            <a:off x="4273216" y="3614751"/>
            <a:ext cx="1336697" cy="1336692"/>
          </a:xfrm>
          <a:prstGeom prst="ellipse">
            <a:avLst/>
          </a:prstGeom>
          <a:solidFill>
            <a:srgbClr val="F6C579">
              <a:alpha val="29804"/>
            </a:srgbClr>
          </a:solidFill>
          <a:ln>
            <a:solidFill>
              <a:srgbClr val="F6C5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89D0E425-D7A3-4E7E-BE50-1D6A504A6499}"/>
              </a:ext>
            </a:extLst>
          </p:cNvPr>
          <p:cNvSpPr/>
          <p:nvPr/>
        </p:nvSpPr>
        <p:spPr>
          <a:xfrm>
            <a:off x="4861713" y="4198119"/>
            <a:ext cx="169208" cy="169208"/>
          </a:xfrm>
          <a:prstGeom prst="rect">
            <a:avLst/>
          </a:prstGeom>
          <a:solidFill>
            <a:srgbClr val="F8CCCF"/>
          </a:solidFill>
          <a:ln>
            <a:solidFill>
              <a:srgbClr val="EE89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6C37814-2736-4A08-A850-A6A37BB44116}"/>
              </a:ext>
            </a:extLst>
          </p:cNvPr>
          <p:cNvSpPr txBox="1"/>
          <p:nvPr/>
        </p:nvSpPr>
        <p:spPr>
          <a:xfrm>
            <a:off x="3658889" y="3045111"/>
            <a:ext cx="186657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범위 겹침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5CD50E5F-E34A-4A03-BC32-B7B7D8ECA260}"/>
              </a:ext>
            </a:extLst>
          </p:cNvPr>
          <p:cNvSpPr/>
          <p:nvPr/>
        </p:nvSpPr>
        <p:spPr>
          <a:xfrm>
            <a:off x="3438221" y="3064713"/>
            <a:ext cx="220148" cy="220148"/>
          </a:xfrm>
          <a:prstGeom prst="ellipse">
            <a:avLst/>
          </a:prstGeom>
          <a:solidFill>
            <a:srgbClr val="84C4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C754C6-72EC-482F-BBF7-D1284A9CB8BD}"/>
              </a:ext>
            </a:extLst>
          </p:cNvPr>
          <p:cNvSpPr txBox="1"/>
          <p:nvPr/>
        </p:nvSpPr>
        <p:spPr>
          <a:xfrm>
            <a:off x="3506208" y="5060507"/>
            <a:ext cx="133911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플레이어 소음 범위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F6AF9397-49FC-4722-B53B-D97918F6E4F3}"/>
              </a:ext>
            </a:extLst>
          </p:cNvPr>
          <p:cNvSpPr/>
          <p:nvPr/>
        </p:nvSpPr>
        <p:spPr>
          <a:xfrm flipV="1">
            <a:off x="3438221" y="5115631"/>
            <a:ext cx="135974" cy="135974"/>
          </a:xfrm>
          <a:prstGeom prst="ellipse">
            <a:avLst/>
          </a:prstGeom>
          <a:solidFill>
            <a:srgbClr val="89D3C6">
              <a:alpha val="29804"/>
            </a:srgbClr>
          </a:solidFill>
          <a:ln>
            <a:solidFill>
              <a:srgbClr val="89D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8E33E34E-A450-4424-A824-F7251053D506}"/>
              </a:ext>
            </a:extLst>
          </p:cNvPr>
          <p:cNvSpPr/>
          <p:nvPr/>
        </p:nvSpPr>
        <p:spPr>
          <a:xfrm>
            <a:off x="4791086" y="5115630"/>
            <a:ext cx="135975" cy="135974"/>
          </a:xfrm>
          <a:prstGeom prst="ellipse">
            <a:avLst/>
          </a:prstGeom>
          <a:solidFill>
            <a:srgbClr val="F6C579">
              <a:alpha val="29804"/>
            </a:srgbClr>
          </a:solidFill>
          <a:ln>
            <a:solidFill>
              <a:srgbClr val="F6C5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5E23CA1-9D7F-4144-BDED-8C86151A83F4}"/>
              </a:ext>
            </a:extLst>
          </p:cNvPr>
          <p:cNvSpPr txBox="1"/>
          <p:nvPr/>
        </p:nvSpPr>
        <p:spPr>
          <a:xfrm>
            <a:off x="4861714" y="5060507"/>
            <a:ext cx="95222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적 탐지 범위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510472D-BAC4-43A4-AF0E-B9746277DC76}"/>
              </a:ext>
            </a:extLst>
          </p:cNvPr>
          <p:cNvSpPr txBox="1"/>
          <p:nvPr/>
        </p:nvSpPr>
        <p:spPr>
          <a:xfrm>
            <a:off x="4001734" y="5226953"/>
            <a:ext cx="1171700" cy="29341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청각 감지 발생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Shape 4">
            <a:extLst>
              <a:ext uri="{FF2B5EF4-FFF2-40B4-BE49-F238E27FC236}">
                <a16:creationId xmlns:a16="http://schemas.microsoft.com/office/drawing/2014/main" id="{98846CFC-5F86-4A07-A12F-320B7E4C2A9F}"/>
              </a:ext>
            </a:extLst>
          </p:cNvPr>
          <p:cNvSpPr/>
          <p:nvPr/>
        </p:nvSpPr>
        <p:spPr>
          <a:xfrm>
            <a:off x="6085999" y="5302360"/>
            <a:ext cx="2480157" cy="187430"/>
          </a:xfrm>
          <a:prstGeom prst="roundRect">
            <a:avLst>
              <a:gd name="adj" fmla="val 7619"/>
            </a:avLst>
          </a:prstGeom>
          <a:solidFill>
            <a:srgbClr val="F9F5FD"/>
          </a:solidFill>
          <a:ln w="12700">
            <a:solidFill>
              <a:srgbClr val="967EC4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834C9A6F-D5B7-4F0E-9A3C-1EE54C46A7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1" r="50091" b="59334"/>
          <a:stretch/>
        </p:blipFill>
        <p:spPr>
          <a:xfrm>
            <a:off x="6183411" y="3324898"/>
            <a:ext cx="2288792" cy="1695572"/>
          </a:xfrm>
          <a:prstGeom prst="rect">
            <a:avLst/>
          </a:prstGeom>
        </p:spPr>
      </p:pic>
      <p:sp>
        <p:nvSpPr>
          <p:cNvPr id="109" name="Shape 4">
            <a:extLst>
              <a:ext uri="{FF2B5EF4-FFF2-40B4-BE49-F238E27FC236}">
                <a16:creationId xmlns:a16="http://schemas.microsoft.com/office/drawing/2014/main" id="{7D441702-2AF5-49ED-B4ED-B96916EB85B7}"/>
              </a:ext>
            </a:extLst>
          </p:cNvPr>
          <p:cNvSpPr/>
          <p:nvPr/>
        </p:nvSpPr>
        <p:spPr>
          <a:xfrm>
            <a:off x="6031278" y="2994958"/>
            <a:ext cx="2593057" cy="2585908"/>
          </a:xfrm>
          <a:prstGeom prst="roundRect">
            <a:avLst>
              <a:gd name="adj" fmla="val 3754"/>
            </a:avLst>
          </a:prstGeom>
          <a:noFill/>
          <a:ln w="12700">
            <a:solidFill>
              <a:srgbClr val="E7E9E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AE2F64D4-F9DF-42C6-A3BB-AE4E7C662BDF}"/>
              </a:ext>
            </a:extLst>
          </p:cNvPr>
          <p:cNvSpPr/>
          <p:nvPr/>
        </p:nvSpPr>
        <p:spPr>
          <a:xfrm>
            <a:off x="6173849" y="3064549"/>
            <a:ext cx="220148" cy="220148"/>
          </a:xfrm>
          <a:prstGeom prst="ellipse">
            <a:avLst/>
          </a:prstGeom>
          <a:solidFill>
            <a:srgbClr val="967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10F1376-2997-47C3-A254-A24888E72EC8}"/>
              </a:ext>
            </a:extLst>
          </p:cNvPr>
          <p:cNvSpPr txBox="1"/>
          <p:nvPr/>
        </p:nvSpPr>
        <p:spPr>
          <a:xfrm>
            <a:off x="6283923" y="5057972"/>
            <a:ext cx="104215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적 조사 범위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1231A13-A0DD-4353-A7EF-CF44A7BF7F96}"/>
              </a:ext>
            </a:extLst>
          </p:cNvPr>
          <p:cNvSpPr txBox="1"/>
          <p:nvPr/>
        </p:nvSpPr>
        <p:spPr>
          <a:xfrm>
            <a:off x="7516600" y="5060506"/>
            <a:ext cx="113349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적 이동 경로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B552B1E-3C4A-4235-9C27-3C9879402D20}"/>
              </a:ext>
            </a:extLst>
          </p:cNvPr>
          <p:cNvSpPr txBox="1"/>
          <p:nvPr/>
        </p:nvSpPr>
        <p:spPr>
          <a:xfrm>
            <a:off x="6740228" y="5226953"/>
            <a:ext cx="1171700" cy="29341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소리 위치 조사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92C5127-4D87-43FD-8632-4D4F898826D8}"/>
              </a:ext>
            </a:extLst>
          </p:cNvPr>
          <p:cNvSpPr txBox="1"/>
          <p:nvPr/>
        </p:nvSpPr>
        <p:spPr>
          <a:xfrm>
            <a:off x="6385085" y="3037403"/>
            <a:ext cx="196317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조사 단계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F7D3794-2B55-479C-8C96-B1F8B9DFFFC0}"/>
              </a:ext>
            </a:extLst>
          </p:cNvPr>
          <p:cNvSpPr txBox="1"/>
          <p:nvPr/>
        </p:nvSpPr>
        <p:spPr>
          <a:xfrm>
            <a:off x="6292988" y="4024546"/>
            <a:ext cx="77711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소음 발생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지점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DEA472C6-A258-4FFD-8EE6-F9233A7B6225}"/>
              </a:ext>
            </a:extLst>
          </p:cNvPr>
          <p:cNvSpPr/>
          <p:nvPr/>
        </p:nvSpPr>
        <p:spPr>
          <a:xfrm>
            <a:off x="6185845" y="5107968"/>
            <a:ext cx="146231" cy="146230"/>
          </a:xfrm>
          <a:prstGeom prst="ellipse">
            <a:avLst/>
          </a:prstGeom>
          <a:noFill/>
          <a:ln>
            <a:solidFill>
              <a:srgbClr val="F6C5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AD3AA24B-2D1E-4034-A321-49C8A1CC5CC5}"/>
              </a:ext>
            </a:extLst>
          </p:cNvPr>
          <p:cNvCxnSpPr>
            <a:cxnSpLocks/>
          </p:cNvCxnSpPr>
          <p:nvPr/>
        </p:nvCxnSpPr>
        <p:spPr>
          <a:xfrm flipH="1">
            <a:off x="7366670" y="5176745"/>
            <a:ext cx="208407" cy="0"/>
          </a:xfrm>
          <a:prstGeom prst="straightConnector1">
            <a:avLst/>
          </a:prstGeom>
          <a:ln w="12700">
            <a:solidFill>
              <a:srgbClr val="F6C57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>
            <a:extLst>
              <a:ext uri="{FF2B5EF4-FFF2-40B4-BE49-F238E27FC236}">
                <a16:creationId xmlns:a16="http://schemas.microsoft.com/office/drawing/2014/main" id="{D2D1C2CA-DBEC-438A-BB07-9E8ED47C0EFD}"/>
              </a:ext>
            </a:extLst>
          </p:cNvPr>
          <p:cNvSpPr/>
          <p:nvPr/>
        </p:nvSpPr>
        <p:spPr>
          <a:xfrm flipV="1">
            <a:off x="3626511" y="3759649"/>
            <a:ext cx="917617" cy="917617"/>
          </a:xfrm>
          <a:prstGeom prst="ellipse">
            <a:avLst/>
          </a:prstGeom>
          <a:solidFill>
            <a:srgbClr val="89D3C6">
              <a:alpha val="29804"/>
            </a:srgbClr>
          </a:solidFill>
          <a:ln>
            <a:solidFill>
              <a:srgbClr val="89D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339C8DE4-9DA6-4E92-90B4-C06B3FCA8E5A}"/>
              </a:ext>
            </a:extLst>
          </p:cNvPr>
          <p:cNvSpPr/>
          <p:nvPr/>
        </p:nvSpPr>
        <p:spPr>
          <a:xfrm>
            <a:off x="4021557" y="4153730"/>
            <a:ext cx="129453" cy="129453"/>
          </a:xfrm>
          <a:prstGeom prst="ellipse">
            <a:avLst/>
          </a:prstGeom>
          <a:solidFill>
            <a:srgbClr val="BCDAF6"/>
          </a:solidFill>
          <a:ln>
            <a:solidFill>
              <a:srgbClr val="78B5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3B7EBF8-57CD-3027-3F3B-BED99A5704FB}"/>
              </a:ext>
            </a:extLst>
          </p:cNvPr>
          <p:cNvSpPr/>
          <p:nvPr/>
        </p:nvSpPr>
        <p:spPr>
          <a:xfrm flipV="1">
            <a:off x="6550604" y="3679132"/>
            <a:ext cx="273842" cy="273842"/>
          </a:xfrm>
          <a:prstGeom prst="ellipse">
            <a:avLst/>
          </a:prstGeom>
          <a:noFill/>
          <a:ln>
            <a:solidFill>
              <a:srgbClr val="89D3C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548A083-C694-9F81-BC3B-9821B117470B}"/>
              </a:ext>
            </a:extLst>
          </p:cNvPr>
          <p:cNvSpPr/>
          <p:nvPr/>
        </p:nvSpPr>
        <p:spPr>
          <a:xfrm>
            <a:off x="6622800" y="3756113"/>
            <a:ext cx="129453" cy="129453"/>
          </a:xfrm>
          <a:prstGeom prst="ellipse">
            <a:avLst/>
          </a:prstGeom>
          <a:solidFill>
            <a:srgbClr val="BCDAF6"/>
          </a:solidFill>
          <a:ln>
            <a:solidFill>
              <a:srgbClr val="78B5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D1501EB-A271-BC94-6BC8-75537A63B83F}"/>
              </a:ext>
            </a:extLst>
          </p:cNvPr>
          <p:cNvSpPr/>
          <p:nvPr/>
        </p:nvSpPr>
        <p:spPr>
          <a:xfrm flipV="1">
            <a:off x="6482684" y="3611032"/>
            <a:ext cx="409684" cy="409684"/>
          </a:xfrm>
          <a:prstGeom prst="ellipse">
            <a:avLst/>
          </a:prstGeom>
          <a:noFill/>
          <a:ln>
            <a:solidFill>
              <a:srgbClr val="89D3C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996E85F2-84F5-51BC-C769-DD63894DED57}"/>
              </a:ext>
            </a:extLst>
          </p:cNvPr>
          <p:cNvSpPr/>
          <p:nvPr/>
        </p:nvSpPr>
        <p:spPr>
          <a:xfrm>
            <a:off x="7023336" y="3619007"/>
            <a:ext cx="1322538" cy="1322533"/>
          </a:xfrm>
          <a:prstGeom prst="ellipse">
            <a:avLst/>
          </a:prstGeom>
          <a:noFill/>
          <a:ln>
            <a:solidFill>
              <a:srgbClr val="F6C5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48C66CF-EF3C-1930-69BB-AC91317AA88C}"/>
              </a:ext>
            </a:extLst>
          </p:cNvPr>
          <p:cNvCxnSpPr>
            <a:cxnSpLocks/>
          </p:cNvCxnSpPr>
          <p:nvPr/>
        </p:nvCxnSpPr>
        <p:spPr>
          <a:xfrm flipH="1" flipV="1">
            <a:off x="6975711" y="3952974"/>
            <a:ext cx="731417" cy="346510"/>
          </a:xfrm>
          <a:prstGeom prst="straightConnector1">
            <a:avLst/>
          </a:prstGeom>
          <a:ln w="12700">
            <a:solidFill>
              <a:srgbClr val="F6C57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9241A0E-E8B5-9424-0A0A-17692109FD63}"/>
              </a:ext>
            </a:extLst>
          </p:cNvPr>
          <p:cNvGrpSpPr/>
          <p:nvPr/>
        </p:nvGrpSpPr>
        <p:grpSpPr>
          <a:xfrm rot="20319293">
            <a:off x="6726748" y="3784859"/>
            <a:ext cx="207221" cy="207221"/>
            <a:chOff x="7301899" y="3782184"/>
            <a:chExt cx="145256" cy="145256"/>
          </a:xfrm>
        </p:grpSpPr>
        <p:sp>
          <p:nvSpPr>
            <p:cNvPr id="46" name="원호 45">
              <a:extLst>
                <a:ext uri="{FF2B5EF4-FFF2-40B4-BE49-F238E27FC236}">
                  <a16:creationId xmlns:a16="http://schemas.microsoft.com/office/drawing/2014/main" id="{D813DB76-4BB3-5BBE-814A-AFAEE59E2C51}"/>
                </a:ext>
              </a:extLst>
            </p:cNvPr>
            <p:cNvSpPr/>
            <p:nvPr/>
          </p:nvSpPr>
          <p:spPr>
            <a:xfrm rot="5400000">
              <a:off x="7301899" y="3782184"/>
              <a:ext cx="145256" cy="145256"/>
            </a:xfrm>
            <a:prstGeom prst="arc">
              <a:avLst/>
            </a:prstGeom>
            <a:ln cap="rnd">
              <a:solidFill>
                <a:srgbClr val="6DD9C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원호 48">
              <a:extLst>
                <a:ext uri="{FF2B5EF4-FFF2-40B4-BE49-F238E27FC236}">
                  <a16:creationId xmlns:a16="http://schemas.microsoft.com/office/drawing/2014/main" id="{EF4DCD3C-AFFD-5ABA-2501-28E3CE25D355}"/>
                </a:ext>
              </a:extLst>
            </p:cNvPr>
            <p:cNvSpPr/>
            <p:nvPr/>
          </p:nvSpPr>
          <p:spPr>
            <a:xfrm rot="5400000">
              <a:off x="7325153" y="3805437"/>
              <a:ext cx="96367" cy="96367"/>
            </a:xfrm>
            <a:prstGeom prst="arc">
              <a:avLst/>
            </a:prstGeom>
            <a:ln cap="rnd">
              <a:solidFill>
                <a:srgbClr val="6DD9C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원호 50">
              <a:extLst>
                <a:ext uri="{FF2B5EF4-FFF2-40B4-BE49-F238E27FC236}">
                  <a16:creationId xmlns:a16="http://schemas.microsoft.com/office/drawing/2014/main" id="{F8B261CF-7AF2-12CD-5741-7BEF96F7831F}"/>
                </a:ext>
              </a:extLst>
            </p:cNvPr>
            <p:cNvSpPr/>
            <p:nvPr/>
          </p:nvSpPr>
          <p:spPr>
            <a:xfrm rot="5400000">
              <a:off x="7346231" y="3826501"/>
              <a:ext cx="51855" cy="51855"/>
            </a:xfrm>
            <a:prstGeom prst="arc">
              <a:avLst/>
            </a:prstGeom>
            <a:ln cap="rnd">
              <a:solidFill>
                <a:srgbClr val="6DD9C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BBA8CC2C-06C0-8539-1AD2-7252148E373A}"/>
                </a:ext>
              </a:extLst>
            </p:cNvPr>
            <p:cNvSpPr/>
            <p:nvPr/>
          </p:nvSpPr>
          <p:spPr>
            <a:xfrm>
              <a:off x="7363158" y="3840383"/>
              <a:ext cx="18000" cy="18000"/>
            </a:xfrm>
            <a:prstGeom prst="ellipse">
              <a:avLst/>
            </a:prstGeom>
            <a:solidFill>
              <a:srgbClr val="6DD9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260C22B-C70F-129A-FA20-03B98F67E543}"/>
              </a:ext>
            </a:extLst>
          </p:cNvPr>
          <p:cNvSpPr/>
          <p:nvPr/>
        </p:nvSpPr>
        <p:spPr>
          <a:xfrm>
            <a:off x="7600001" y="4205966"/>
            <a:ext cx="169208" cy="169208"/>
          </a:xfrm>
          <a:prstGeom prst="rect">
            <a:avLst/>
          </a:prstGeom>
          <a:solidFill>
            <a:srgbClr val="F8CCCF"/>
          </a:solidFill>
          <a:ln>
            <a:solidFill>
              <a:srgbClr val="EE89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18070F26-F60A-EAE1-9C5D-1FB6DA85877F}"/>
              </a:ext>
            </a:extLst>
          </p:cNvPr>
          <p:cNvSpPr/>
          <p:nvPr/>
        </p:nvSpPr>
        <p:spPr>
          <a:xfrm>
            <a:off x="8818801" y="5302360"/>
            <a:ext cx="2480157" cy="187430"/>
          </a:xfrm>
          <a:prstGeom prst="roundRect">
            <a:avLst>
              <a:gd name="adj" fmla="val 7619"/>
            </a:avLst>
          </a:prstGeom>
          <a:solidFill>
            <a:srgbClr val="F8D49B">
              <a:alpha val="30000"/>
            </a:srgbClr>
          </a:solidFill>
          <a:ln w="12700">
            <a:solidFill>
              <a:srgbClr val="F8D49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6FC1F4D8-5D6F-0E19-C29A-8C2EBB658B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1" r="50091" b="59334"/>
          <a:stretch/>
        </p:blipFill>
        <p:spPr>
          <a:xfrm>
            <a:off x="8916213" y="3324898"/>
            <a:ext cx="2288792" cy="1695572"/>
          </a:xfrm>
          <a:prstGeom prst="rect">
            <a:avLst/>
          </a:prstGeom>
        </p:spPr>
      </p:pic>
      <p:sp>
        <p:nvSpPr>
          <p:cNvPr id="59" name="Shape 4">
            <a:extLst>
              <a:ext uri="{FF2B5EF4-FFF2-40B4-BE49-F238E27FC236}">
                <a16:creationId xmlns:a16="http://schemas.microsoft.com/office/drawing/2014/main" id="{8796A6A7-4E5A-248B-7E21-989C140934BF}"/>
              </a:ext>
            </a:extLst>
          </p:cNvPr>
          <p:cNvSpPr/>
          <p:nvPr/>
        </p:nvSpPr>
        <p:spPr>
          <a:xfrm>
            <a:off x="8764080" y="2994958"/>
            <a:ext cx="2593057" cy="2585908"/>
          </a:xfrm>
          <a:prstGeom prst="roundRect">
            <a:avLst>
              <a:gd name="adj" fmla="val 3754"/>
            </a:avLst>
          </a:prstGeom>
          <a:noFill/>
          <a:ln w="12700">
            <a:solidFill>
              <a:srgbClr val="E7E9EB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20A9190-B235-3638-F924-C51BBFB8D193}"/>
              </a:ext>
            </a:extLst>
          </p:cNvPr>
          <p:cNvSpPr/>
          <p:nvPr/>
        </p:nvSpPr>
        <p:spPr>
          <a:xfrm>
            <a:off x="8906651" y="3064549"/>
            <a:ext cx="220148" cy="220148"/>
          </a:xfrm>
          <a:prstGeom prst="ellipse">
            <a:avLst/>
          </a:prstGeom>
          <a:solidFill>
            <a:srgbClr val="F8D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6C89CB-B87B-487D-F921-279D1425B80A}"/>
              </a:ext>
            </a:extLst>
          </p:cNvPr>
          <p:cNvSpPr txBox="1"/>
          <p:nvPr/>
        </p:nvSpPr>
        <p:spPr>
          <a:xfrm>
            <a:off x="9016725" y="5057972"/>
            <a:ext cx="1042155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 시야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ACBB52-99FE-FBC1-4E71-8270539FBCCF}"/>
              </a:ext>
            </a:extLst>
          </p:cNvPr>
          <p:cNvSpPr txBox="1"/>
          <p:nvPr/>
        </p:nvSpPr>
        <p:spPr>
          <a:xfrm>
            <a:off x="10249402" y="5060506"/>
            <a:ext cx="113349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적 시야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6C374F-EB6E-3EE4-D9DA-AD647EA43EFF}"/>
              </a:ext>
            </a:extLst>
          </p:cNvPr>
          <p:cNvSpPr txBox="1"/>
          <p:nvPr/>
        </p:nvSpPr>
        <p:spPr>
          <a:xfrm>
            <a:off x="9117887" y="3037403"/>
            <a:ext cx="196317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엄폐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/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 발견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678816-1C8D-72FD-A73B-BD3E4EBA739B}"/>
              </a:ext>
            </a:extLst>
          </p:cNvPr>
          <p:cNvSpPr txBox="1"/>
          <p:nvPr/>
        </p:nvSpPr>
        <p:spPr>
          <a:xfrm>
            <a:off x="8964142" y="4529561"/>
            <a:ext cx="77711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플레이어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640420CD-4AA6-B15B-AA33-A381B0D08769}"/>
              </a:ext>
            </a:extLst>
          </p:cNvPr>
          <p:cNvCxnSpPr>
            <a:cxnSpLocks/>
          </p:cNvCxnSpPr>
          <p:nvPr/>
        </p:nvCxnSpPr>
        <p:spPr>
          <a:xfrm flipH="1">
            <a:off x="10175875" y="5176745"/>
            <a:ext cx="132004" cy="0"/>
          </a:xfrm>
          <a:prstGeom prst="straightConnector1">
            <a:avLst/>
          </a:prstGeom>
          <a:ln w="12700">
            <a:solidFill>
              <a:srgbClr val="F6C579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2A3A3F7-E0AD-F290-29F5-6FFC47C7EAE8}"/>
              </a:ext>
            </a:extLst>
          </p:cNvPr>
          <p:cNvSpPr/>
          <p:nvPr/>
        </p:nvSpPr>
        <p:spPr>
          <a:xfrm>
            <a:off x="10528048" y="3731270"/>
            <a:ext cx="169208" cy="169208"/>
          </a:xfrm>
          <a:prstGeom prst="rect">
            <a:avLst/>
          </a:prstGeom>
          <a:solidFill>
            <a:srgbClr val="F8CCCF"/>
          </a:solidFill>
          <a:ln>
            <a:solidFill>
              <a:srgbClr val="EE89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B74D533E-8A99-733A-9FD6-A1E16A77A05D}"/>
              </a:ext>
            </a:extLst>
          </p:cNvPr>
          <p:cNvSpPr/>
          <p:nvPr/>
        </p:nvSpPr>
        <p:spPr>
          <a:xfrm>
            <a:off x="4947157" y="1447800"/>
            <a:ext cx="1455457" cy="944885"/>
          </a:xfrm>
          <a:prstGeom prst="roundRect">
            <a:avLst>
              <a:gd name="adj" fmla="val 9314"/>
            </a:avLst>
          </a:prstGeom>
          <a:solidFill>
            <a:srgbClr val="EDE4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소음 감지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ysClr val="windowText" lastClr="000000"/>
                </a:solidFill>
              </a:rPr>
              <a:t>발생 위치 기록</a:t>
            </a: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C73C3A9B-E5B9-5DC6-25F8-162463F90C95}"/>
              </a:ext>
            </a:extLst>
          </p:cNvPr>
          <p:cNvSpPr/>
          <p:nvPr/>
        </p:nvSpPr>
        <p:spPr>
          <a:xfrm>
            <a:off x="3295650" y="1447800"/>
            <a:ext cx="1455457" cy="944885"/>
          </a:xfrm>
          <a:prstGeom prst="roundRect">
            <a:avLst>
              <a:gd name="adj" fmla="val 9314"/>
            </a:avLst>
          </a:prstGeom>
          <a:solidFill>
            <a:srgbClr val="D9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 err="1">
                <a:solidFill>
                  <a:sysClr val="windowText" lastClr="000000"/>
                </a:solidFill>
              </a:rPr>
              <a:t>미탐지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ysClr val="windowText" lastClr="000000"/>
                </a:solidFill>
              </a:rPr>
              <a:t>평상시 순찰</a:t>
            </a: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904E3BEE-932F-8A2F-B4F5-7AE1F7967B28}"/>
              </a:ext>
            </a:extLst>
          </p:cNvPr>
          <p:cNvSpPr/>
          <p:nvPr/>
        </p:nvSpPr>
        <p:spPr>
          <a:xfrm>
            <a:off x="8250172" y="1450975"/>
            <a:ext cx="1455457" cy="944885"/>
          </a:xfrm>
          <a:prstGeom prst="roundRect">
            <a:avLst>
              <a:gd name="adj" fmla="val 9314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위치 조사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ysClr val="windowText" lastClr="000000"/>
                </a:solidFill>
              </a:rPr>
              <a:t>소리 위치 확인</a:t>
            </a: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C5D9DC01-CFCF-5986-FFF7-5D855112EDE7}"/>
              </a:ext>
            </a:extLst>
          </p:cNvPr>
          <p:cNvSpPr/>
          <p:nvPr/>
        </p:nvSpPr>
        <p:spPr>
          <a:xfrm>
            <a:off x="9901680" y="1452563"/>
            <a:ext cx="1455457" cy="944885"/>
          </a:xfrm>
          <a:prstGeom prst="roundRect">
            <a:avLst>
              <a:gd name="adj" fmla="val 9314"/>
            </a:avLst>
          </a:prstGeom>
          <a:solidFill>
            <a:srgbClr val="FFE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발견 </a:t>
            </a:r>
            <a:r>
              <a:rPr lang="en-US" altLang="ko-KR" sz="1000" b="1" dirty="0">
                <a:solidFill>
                  <a:sysClr val="windowText" lastClr="000000"/>
                </a:solidFill>
              </a:rPr>
              <a:t>/ </a:t>
            </a:r>
            <a:r>
              <a:rPr lang="ko-KR" altLang="en-US" sz="1000" b="1" dirty="0">
                <a:solidFill>
                  <a:sysClr val="windowText" lastClr="000000"/>
                </a:solidFill>
              </a:rPr>
              <a:t>추격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ysClr val="windowText" lastClr="000000"/>
                </a:solidFill>
              </a:rPr>
              <a:t>시야 확보 시 공격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E1B017D1-D89B-7D51-2951-C37F840D7016}"/>
              </a:ext>
            </a:extLst>
          </p:cNvPr>
          <p:cNvSpPr/>
          <p:nvPr/>
        </p:nvSpPr>
        <p:spPr>
          <a:xfrm>
            <a:off x="6598665" y="1450975"/>
            <a:ext cx="1455457" cy="944885"/>
          </a:xfrm>
          <a:prstGeom prst="roundRect">
            <a:avLst>
              <a:gd name="adj" fmla="val 9314"/>
            </a:avLst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의심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ysClr val="windowText" lastClr="000000"/>
                </a:solidFill>
              </a:rPr>
              <a:t>낮은 의심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DB020E3-D5E9-3DFE-2091-EC491A7C521F}"/>
              </a:ext>
            </a:extLst>
          </p:cNvPr>
          <p:cNvSpPr txBox="1"/>
          <p:nvPr/>
        </p:nvSpPr>
        <p:spPr>
          <a:xfrm>
            <a:off x="8734864" y="5226953"/>
            <a:ext cx="2648032" cy="29341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엄폐물 </a:t>
            </a:r>
            <a:r>
              <a:rPr lang="ko-KR" altLang="en-US" sz="1000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있음→</a:t>
            </a:r>
            <a:r>
              <a:rPr lang="ko-KR" altLang="en-US" sz="1000" dirty="0" err="1">
                <a:solidFill>
                  <a:srgbClr val="1A6DB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미발견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 ｜ 시야 </a:t>
            </a:r>
            <a:r>
              <a:rPr lang="ko-KR" altLang="en-US" sz="1000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확보→</a:t>
            </a:r>
            <a:r>
              <a:rPr lang="ko-KR" altLang="en-US" sz="1000" dirty="0" err="1">
                <a:solidFill>
                  <a:srgbClr val="C91D2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추격</a:t>
            </a:r>
            <a:endParaRPr lang="en-US" altLang="ko-KR" sz="1000" dirty="0">
              <a:solidFill>
                <a:srgbClr val="C91D2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FBCA5BF4-52C1-5362-CBA7-4C051A9868E3}"/>
              </a:ext>
            </a:extLst>
          </p:cNvPr>
          <p:cNvSpPr/>
          <p:nvPr/>
        </p:nvSpPr>
        <p:spPr>
          <a:xfrm flipV="1">
            <a:off x="9214986" y="4207846"/>
            <a:ext cx="273842" cy="273842"/>
          </a:xfrm>
          <a:prstGeom prst="ellipse">
            <a:avLst/>
          </a:prstGeom>
          <a:noFill/>
          <a:ln>
            <a:solidFill>
              <a:srgbClr val="89D3C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615E2F2B-48EB-F096-696D-D4EF5F839A8E}"/>
              </a:ext>
            </a:extLst>
          </p:cNvPr>
          <p:cNvSpPr/>
          <p:nvPr/>
        </p:nvSpPr>
        <p:spPr>
          <a:xfrm>
            <a:off x="9287182" y="4284827"/>
            <a:ext cx="129453" cy="129453"/>
          </a:xfrm>
          <a:prstGeom prst="ellipse">
            <a:avLst/>
          </a:prstGeom>
          <a:solidFill>
            <a:srgbClr val="BCDAF6"/>
          </a:solidFill>
          <a:ln>
            <a:solidFill>
              <a:srgbClr val="78B5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13A12BAD-6097-92BD-8DB4-0B82E65BF3D0}"/>
              </a:ext>
            </a:extLst>
          </p:cNvPr>
          <p:cNvSpPr/>
          <p:nvPr/>
        </p:nvSpPr>
        <p:spPr>
          <a:xfrm flipV="1">
            <a:off x="9147066" y="4139746"/>
            <a:ext cx="409684" cy="409684"/>
          </a:xfrm>
          <a:prstGeom prst="ellipse">
            <a:avLst/>
          </a:prstGeom>
          <a:noFill/>
          <a:ln>
            <a:solidFill>
              <a:srgbClr val="89D3C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6A0A789A-6557-2405-78AB-D0F0C953BBCA}"/>
              </a:ext>
            </a:extLst>
          </p:cNvPr>
          <p:cNvSpPr/>
          <p:nvPr/>
        </p:nvSpPr>
        <p:spPr>
          <a:xfrm>
            <a:off x="9752138" y="3881134"/>
            <a:ext cx="261812" cy="659116"/>
          </a:xfrm>
          <a:prstGeom prst="rect">
            <a:avLst/>
          </a:prstGeom>
          <a:solidFill>
            <a:srgbClr val="B5B5B5"/>
          </a:solidFill>
          <a:ln>
            <a:solidFill>
              <a:srgbClr val="7979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9" name="그림 158">
            <a:extLst>
              <a:ext uri="{FF2B5EF4-FFF2-40B4-BE49-F238E27FC236}">
                <a16:creationId xmlns:a16="http://schemas.microsoft.com/office/drawing/2014/main" id="{3235E88E-D658-D1AC-8426-2AD12C5996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63" t="42138" r="4038" b="15904"/>
          <a:stretch>
            <a:fillRect/>
          </a:stretch>
        </p:blipFill>
        <p:spPr>
          <a:xfrm>
            <a:off x="5417584" y="3271785"/>
            <a:ext cx="3350827" cy="2877504"/>
          </a:xfrm>
          <a:prstGeom prst="rect">
            <a:avLst/>
          </a:prstGeom>
        </p:spPr>
      </p:pic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790A77B9-3266-16DD-05EE-1E658617EE66}"/>
              </a:ext>
            </a:extLst>
          </p:cNvPr>
          <p:cNvCxnSpPr>
            <a:cxnSpLocks/>
          </p:cNvCxnSpPr>
          <p:nvPr/>
        </p:nvCxnSpPr>
        <p:spPr>
          <a:xfrm flipH="1">
            <a:off x="8909863" y="5176745"/>
            <a:ext cx="165890" cy="0"/>
          </a:xfrm>
          <a:prstGeom prst="straightConnector1">
            <a:avLst/>
          </a:prstGeom>
          <a:ln w="12700">
            <a:solidFill>
              <a:srgbClr val="89D3C6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01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>
            <a:extLst>
              <a:ext uri="{FF2B5EF4-FFF2-40B4-BE49-F238E27FC236}">
                <a16:creationId xmlns:a16="http://schemas.microsoft.com/office/drawing/2014/main" id="{241AFEE7-B1DB-4024-B288-8DEF1257CD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2047B8B6-801B-477E-B342-1AA1071CBD5D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0299336-002D-40C9-A6CD-7D331BBA6BE1}"/>
              </a:ext>
            </a:extLst>
          </p:cNvPr>
          <p:cNvSpPr>
            <a:spLocks noGrp="1"/>
          </p:cNvSpPr>
          <p:nvPr/>
        </p:nvSpPr>
        <p:spPr>
          <a:xfrm>
            <a:off x="457200" y="347663"/>
            <a:ext cx="2895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05  시스템 플로우 차트</a:t>
            </a:r>
          </a:p>
        </p:txBody>
      </p:sp>
      <p:sp>
        <p:nvSpPr>
          <p:cNvPr id="84" name="Text 15">
            <a:extLst>
              <a:ext uri="{FF2B5EF4-FFF2-40B4-BE49-F238E27FC236}">
                <a16:creationId xmlns:a16="http://schemas.microsoft.com/office/drawing/2014/main" id="{DE9A7E39-5578-41AF-9048-4DFFACC445F9}"/>
              </a:ext>
            </a:extLst>
          </p:cNvPr>
          <p:cNvSpPr/>
          <p:nvPr/>
        </p:nvSpPr>
        <p:spPr>
          <a:xfrm>
            <a:off x="551790" y="1546674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플레이 시작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조작 가능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 15">
            <a:extLst>
              <a:ext uri="{FF2B5EF4-FFF2-40B4-BE49-F238E27FC236}">
                <a16:creationId xmlns:a16="http://schemas.microsoft.com/office/drawing/2014/main" id="{0B005191-7FAA-48BB-A107-9D1C2FF448C4}"/>
              </a:ext>
            </a:extLst>
          </p:cNvPr>
          <p:cNvSpPr/>
          <p:nvPr/>
        </p:nvSpPr>
        <p:spPr>
          <a:xfrm>
            <a:off x="1812742" y="1546674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들이마시기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입력 시작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순서도: 문서 85">
            <a:extLst>
              <a:ext uri="{FF2B5EF4-FFF2-40B4-BE49-F238E27FC236}">
                <a16:creationId xmlns:a16="http://schemas.microsoft.com/office/drawing/2014/main" id="{B7A879E0-825F-45EE-B3E5-502EF1A82C54}"/>
              </a:ext>
            </a:extLst>
          </p:cNvPr>
          <p:cNvSpPr/>
          <p:nvPr/>
        </p:nvSpPr>
        <p:spPr>
          <a:xfrm>
            <a:off x="3073694" y="1535444"/>
            <a:ext cx="1353312" cy="651309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공기 환경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호흡</a:t>
            </a:r>
          </a:p>
        </p:txBody>
      </p:sp>
      <p:sp>
        <p:nvSpPr>
          <p:cNvPr id="87" name="Text 14">
            <a:extLst>
              <a:ext uri="{FF2B5EF4-FFF2-40B4-BE49-F238E27FC236}">
                <a16:creationId xmlns:a16="http://schemas.microsoft.com/office/drawing/2014/main" id="{4E11CD25-811E-45CA-9868-C81087D525B6}"/>
              </a:ext>
            </a:extLst>
          </p:cNvPr>
          <p:cNvSpPr/>
          <p:nvPr/>
        </p:nvSpPr>
        <p:spPr>
          <a:xfrm>
            <a:off x="4734095" y="1449619"/>
            <a:ext cx="1353312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현재 공기가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정상적인가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Text 15">
            <a:extLst>
              <a:ext uri="{FF2B5EF4-FFF2-40B4-BE49-F238E27FC236}">
                <a16:creationId xmlns:a16="http://schemas.microsoft.com/office/drawing/2014/main" id="{2FA279F8-C121-44D0-854B-F8A24D2C7753}"/>
              </a:ext>
            </a:extLst>
          </p:cNvPr>
          <p:cNvSpPr/>
          <p:nvPr/>
        </p:nvSpPr>
        <p:spPr>
          <a:xfrm>
            <a:off x="6394496" y="1546674"/>
            <a:ext cx="2549011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입력 시간만큼 호흡 게이지 충전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원하는 지점에서 중단 가능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깊게 들이마실수록 더 많은 호흡 확보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순서도: 문서 88">
            <a:extLst>
              <a:ext uri="{FF2B5EF4-FFF2-40B4-BE49-F238E27FC236}">
                <a16:creationId xmlns:a16="http://schemas.microsoft.com/office/drawing/2014/main" id="{235719C2-2B9A-4ECF-850D-16841C195498}"/>
              </a:ext>
            </a:extLst>
          </p:cNvPr>
          <p:cNvSpPr/>
          <p:nvPr/>
        </p:nvSpPr>
        <p:spPr>
          <a:xfrm>
            <a:off x="9250596" y="1546674"/>
            <a:ext cx="1353312" cy="651309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 연출 출력</a:t>
            </a:r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33336B50-BCCB-4FE0-A938-01625CC4F888}"/>
              </a:ext>
            </a:extLst>
          </p:cNvPr>
          <p:cNvSpPr/>
          <p:nvPr/>
        </p:nvSpPr>
        <p:spPr>
          <a:xfrm>
            <a:off x="10910997" y="1529828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숨 참기 입력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상태 진입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Shape 6">
            <a:extLst>
              <a:ext uri="{FF2B5EF4-FFF2-40B4-BE49-F238E27FC236}">
                <a16:creationId xmlns:a16="http://schemas.microsoft.com/office/drawing/2014/main" id="{F639C1AB-C992-430A-AC7A-A4C6CDD58B78}"/>
              </a:ext>
            </a:extLst>
          </p:cNvPr>
          <p:cNvSpPr/>
          <p:nvPr/>
        </p:nvSpPr>
        <p:spPr>
          <a:xfrm>
            <a:off x="1505653" y="1863506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92" name="Shape 6">
            <a:extLst>
              <a:ext uri="{FF2B5EF4-FFF2-40B4-BE49-F238E27FC236}">
                <a16:creationId xmlns:a16="http://schemas.microsoft.com/office/drawing/2014/main" id="{0A11A9F0-DFC7-4761-8865-77D85E0647FF}"/>
              </a:ext>
            </a:extLst>
          </p:cNvPr>
          <p:cNvSpPr/>
          <p:nvPr/>
        </p:nvSpPr>
        <p:spPr>
          <a:xfrm>
            <a:off x="2766605" y="1887569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93" name="Shape 6">
            <a:extLst>
              <a:ext uri="{FF2B5EF4-FFF2-40B4-BE49-F238E27FC236}">
                <a16:creationId xmlns:a16="http://schemas.microsoft.com/office/drawing/2014/main" id="{F6A61CAF-9207-448F-9324-497DC6CC364D}"/>
              </a:ext>
            </a:extLst>
          </p:cNvPr>
          <p:cNvSpPr/>
          <p:nvPr/>
        </p:nvSpPr>
        <p:spPr>
          <a:xfrm>
            <a:off x="4427006" y="1887569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94" name="Shape 6">
            <a:extLst>
              <a:ext uri="{FF2B5EF4-FFF2-40B4-BE49-F238E27FC236}">
                <a16:creationId xmlns:a16="http://schemas.microsoft.com/office/drawing/2014/main" id="{F16D1D8A-8EC8-4D8B-9CA4-D3153D191E65}"/>
              </a:ext>
            </a:extLst>
          </p:cNvPr>
          <p:cNvSpPr/>
          <p:nvPr/>
        </p:nvSpPr>
        <p:spPr>
          <a:xfrm>
            <a:off x="6103406" y="1887569"/>
            <a:ext cx="307089" cy="0"/>
          </a:xfrm>
          <a:prstGeom prst="line">
            <a:avLst/>
          </a:prstGeom>
          <a:noFill/>
          <a:ln w="19050">
            <a:solidFill>
              <a:srgbClr val="46AFF0"/>
            </a:solidFill>
            <a:prstDash val="solid"/>
            <a:headEnd type="none"/>
            <a:tailEnd type="triangle"/>
          </a:ln>
        </p:spPr>
      </p:sp>
      <p:sp>
        <p:nvSpPr>
          <p:cNvPr id="95" name="Shape 6">
            <a:extLst>
              <a:ext uri="{FF2B5EF4-FFF2-40B4-BE49-F238E27FC236}">
                <a16:creationId xmlns:a16="http://schemas.microsoft.com/office/drawing/2014/main" id="{BF9AFFC6-7A85-4480-8167-F48318104CEA}"/>
              </a:ext>
            </a:extLst>
          </p:cNvPr>
          <p:cNvSpPr/>
          <p:nvPr/>
        </p:nvSpPr>
        <p:spPr>
          <a:xfrm>
            <a:off x="8943507" y="1887569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96" name="Shape 6">
            <a:extLst>
              <a:ext uri="{FF2B5EF4-FFF2-40B4-BE49-F238E27FC236}">
                <a16:creationId xmlns:a16="http://schemas.microsoft.com/office/drawing/2014/main" id="{7983CE49-DD5D-44B4-8DEA-25959E56A4C7}"/>
              </a:ext>
            </a:extLst>
          </p:cNvPr>
          <p:cNvSpPr/>
          <p:nvPr/>
        </p:nvSpPr>
        <p:spPr>
          <a:xfrm>
            <a:off x="10603908" y="1887569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97" name="Text 15">
            <a:extLst>
              <a:ext uri="{FF2B5EF4-FFF2-40B4-BE49-F238E27FC236}">
                <a16:creationId xmlns:a16="http://schemas.microsoft.com/office/drawing/2014/main" id="{02FB67E2-A1CD-41AC-A77D-080414BAE3B0}"/>
              </a:ext>
            </a:extLst>
          </p:cNvPr>
          <p:cNvSpPr/>
          <p:nvPr/>
        </p:nvSpPr>
        <p:spPr>
          <a:xfrm>
            <a:off x="9315849" y="2447036"/>
            <a:ext cx="2549011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호흡 소음 억제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+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호흡 게이지 지속 소모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 행동에 따라 소비 속도 변화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80550" algn="ctr"/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걷기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달리기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전력질주</a:t>
            </a: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Text 15">
            <a:extLst>
              <a:ext uri="{FF2B5EF4-FFF2-40B4-BE49-F238E27FC236}">
                <a16:creationId xmlns:a16="http://schemas.microsoft.com/office/drawing/2014/main" id="{D5947E74-7E09-4D6A-B6DF-DFAA0D5478E5}"/>
              </a:ext>
            </a:extLst>
          </p:cNvPr>
          <p:cNvSpPr/>
          <p:nvPr/>
        </p:nvSpPr>
        <p:spPr>
          <a:xfrm>
            <a:off x="3306044" y="2570845"/>
            <a:ext cx="2549011" cy="873494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algn="ctr">
              <a:buNone/>
            </a:pP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환경별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 들숨 규칙 적용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먼지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기침 위험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꽃가루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재채기 위험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연기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방해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독가스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피해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상태이상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 15">
            <a:extLst>
              <a:ext uri="{FF2B5EF4-FFF2-40B4-BE49-F238E27FC236}">
                <a16:creationId xmlns:a16="http://schemas.microsoft.com/office/drawing/2014/main" id="{0E608DAE-BA93-45AA-AC9F-9F58310226B1}"/>
              </a:ext>
            </a:extLst>
          </p:cNvPr>
          <p:cNvSpPr/>
          <p:nvPr/>
        </p:nvSpPr>
        <p:spPr>
          <a:xfrm>
            <a:off x="551790" y="2948955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다시 호흡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조작 가능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Text 14">
            <a:extLst>
              <a:ext uri="{FF2B5EF4-FFF2-40B4-BE49-F238E27FC236}">
                <a16:creationId xmlns:a16="http://schemas.microsoft.com/office/drawing/2014/main" id="{9AD80A58-2E6E-48C6-BFBD-F5555CAFEFB1}"/>
              </a:ext>
            </a:extLst>
          </p:cNvPr>
          <p:cNvSpPr/>
          <p:nvPr/>
        </p:nvSpPr>
        <p:spPr>
          <a:xfrm>
            <a:off x="350707" y="4351237"/>
            <a:ext cx="1353312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발생 소음이 적 탐지 기준 이상인가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순서도: 문서 100">
            <a:extLst>
              <a:ext uri="{FF2B5EF4-FFF2-40B4-BE49-F238E27FC236}">
                <a16:creationId xmlns:a16="http://schemas.microsoft.com/office/drawing/2014/main" id="{E5DE5BB5-EE9E-4D12-95D3-63386DFC3B0B}"/>
              </a:ext>
            </a:extLst>
          </p:cNvPr>
          <p:cNvSpPr/>
          <p:nvPr/>
        </p:nvSpPr>
        <p:spPr>
          <a:xfrm>
            <a:off x="2019465" y="4437062"/>
            <a:ext cx="1353312" cy="651309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공기 환경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호흡</a:t>
            </a:r>
          </a:p>
        </p:txBody>
      </p:sp>
      <p:sp>
        <p:nvSpPr>
          <p:cNvPr id="102" name="Shape 6">
            <a:extLst>
              <a:ext uri="{FF2B5EF4-FFF2-40B4-BE49-F238E27FC236}">
                <a16:creationId xmlns:a16="http://schemas.microsoft.com/office/drawing/2014/main" id="{1867E52B-7C16-46DC-A9F3-1A0704F32788}"/>
              </a:ext>
            </a:extLst>
          </p:cNvPr>
          <p:cNvSpPr/>
          <p:nvPr/>
        </p:nvSpPr>
        <p:spPr>
          <a:xfrm>
            <a:off x="1712376" y="4741059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triangle"/>
            <a:tailEnd type="none"/>
          </a:ln>
        </p:spPr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144A32E6-4D2C-4255-BF5E-7B92C34A6FE2}"/>
              </a:ext>
            </a:extLst>
          </p:cNvPr>
          <p:cNvSpPr/>
          <p:nvPr/>
        </p:nvSpPr>
        <p:spPr>
          <a:xfrm>
            <a:off x="3679866" y="4329579"/>
            <a:ext cx="2549011" cy="82296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현재 상태에 따라 호흡 소음 계산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짧은 날숨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작은 소음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거친 날숨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큰 소음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매우 큰 소음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Text 15">
            <a:extLst>
              <a:ext uri="{FF2B5EF4-FFF2-40B4-BE49-F238E27FC236}">
                <a16:creationId xmlns:a16="http://schemas.microsoft.com/office/drawing/2014/main" id="{0ED6C0A4-A38B-4402-AE75-D9B588436931}"/>
              </a:ext>
            </a:extLst>
          </p:cNvPr>
          <p:cNvSpPr/>
          <p:nvPr/>
        </p:nvSpPr>
        <p:spPr>
          <a:xfrm>
            <a:off x="6519849" y="4419816"/>
            <a:ext cx="2549011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내쉬기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호흡 회복 시작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필요한 양만 회복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회복 도중 다시 숨 참기 가능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Text 14">
            <a:extLst>
              <a:ext uri="{FF2B5EF4-FFF2-40B4-BE49-F238E27FC236}">
                <a16:creationId xmlns:a16="http://schemas.microsoft.com/office/drawing/2014/main" id="{CEED59E7-2FC8-4AE1-856A-5EFAF7A527DA}"/>
              </a:ext>
            </a:extLst>
          </p:cNvPr>
          <p:cNvSpPr/>
          <p:nvPr/>
        </p:nvSpPr>
        <p:spPr>
          <a:xfrm>
            <a:off x="9797690" y="3398217"/>
            <a:ext cx="1585328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호흡 게이지가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남았는가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Text 15">
            <a:extLst>
              <a:ext uri="{FF2B5EF4-FFF2-40B4-BE49-F238E27FC236}">
                <a16:creationId xmlns:a16="http://schemas.microsoft.com/office/drawing/2014/main" id="{596674FC-BCA5-4AFC-997B-23B45C6C6B5E}"/>
              </a:ext>
            </a:extLst>
          </p:cNvPr>
          <p:cNvSpPr/>
          <p:nvPr/>
        </p:nvSpPr>
        <p:spPr>
          <a:xfrm>
            <a:off x="8536738" y="3489657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숨 참기 상태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계속 유지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Shape 6">
            <a:extLst>
              <a:ext uri="{FF2B5EF4-FFF2-40B4-BE49-F238E27FC236}">
                <a16:creationId xmlns:a16="http://schemas.microsoft.com/office/drawing/2014/main" id="{B1DD116A-8509-4CC9-83D3-A493B8D65318}"/>
              </a:ext>
            </a:extLst>
          </p:cNvPr>
          <p:cNvSpPr/>
          <p:nvPr/>
        </p:nvSpPr>
        <p:spPr>
          <a:xfrm>
            <a:off x="9490601" y="3809697"/>
            <a:ext cx="307089" cy="0"/>
          </a:xfrm>
          <a:prstGeom prst="line">
            <a:avLst/>
          </a:prstGeom>
          <a:noFill/>
          <a:ln w="15240">
            <a:solidFill>
              <a:srgbClr val="46AFF0"/>
            </a:solidFill>
            <a:prstDash val="solid"/>
            <a:headEnd type="triangle"/>
            <a:tailEnd type="none"/>
          </a:ln>
        </p:spPr>
      </p:sp>
      <p:sp>
        <p:nvSpPr>
          <p:cNvPr id="108" name="Text 15">
            <a:extLst>
              <a:ext uri="{FF2B5EF4-FFF2-40B4-BE49-F238E27FC236}">
                <a16:creationId xmlns:a16="http://schemas.microsoft.com/office/drawing/2014/main" id="{C4E1B3D8-F7A5-4867-A14C-9A972346E6F9}"/>
              </a:ext>
            </a:extLst>
          </p:cNvPr>
          <p:cNvSpPr/>
          <p:nvPr/>
        </p:nvSpPr>
        <p:spPr>
          <a:xfrm>
            <a:off x="6654167" y="3489657"/>
            <a:ext cx="1573002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플레이어가 숨 참기 해제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내쉬기 시작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Shape 6">
            <a:extLst>
              <a:ext uri="{FF2B5EF4-FFF2-40B4-BE49-F238E27FC236}">
                <a16:creationId xmlns:a16="http://schemas.microsoft.com/office/drawing/2014/main" id="{9891D70C-4226-4EE0-85C9-F222BE5DBE8B}"/>
              </a:ext>
            </a:extLst>
          </p:cNvPr>
          <p:cNvSpPr/>
          <p:nvPr/>
        </p:nvSpPr>
        <p:spPr>
          <a:xfrm>
            <a:off x="8229649" y="3809697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triangle"/>
            <a:tailEnd type="none"/>
          </a:ln>
        </p:spPr>
      </p:sp>
      <p:sp>
        <p:nvSpPr>
          <p:cNvPr id="110" name="Shape 6">
            <a:extLst>
              <a:ext uri="{FF2B5EF4-FFF2-40B4-BE49-F238E27FC236}">
                <a16:creationId xmlns:a16="http://schemas.microsoft.com/office/drawing/2014/main" id="{579A26C6-6D25-4099-8F75-2CFB139E55A1}"/>
              </a:ext>
            </a:extLst>
          </p:cNvPr>
          <p:cNvSpPr/>
          <p:nvPr/>
        </p:nvSpPr>
        <p:spPr>
          <a:xfrm rot="5400000">
            <a:off x="10450364" y="3240661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5BCC90C3-7482-430B-9ECE-D9C7B1186A3B}"/>
              </a:ext>
            </a:extLst>
          </p:cNvPr>
          <p:cNvCxnSpPr>
            <a:cxnSpLocks/>
            <a:stCxn id="90" idx="2"/>
            <a:endCxn id="97" idx="0"/>
          </p:cNvCxnSpPr>
          <p:nvPr/>
        </p:nvCxnSpPr>
        <p:spPr>
          <a:xfrm rot="5400000">
            <a:off x="10850578" y="1909685"/>
            <a:ext cx="277128" cy="797574"/>
          </a:xfrm>
          <a:prstGeom prst="bentConnector3">
            <a:avLst/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Shape 6">
            <a:extLst>
              <a:ext uri="{FF2B5EF4-FFF2-40B4-BE49-F238E27FC236}">
                <a16:creationId xmlns:a16="http://schemas.microsoft.com/office/drawing/2014/main" id="{66AF860F-1299-4CF5-88C4-519F91A61053}"/>
              </a:ext>
            </a:extLst>
          </p:cNvPr>
          <p:cNvSpPr/>
          <p:nvPr/>
        </p:nvSpPr>
        <p:spPr>
          <a:xfrm rot="5400000">
            <a:off x="7336862" y="4283518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13" name="Shape 6">
            <a:extLst>
              <a:ext uri="{FF2B5EF4-FFF2-40B4-BE49-F238E27FC236}">
                <a16:creationId xmlns:a16="http://schemas.microsoft.com/office/drawing/2014/main" id="{0EF002A7-DC6A-4CAA-B31D-4B8004721FB6}"/>
              </a:ext>
            </a:extLst>
          </p:cNvPr>
          <p:cNvSpPr/>
          <p:nvPr/>
        </p:nvSpPr>
        <p:spPr>
          <a:xfrm>
            <a:off x="3372777" y="4706970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triangle"/>
            <a:tailEnd type="none"/>
          </a:ln>
        </p:spPr>
      </p:sp>
      <p:sp>
        <p:nvSpPr>
          <p:cNvPr id="114" name="Shape 6">
            <a:extLst>
              <a:ext uri="{FF2B5EF4-FFF2-40B4-BE49-F238E27FC236}">
                <a16:creationId xmlns:a16="http://schemas.microsoft.com/office/drawing/2014/main" id="{F27DFA0E-3497-4937-97FF-7F2E87BD07FD}"/>
              </a:ext>
            </a:extLst>
          </p:cNvPr>
          <p:cNvSpPr/>
          <p:nvPr/>
        </p:nvSpPr>
        <p:spPr>
          <a:xfrm>
            <a:off x="6212760" y="4741059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triangle"/>
            <a:tailEnd type="none"/>
          </a:ln>
        </p:spPr>
      </p: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A5003045-B6F1-4A13-9CDE-94DFECE59574}"/>
              </a:ext>
            </a:extLst>
          </p:cNvPr>
          <p:cNvCxnSpPr>
            <a:cxnSpLocks/>
            <a:stCxn id="99" idx="0"/>
            <a:endCxn id="85" idx="2"/>
          </p:cNvCxnSpPr>
          <p:nvPr/>
        </p:nvCxnSpPr>
        <p:spPr>
          <a:xfrm rot="5400000" flipH="1" flipV="1">
            <a:off x="1278098" y="1937379"/>
            <a:ext cx="762201" cy="1260952"/>
          </a:xfrm>
          <a:prstGeom prst="bentConnector3">
            <a:avLst>
              <a:gd name="adj1" fmla="val 50000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Shape 6">
            <a:extLst>
              <a:ext uri="{FF2B5EF4-FFF2-40B4-BE49-F238E27FC236}">
                <a16:creationId xmlns:a16="http://schemas.microsoft.com/office/drawing/2014/main" id="{525C733C-5A6E-407A-A074-9A7FDFB0ACAD}"/>
              </a:ext>
            </a:extLst>
          </p:cNvPr>
          <p:cNvSpPr/>
          <p:nvPr/>
        </p:nvSpPr>
        <p:spPr>
          <a:xfrm rot="16200000">
            <a:off x="657090" y="3959307"/>
            <a:ext cx="740545" cy="0"/>
          </a:xfrm>
          <a:prstGeom prst="line">
            <a:avLst/>
          </a:prstGeom>
          <a:noFill/>
          <a:ln w="19050">
            <a:solidFill>
              <a:srgbClr val="F77D7D"/>
            </a:solidFill>
            <a:prstDash val="solid"/>
            <a:headEnd type="none"/>
            <a:tailEnd type="triangle"/>
          </a:ln>
        </p:spPr>
      </p: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D077F3E3-E496-4C10-91C1-B14FA8009C58}"/>
              </a:ext>
            </a:extLst>
          </p:cNvPr>
          <p:cNvCxnSpPr>
            <a:cxnSpLocks/>
            <a:stCxn id="105" idx="3"/>
            <a:endCxn id="130" idx="3"/>
          </p:cNvCxnSpPr>
          <p:nvPr/>
        </p:nvCxnSpPr>
        <p:spPr>
          <a:xfrm flipH="1">
            <a:off x="11258167" y="3809697"/>
            <a:ext cx="124851" cy="1997766"/>
          </a:xfrm>
          <a:prstGeom prst="bentConnector3">
            <a:avLst>
              <a:gd name="adj1" fmla="val -183098"/>
            </a:avLst>
          </a:prstGeom>
          <a:ln w="19050">
            <a:solidFill>
              <a:srgbClr val="F77D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Shape 6">
            <a:extLst>
              <a:ext uri="{FF2B5EF4-FFF2-40B4-BE49-F238E27FC236}">
                <a16:creationId xmlns:a16="http://schemas.microsoft.com/office/drawing/2014/main" id="{24B08A1E-2328-4507-A019-E7C4A108E2D3}"/>
              </a:ext>
            </a:extLst>
          </p:cNvPr>
          <p:cNvSpPr/>
          <p:nvPr/>
        </p:nvSpPr>
        <p:spPr>
          <a:xfrm rot="5400000">
            <a:off x="875177" y="5327742"/>
            <a:ext cx="307089" cy="0"/>
          </a:xfrm>
          <a:prstGeom prst="line">
            <a:avLst/>
          </a:prstGeom>
          <a:noFill/>
          <a:ln w="19050">
            <a:solidFill>
              <a:srgbClr val="46AFF0"/>
            </a:solidFill>
            <a:prstDash val="solid"/>
            <a:headEnd type="none"/>
            <a:tailEnd type="triangle"/>
          </a:ln>
        </p:spPr>
      </p:sp>
      <p:sp>
        <p:nvSpPr>
          <p:cNvPr id="119" name="Text 15">
            <a:extLst>
              <a:ext uri="{FF2B5EF4-FFF2-40B4-BE49-F238E27FC236}">
                <a16:creationId xmlns:a16="http://schemas.microsoft.com/office/drawing/2014/main" id="{B0D44568-EEE8-4797-8C10-D4E2C5E7D56A}"/>
              </a:ext>
            </a:extLst>
          </p:cNvPr>
          <p:cNvSpPr/>
          <p:nvPr/>
        </p:nvSpPr>
        <p:spPr>
          <a:xfrm>
            <a:off x="551790" y="5481287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적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AI</a:t>
            </a: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의심도 상승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0" name="Text 15">
            <a:extLst>
              <a:ext uri="{FF2B5EF4-FFF2-40B4-BE49-F238E27FC236}">
                <a16:creationId xmlns:a16="http://schemas.microsoft.com/office/drawing/2014/main" id="{3BA99028-7180-4C0B-8B35-C434DFCE2331}"/>
              </a:ext>
            </a:extLst>
          </p:cNvPr>
          <p:cNvSpPr/>
          <p:nvPr/>
        </p:nvSpPr>
        <p:spPr>
          <a:xfrm>
            <a:off x="1812743" y="5481287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소리 발생 위치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조사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Text 15">
            <a:extLst>
              <a:ext uri="{FF2B5EF4-FFF2-40B4-BE49-F238E27FC236}">
                <a16:creationId xmlns:a16="http://schemas.microsoft.com/office/drawing/2014/main" id="{3D14EEAA-F091-4061-8E4C-2F603BA7924E}"/>
              </a:ext>
            </a:extLst>
          </p:cNvPr>
          <p:cNvSpPr/>
          <p:nvPr/>
        </p:nvSpPr>
        <p:spPr>
          <a:xfrm>
            <a:off x="3073693" y="5481287"/>
            <a:ext cx="1796230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플레이어가 다시 숨을 죽이면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 위치 정보 제공 중단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Text 15">
            <a:extLst>
              <a:ext uri="{FF2B5EF4-FFF2-40B4-BE49-F238E27FC236}">
                <a16:creationId xmlns:a16="http://schemas.microsoft.com/office/drawing/2014/main" id="{C3299763-3468-4A3C-95E1-51FDA5C2E58B}"/>
              </a:ext>
            </a:extLst>
          </p:cNvPr>
          <p:cNvSpPr/>
          <p:nvPr/>
        </p:nvSpPr>
        <p:spPr>
          <a:xfrm>
            <a:off x="5177012" y="5481287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시간 경과 →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의심도 감소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" name="Shape 6">
            <a:extLst>
              <a:ext uri="{FF2B5EF4-FFF2-40B4-BE49-F238E27FC236}">
                <a16:creationId xmlns:a16="http://schemas.microsoft.com/office/drawing/2014/main" id="{0FC59469-B7A6-425F-85BC-14C94888EDA7}"/>
              </a:ext>
            </a:extLst>
          </p:cNvPr>
          <p:cNvSpPr/>
          <p:nvPr/>
        </p:nvSpPr>
        <p:spPr>
          <a:xfrm>
            <a:off x="1505652" y="5793306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24" name="Shape 6">
            <a:extLst>
              <a:ext uri="{FF2B5EF4-FFF2-40B4-BE49-F238E27FC236}">
                <a16:creationId xmlns:a16="http://schemas.microsoft.com/office/drawing/2014/main" id="{E04F2D7B-66D7-4C7D-B58B-F49B7960D65B}"/>
              </a:ext>
            </a:extLst>
          </p:cNvPr>
          <p:cNvSpPr/>
          <p:nvPr/>
        </p:nvSpPr>
        <p:spPr>
          <a:xfrm>
            <a:off x="2766606" y="5801327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25" name="Shape 6">
            <a:extLst>
              <a:ext uri="{FF2B5EF4-FFF2-40B4-BE49-F238E27FC236}">
                <a16:creationId xmlns:a16="http://schemas.microsoft.com/office/drawing/2014/main" id="{C0525D66-9C65-4504-89C3-4879E4E2F5FD}"/>
              </a:ext>
            </a:extLst>
          </p:cNvPr>
          <p:cNvSpPr/>
          <p:nvPr/>
        </p:nvSpPr>
        <p:spPr>
          <a:xfrm>
            <a:off x="4869923" y="5793306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26" name="Text 15">
            <a:extLst>
              <a:ext uri="{FF2B5EF4-FFF2-40B4-BE49-F238E27FC236}">
                <a16:creationId xmlns:a16="http://schemas.microsoft.com/office/drawing/2014/main" id="{556EC088-8214-4179-A5DD-F0A90FB81BDF}"/>
              </a:ext>
            </a:extLst>
          </p:cNvPr>
          <p:cNvSpPr/>
          <p:nvPr/>
        </p:nvSpPr>
        <p:spPr>
          <a:xfrm>
            <a:off x="6437964" y="5490110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다시 호흡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조작 가능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7" name="Shape 6">
            <a:extLst>
              <a:ext uri="{FF2B5EF4-FFF2-40B4-BE49-F238E27FC236}">
                <a16:creationId xmlns:a16="http://schemas.microsoft.com/office/drawing/2014/main" id="{92EB00C9-940D-461D-A105-457E0B854B0B}"/>
              </a:ext>
            </a:extLst>
          </p:cNvPr>
          <p:cNvSpPr/>
          <p:nvPr/>
        </p:nvSpPr>
        <p:spPr>
          <a:xfrm>
            <a:off x="6130875" y="5801327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28" name="Text 15">
            <a:extLst>
              <a:ext uri="{FF2B5EF4-FFF2-40B4-BE49-F238E27FC236}">
                <a16:creationId xmlns:a16="http://schemas.microsoft.com/office/drawing/2014/main" id="{BB7EB767-2BC5-4C19-AE54-5FB65EBC9ABF}"/>
              </a:ext>
            </a:extLst>
          </p:cNvPr>
          <p:cNvSpPr/>
          <p:nvPr/>
        </p:nvSpPr>
        <p:spPr>
          <a:xfrm>
            <a:off x="9797690" y="4504782"/>
            <a:ext cx="1585328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강제 호흡 실행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강제 해제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재입력 일시 제한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Shape 6">
            <a:extLst>
              <a:ext uri="{FF2B5EF4-FFF2-40B4-BE49-F238E27FC236}">
                <a16:creationId xmlns:a16="http://schemas.microsoft.com/office/drawing/2014/main" id="{6104E184-B2C0-4B5C-87DC-B3C1F6153318}"/>
              </a:ext>
            </a:extLst>
          </p:cNvPr>
          <p:cNvSpPr/>
          <p:nvPr/>
        </p:nvSpPr>
        <p:spPr>
          <a:xfrm rot="5400000">
            <a:off x="10427967" y="4351237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30" name="순서도: 문서 129">
            <a:extLst>
              <a:ext uri="{FF2B5EF4-FFF2-40B4-BE49-F238E27FC236}">
                <a16:creationId xmlns:a16="http://schemas.microsoft.com/office/drawing/2014/main" id="{FE53CCD7-9BD1-4FEE-8155-2074B9625F80}"/>
              </a:ext>
            </a:extLst>
          </p:cNvPr>
          <p:cNvSpPr/>
          <p:nvPr/>
        </p:nvSpPr>
        <p:spPr>
          <a:xfrm>
            <a:off x="9904855" y="5481808"/>
            <a:ext cx="1353312" cy="651309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큰 호흡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SFX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연출 출력</a:t>
            </a:r>
          </a:p>
        </p:txBody>
      </p:sp>
      <p:sp>
        <p:nvSpPr>
          <p:cNvPr id="131" name="Text 15">
            <a:extLst>
              <a:ext uri="{FF2B5EF4-FFF2-40B4-BE49-F238E27FC236}">
                <a16:creationId xmlns:a16="http://schemas.microsoft.com/office/drawing/2014/main" id="{D1D7DA67-19AA-4818-B682-F78BA681852D}"/>
              </a:ext>
            </a:extLst>
          </p:cNvPr>
          <p:cNvSpPr/>
          <p:nvPr/>
        </p:nvSpPr>
        <p:spPr>
          <a:xfrm>
            <a:off x="8643902" y="5490110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큰 소음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발생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Shape 6">
            <a:extLst>
              <a:ext uri="{FF2B5EF4-FFF2-40B4-BE49-F238E27FC236}">
                <a16:creationId xmlns:a16="http://schemas.microsoft.com/office/drawing/2014/main" id="{84022D61-A172-4191-A337-8AD675DC52BE}"/>
              </a:ext>
            </a:extLst>
          </p:cNvPr>
          <p:cNvSpPr/>
          <p:nvPr/>
        </p:nvSpPr>
        <p:spPr>
          <a:xfrm>
            <a:off x="9597765" y="5805457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triangle"/>
            <a:tailEnd type="none"/>
          </a:ln>
        </p:spPr>
      </p:sp>
      <p:sp>
        <p:nvSpPr>
          <p:cNvPr id="133" name="Shape 6">
            <a:extLst>
              <a:ext uri="{FF2B5EF4-FFF2-40B4-BE49-F238E27FC236}">
                <a16:creationId xmlns:a16="http://schemas.microsoft.com/office/drawing/2014/main" id="{31AB6512-9277-4E3A-B59E-F8CB60D118B1}"/>
              </a:ext>
            </a:extLst>
          </p:cNvPr>
          <p:cNvSpPr/>
          <p:nvPr/>
        </p:nvSpPr>
        <p:spPr>
          <a:xfrm>
            <a:off x="7391827" y="5793306"/>
            <a:ext cx="1252075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triangle"/>
            <a:tailEnd type="none"/>
          </a:ln>
        </p:spPr>
      </p:sp>
      <p:sp>
        <p:nvSpPr>
          <p:cNvPr id="134" name="Shape 6">
            <a:extLst>
              <a:ext uri="{FF2B5EF4-FFF2-40B4-BE49-F238E27FC236}">
                <a16:creationId xmlns:a16="http://schemas.microsoft.com/office/drawing/2014/main" id="{CB5CE83B-72A6-4876-ACC3-96160854D1DD}"/>
              </a:ext>
            </a:extLst>
          </p:cNvPr>
          <p:cNvSpPr/>
          <p:nvPr/>
        </p:nvSpPr>
        <p:spPr>
          <a:xfrm rot="5400000">
            <a:off x="10411924" y="5313335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cxnSp>
        <p:nvCxnSpPr>
          <p:cNvPr id="135" name="연결선: 꺾임 134">
            <a:extLst>
              <a:ext uri="{FF2B5EF4-FFF2-40B4-BE49-F238E27FC236}">
                <a16:creationId xmlns:a16="http://schemas.microsoft.com/office/drawing/2014/main" id="{710F7839-C7D0-4DD8-BB14-C8771454C9E2}"/>
              </a:ext>
            </a:extLst>
          </p:cNvPr>
          <p:cNvCxnSpPr>
            <a:cxnSpLocks/>
            <a:stCxn id="98" idx="3"/>
            <a:endCxn id="88" idx="2"/>
          </p:cNvCxnSpPr>
          <p:nvPr/>
        </p:nvCxnSpPr>
        <p:spPr>
          <a:xfrm flipV="1">
            <a:off x="5855055" y="2186754"/>
            <a:ext cx="1813947" cy="820838"/>
          </a:xfrm>
          <a:prstGeom prst="bentConnector2">
            <a:avLst/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3364558A-C331-4883-A81A-E645928ABDC5}"/>
              </a:ext>
            </a:extLst>
          </p:cNvPr>
          <p:cNvCxnSpPr>
            <a:cxnSpLocks/>
            <a:stCxn id="87" idx="2"/>
            <a:endCxn id="98" idx="0"/>
          </p:cNvCxnSpPr>
          <p:nvPr/>
        </p:nvCxnSpPr>
        <p:spPr>
          <a:xfrm rot="5400000">
            <a:off x="4846518" y="2006612"/>
            <a:ext cx="298266" cy="830201"/>
          </a:xfrm>
          <a:prstGeom prst="bentConnector3">
            <a:avLst>
              <a:gd name="adj1" fmla="val 50000"/>
            </a:avLst>
          </a:prstGeom>
          <a:ln w="19050">
            <a:solidFill>
              <a:srgbClr val="F77D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933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336D7DBE-1ED0-48F9-B7B5-C47410B6F9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D112CAD2-3C3F-4532-90A0-C046C061DD6D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367EF5A-1600-46C1-89E3-ACA507907678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4287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57" name="그림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693" y="1333500"/>
            <a:ext cx="961764" cy="120015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5C6B3E2-282B-4173-9830-8F9864523D16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0D87ABC-6B83-4E93-AC14-F1E827497955}"/>
              </a:ext>
            </a:extLst>
          </p:cNvPr>
          <p:cNvSpPr>
            <a:spLocks noGrp="1"/>
          </p:cNvSpPr>
          <p:nvPr/>
        </p:nvSpPr>
        <p:spPr>
          <a:xfrm>
            <a:off x="2028825" y="1257300"/>
            <a:ext cx="14287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43125" y="1333500"/>
            <a:ext cx="1200150" cy="1200150"/>
          </a:xfrm>
          <a:prstGeom prst="roundRect">
            <a:avLst>
              <a:gd name="adj" fmla="val 6349"/>
            </a:avLst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6FF645-AA87-4609-8494-F7D1BABBB416}"/>
              </a:ext>
            </a:extLst>
          </p:cNvPr>
          <p:cNvSpPr>
            <a:spLocks noGrp="1"/>
          </p:cNvSpPr>
          <p:nvPr/>
        </p:nvSpPr>
        <p:spPr>
          <a:xfrm>
            <a:off x="2105025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참기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E4DE0B0-A884-44D5-BCD2-417BF2C9F4D6}"/>
              </a:ext>
            </a:extLst>
          </p:cNvPr>
          <p:cNvSpPr>
            <a:spLocks noGrp="1"/>
          </p:cNvSpPr>
          <p:nvPr/>
        </p:nvSpPr>
        <p:spPr>
          <a:xfrm>
            <a:off x="3600450" y="1257300"/>
            <a:ext cx="14287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63" name="그림 6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676650" y="1349415"/>
            <a:ext cx="1276350" cy="1168320"/>
          </a:xfrm>
          <a:prstGeom prst="roundRect">
            <a:avLst>
              <a:gd name="adj" fmla="val 6349"/>
            </a:avLst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B1337F-82F6-47F8-9E6B-566E9058DF0F}"/>
              </a:ext>
            </a:extLst>
          </p:cNvPr>
          <p:cNvSpPr>
            <a:spLocks noGrp="1"/>
          </p:cNvSpPr>
          <p:nvPr/>
        </p:nvSpPr>
        <p:spPr>
          <a:xfrm>
            <a:off x="3676650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한계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BF5FF68-0066-4952-BC50-206B64A95B9A}"/>
              </a:ext>
            </a:extLst>
          </p:cNvPr>
          <p:cNvSpPr>
            <a:spLocks noGrp="1"/>
          </p:cNvSpPr>
          <p:nvPr/>
        </p:nvSpPr>
        <p:spPr>
          <a:xfrm>
            <a:off x="5172075" y="1257300"/>
            <a:ext cx="14287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66" name="그림 6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405568" y="1333500"/>
            <a:ext cx="961764" cy="1200150"/>
          </a:xfrm>
          <a:prstGeom prst="roundRect">
            <a:avLst>
              <a:gd name="adj" fmla="val 6349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6B0F76-7CA6-4B14-9782-FD0C5AFC422C}"/>
              </a:ext>
            </a:extLst>
          </p:cNvPr>
          <p:cNvSpPr>
            <a:spLocks noGrp="1"/>
          </p:cNvSpPr>
          <p:nvPr/>
        </p:nvSpPr>
        <p:spPr>
          <a:xfrm>
            <a:off x="5248275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내쉬기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C9BE367-212D-4E72-AC5B-5015EE08F0DB}"/>
              </a:ext>
            </a:extLst>
          </p:cNvPr>
          <p:cNvSpPr>
            <a:spLocks noGrp="1"/>
          </p:cNvSpPr>
          <p:nvPr/>
        </p:nvSpPr>
        <p:spPr>
          <a:xfrm>
            <a:off x="7000875" y="1257300"/>
            <a:ext cx="1381125" cy="169545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69" name="그림 6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191375" y="1352550"/>
            <a:ext cx="1000125" cy="1000125"/>
          </a:xfrm>
          <a:prstGeom prst="roundRect">
            <a:avLst>
              <a:gd name="adj" fmla="val 7619"/>
            </a:avLst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01BB1CD1-47EA-4019-9433-E5F6BECD2BBB}"/>
              </a:ext>
            </a:extLst>
          </p:cNvPr>
          <p:cNvSpPr>
            <a:spLocks noGrp="1"/>
          </p:cNvSpPr>
          <p:nvPr/>
        </p:nvSpPr>
        <p:spPr>
          <a:xfrm>
            <a:off x="7096125" y="2362200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DA3588-65EE-4230-8D87-47470A8D6B78}"/>
              </a:ext>
            </a:extLst>
          </p:cNvPr>
          <p:cNvSpPr>
            <a:spLocks noGrp="1"/>
          </p:cNvSpPr>
          <p:nvPr/>
        </p:nvSpPr>
        <p:spPr>
          <a:xfrm>
            <a:off x="7096125" y="2600325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위험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3A892D3-9122-460E-AA9D-F23D0AEA5CC1}"/>
              </a:ext>
            </a:extLst>
          </p:cNvPr>
          <p:cNvSpPr>
            <a:spLocks noGrp="1"/>
          </p:cNvSpPr>
          <p:nvPr/>
        </p:nvSpPr>
        <p:spPr>
          <a:xfrm>
            <a:off x="8524875" y="1257300"/>
            <a:ext cx="1381125" cy="169545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73" name="그림 72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715375" y="1352550"/>
            <a:ext cx="1000125" cy="1000125"/>
          </a:xfrm>
          <a:prstGeom prst="roundRect">
            <a:avLst>
              <a:gd name="adj" fmla="val 7619"/>
            </a:avLst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28D2812A-ECAF-4D75-93E1-72EFDCCE315D}"/>
              </a:ext>
            </a:extLst>
          </p:cNvPr>
          <p:cNvSpPr>
            <a:spLocks noGrp="1"/>
          </p:cNvSpPr>
          <p:nvPr/>
        </p:nvSpPr>
        <p:spPr>
          <a:xfrm>
            <a:off x="8620125" y="2362200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꽃가루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A6B296A-74C4-4F74-94C8-7414940998D9}"/>
              </a:ext>
            </a:extLst>
          </p:cNvPr>
          <p:cNvSpPr>
            <a:spLocks noGrp="1"/>
          </p:cNvSpPr>
          <p:nvPr/>
        </p:nvSpPr>
        <p:spPr>
          <a:xfrm>
            <a:off x="8620125" y="2600325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재채기 위험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3E2BEBB-396D-49CC-9B2D-214E017D26BE}"/>
              </a:ext>
            </a:extLst>
          </p:cNvPr>
          <p:cNvSpPr>
            <a:spLocks noGrp="1"/>
          </p:cNvSpPr>
          <p:nvPr/>
        </p:nvSpPr>
        <p:spPr>
          <a:xfrm>
            <a:off x="10048875" y="1257300"/>
            <a:ext cx="1381125" cy="169545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77" name="그림 76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39375" y="1352550"/>
            <a:ext cx="1000125" cy="1000125"/>
          </a:xfrm>
          <a:prstGeom prst="roundRect">
            <a:avLst>
              <a:gd name="adj" fmla="val 7619"/>
            </a:avLst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FC186C54-2BE2-4EE5-BADE-38DF6235BAE0}"/>
              </a:ext>
            </a:extLst>
          </p:cNvPr>
          <p:cNvSpPr>
            <a:spLocks noGrp="1"/>
          </p:cNvSpPr>
          <p:nvPr/>
        </p:nvSpPr>
        <p:spPr>
          <a:xfrm>
            <a:off x="10144125" y="2362200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C19331-72DC-4242-95C6-7AC2EA08B019}"/>
              </a:ext>
            </a:extLst>
          </p:cNvPr>
          <p:cNvSpPr>
            <a:spLocks noGrp="1"/>
          </p:cNvSpPr>
          <p:nvPr/>
        </p:nvSpPr>
        <p:spPr>
          <a:xfrm>
            <a:off x="10144125" y="2600325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제한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CB36998-56A2-42B8-8F4D-A2B71F8B35F6}"/>
              </a:ext>
            </a:extLst>
          </p:cNvPr>
          <p:cNvSpPr>
            <a:spLocks noGrp="1"/>
          </p:cNvSpPr>
          <p:nvPr/>
        </p:nvSpPr>
        <p:spPr>
          <a:xfrm>
            <a:off x="457200" y="329565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D6BABF1-40AE-4872-ADA3-9D80C81058E1}"/>
              </a:ext>
            </a:extLst>
          </p:cNvPr>
          <p:cNvSpPr>
            <a:spLocks noGrp="1"/>
          </p:cNvSpPr>
          <p:nvPr/>
        </p:nvSpPr>
        <p:spPr>
          <a:xfrm>
            <a:off x="590550" y="332422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UI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C91749A-FE22-44B1-870A-9A498B9543C4}"/>
              </a:ext>
            </a:extLst>
          </p:cNvPr>
          <p:cNvSpPr>
            <a:spLocks noGrp="1"/>
          </p:cNvSpPr>
          <p:nvPr/>
        </p:nvSpPr>
        <p:spPr>
          <a:xfrm>
            <a:off x="1952625" y="33242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게이지 · 안전 한계선 · 소음/의심 표시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9BF2B91-D789-45CA-9CFF-80417BD143A1}"/>
              </a:ext>
            </a:extLst>
          </p:cNvPr>
          <p:cNvSpPr>
            <a:spLocks noGrp="1"/>
          </p:cNvSpPr>
          <p:nvPr/>
        </p:nvSpPr>
        <p:spPr>
          <a:xfrm>
            <a:off x="6858000" y="332422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현재 상태와 다음 판단 전달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C2167BC-8772-4611-A1AB-1E81CF0D4EA5}"/>
              </a:ext>
            </a:extLst>
          </p:cNvPr>
          <p:cNvSpPr>
            <a:spLocks noGrp="1"/>
          </p:cNvSpPr>
          <p:nvPr/>
        </p:nvSpPr>
        <p:spPr>
          <a:xfrm>
            <a:off x="457200" y="381000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67BA7A2-090C-4D0E-94AF-5F0979252410}"/>
              </a:ext>
            </a:extLst>
          </p:cNvPr>
          <p:cNvSpPr>
            <a:spLocks noGrp="1"/>
          </p:cNvSpPr>
          <p:nvPr/>
        </p:nvSpPr>
        <p:spPr>
          <a:xfrm>
            <a:off x="590550" y="383857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애니메이션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42CFDA2-97F1-4045-BEB2-66AD30E385F7}"/>
              </a:ext>
            </a:extLst>
          </p:cNvPr>
          <p:cNvSpPr>
            <a:spLocks noGrp="1"/>
          </p:cNvSpPr>
          <p:nvPr/>
        </p:nvSpPr>
        <p:spPr>
          <a:xfrm>
            <a:off x="1952625" y="38385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· 숨 참기 · 내쉬기 · 흡음/공명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919085-8570-40AC-84DF-0592E3B0D7CE}"/>
              </a:ext>
            </a:extLst>
          </p:cNvPr>
          <p:cNvSpPr>
            <a:spLocks noGrp="1"/>
          </p:cNvSpPr>
          <p:nvPr/>
        </p:nvSpPr>
        <p:spPr>
          <a:xfrm>
            <a:off x="6858000" y="383857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행동·한계·능력 사용 구분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7033F5A-A841-4F0D-9567-C56AE64527A3}"/>
              </a:ext>
            </a:extLst>
          </p:cNvPr>
          <p:cNvSpPr>
            <a:spLocks noGrp="1"/>
          </p:cNvSpPr>
          <p:nvPr/>
        </p:nvSpPr>
        <p:spPr>
          <a:xfrm>
            <a:off x="457200" y="432435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B57865C-E3DB-4A19-AE4F-29568BF5F56A}"/>
              </a:ext>
            </a:extLst>
          </p:cNvPr>
          <p:cNvSpPr>
            <a:spLocks noGrp="1"/>
          </p:cNvSpPr>
          <p:nvPr/>
        </p:nvSpPr>
        <p:spPr>
          <a:xfrm>
            <a:off x="590550" y="435292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SFX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8CF974-01ED-4756-ACAB-9B9EF192FFD6}"/>
              </a:ext>
            </a:extLst>
          </p:cNvPr>
          <p:cNvSpPr>
            <a:spLocks noGrp="1"/>
          </p:cNvSpPr>
          <p:nvPr/>
        </p:nvSpPr>
        <p:spPr>
          <a:xfrm>
            <a:off x="1952625" y="43529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짧은/깊은 들숨 · 날숨 · 한계 호흡 · 재채기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4868AF2-98D3-4C42-A7B1-CAD11E3F8EB6}"/>
              </a:ext>
            </a:extLst>
          </p:cNvPr>
          <p:cNvSpPr>
            <a:spLocks noGrp="1"/>
          </p:cNvSpPr>
          <p:nvPr/>
        </p:nvSpPr>
        <p:spPr>
          <a:xfrm>
            <a:off x="6858000" y="435292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단계와 AI 반응 기준 전달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2F0A3A8-E043-40B6-B57C-E3C03C8D1A39}"/>
              </a:ext>
            </a:extLst>
          </p:cNvPr>
          <p:cNvSpPr>
            <a:spLocks noGrp="1"/>
          </p:cNvSpPr>
          <p:nvPr/>
        </p:nvSpPr>
        <p:spPr>
          <a:xfrm>
            <a:off x="457200" y="483870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589C39A-475A-4792-9B24-407F95FE6169}"/>
              </a:ext>
            </a:extLst>
          </p:cNvPr>
          <p:cNvSpPr>
            <a:spLocks noGrp="1"/>
          </p:cNvSpPr>
          <p:nvPr/>
        </p:nvSpPr>
        <p:spPr>
          <a:xfrm>
            <a:off x="590550" y="486727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VFX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58167A3-F1AD-4867-9767-997327031E1C}"/>
              </a:ext>
            </a:extLst>
          </p:cNvPr>
          <p:cNvSpPr>
            <a:spLocks noGrp="1"/>
          </p:cNvSpPr>
          <p:nvPr/>
        </p:nvSpPr>
        <p:spPr>
          <a:xfrm>
            <a:off x="1952625" y="48672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 · 꽃가루 · 연기 · 소리 파동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76A6EC2-2650-45ED-9E10-9964E5106A25}"/>
              </a:ext>
            </a:extLst>
          </p:cNvPr>
          <p:cNvSpPr>
            <a:spLocks noGrp="1"/>
          </p:cNvSpPr>
          <p:nvPr/>
        </p:nvSpPr>
        <p:spPr>
          <a:xfrm>
            <a:off x="6858000" y="486727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위험과 능력 범위 전달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96DC62F-757D-4602-B111-3CF7A7B57B5A}"/>
              </a:ext>
            </a:extLst>
          </p:cNvPr>
          <p:cNvSpPr>
            <a:spLocks noGrp="1"/>
          </p:cNvSpPr>
          <p:nvPr/>
        </p:nvSpPr>
        <p:spPr>
          <a:xfrm>
            <a:off x="457200" y="535305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1CDCB4B-E031-43B8-A732-3D5E329E73E6}"/>
              </a:ext>
            </a:extLst>
          </p:cNvPr>
          <p:cNvSpPr>
            <a:spLocks noGrp="1"/>
          </p:cNvSpPr>
          <p:nvPr/>
        </p:nvSpPr>
        <p:spPr>
          <a:xfrm>
            <a:off x="590550" y="538162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데이터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E830091-4C37-4962-B54B-654B19A57E30}"/>
              </a:ext>
            </a:extLst>
          </p:cNvPr>
          <p:cNvSpPr>
            <a:spLocks noGrp="1"/>
          </p:cNvSpPr>
          <p:nvPr/>
        </p:nvSpPr>
        <p:spPr>
          <a:xfrm>
            <a:off x="1952625" y="53816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환경별 안전 한계 · 적 청각 범위 · 소비/회복량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AA7F657-6314-4135-8674-49AE5F24F3E1}"/>
              </a:ext>
            </a:extLst>
          </p:cNvPr>
          <p:cNvSpPr>
            <a:spLocks noGrp="1"/>
          </p:cNvSpPr>
          <p:nvPr/>
        </p:nvSpPr>
        <p:spPr>
          <a:xfrm>
            <a:off x="6858000" y="538162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레벨·AI 밸런싱 기준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2AAB7B5-1E67-42E7-A94B-E02DD95EA515}"/>
              </a:ext>
            </a:extLst>
          </p:cNvPr>
          <p:cNvSpPr>
            <a:spLocks noGrp="1"/>
          </p:cNvSpPr>
          <p:nvPr/>
        </p:nvSpPr>
        <p:spPr>
          <a:xfrm>
            <a:off x="457200" y="6019800"/>
            <a:ext cx="1114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우선순위  UI 상태색 → 기본 호흡 모션/SFX → 위험 환경 VFX → 특수 능력 모션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BDF16E0-2998-4066-82CF-96CD587C5885}"/>
              </a:ext>
            </a:extLst>
          </p:cNvPr>
          <p:cNvSpPr>
            <a:spLocks noGrp="1"/>
          </p:cNvSpPr>
          <p:nvPr/>
        </p:nvSpPr>
        <p:spPr>
          <a:xfrm>
            <a:off x="457199" y="366714"/>
            <a:ext cx="2886075" cy="5143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06  리소스</a:t>
            </a:r>
          </a:p>
        </p:txBody>
      </p:sp>
    </p:spTree>
    <p:extLst>
      <p:ext uri="{BB962C8B-B14F-4D97-AF65-F5344CB8AC3E}">
        <p14:creationId xmlns:p14="http://schemas.microsoft.com/office/powerpoint/2010/main" val="245235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4959CA51-30F0-4CDB-835E-86705CEBA3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D8CB2A6A-2D46-469D-9FC6-FF6C20B90C76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EF73A7-BC59-4262-98A3-13DE0168C67D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667000" cy="30480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상황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0B1572-EA95-499D-B272-3EA4F05BE3F8}"/>
              </a:ext>
            </a:extLst>
          </p:cNvPr>
          <p:cNvSpPr>
            <a:spLocks noGrp="1"/>
          </p:cNvSpPr>
          <p:nvPr/>
        </p:nvSpPr>
        <p:spPr>
          <a:xfrm>
            <a:off x="3333750" y="1333500"/>
            <a:ext cx="3714750" cy="30480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발생 문제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5A7272-4179-40DF-A7AA-5C4D3BBA94B8}"/>
              </a:ext>
            </a:extLst>
          </p:cNvPr>
          <p:cNvSpPr>
            <a:spLocks noGrp="1"/>
          </p:cNvSpPr>
          <p:nvPr/>
        </p:nvSpPr>
        <p:spPr>
          <a:xfrm>
            <a:off x="7162800" y="1333500"/>
            <a:ext cx="4343400" cy="30480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장치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3F33DAE-5534-4D3C-A635-A83510EE641A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41ABD98-8369-467B-932C-48E2D62EEBD7}"/>
              </a:ext>
            </a:extLst>
          </p:cNvPr>
          <p:cNvSpPr>
            <a:spLocks noGrp="1"/>
          </p:cNvSpPr>
          <p:nvPr/>
        </p:nvSpPr>
        <p:spPr>
          <a:xfrm>
            <a:off x="590550" y="174307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흡음 중 추가 흡음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5E8684-09BC-4A66-82A1-970B44F2C369}"/>
              </a:ext>
            </a:extLst>
          </p:cNvPr>
          <p:cNvSpPr>
            <a:spLocks noGrp="1"/>
          </p:cNvSpPr>
          <p:nvPr/>
        </p:nvSpPr>
        <p:spPr>
          <a:xfrm>
            <a:off x="3333750" y="174307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잠금과 저장 충돌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3C44E7-F9AB-4166-8CF1-7B354FE49116}"/>
              </a:ext>
            </a:extLst>
          </p:cNvPr>
          <p:cNvSpPr>
            <a:spLocks noGrp="1"/>
          </p:cNvSpPr>
          <p:nvPr/>
        </p:nvSpPr>
        <p:spPr>
          <a:xfrm>
            <a:off x="7162800" y="174307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추가 흡음 불가 · HUD 경고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2F8D10D-EF50-469A-B627-4AE82638B599}"/>
              </a:ext>
            </a:extLst>
          </p:cNvPr>
          <p:cNvSpPr>
            <a:spLocks noGrp="1"/>
          </p:cNvSpPr>
          <p:nvPr/>
        </p:nvSpPr>
        <p:spPr>
          <a:xfrm>
            <a:off x="457200" y="228600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64E692-CA29-4B58-9F93-C78E2E4B5431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공중 부유 중 게이지 0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3333750" y="233362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공중 정지 유지 불가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F6CF8F0-9A03-4234-861F-F02E57BE8FCE}"/>
              </a:ext>
            </a:extLst>
          </p:cNvPr>
          <p:cNvSpPr>
            <a:spLocks noGrp="1"/>
          </p:cNvSpPr>
          <p:nvPr/>
        </p:nvSpPr>
        <p:spPr>
          <a:xfrm>
            <a:off x="7162800" y="233362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 호흡 후 즉시 낙하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81551CF-4DD5-4A90-B5EA-48BB692FAEDE}"/>
              </a:ext>
            </a:extLst>
          </p:cNvPr>
          <p:cNvSpPr>
            <a:spLocks noGrp="1"/>
          </p:cNvSpPr>
          <p:nvPr/>
        </p:nvSpPr>
        <p:spPr>
          <a:xfrm>
            <a:off x="457200" y="287655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B99E1F-508E-4079-81D3-B5C4D908DD87}"/>
              </a:ext>
            </a:extLst>
          </p:cNvPr>
          <p:cNvSpPr>
            <a:spLocks noGrp="1"/>
          </p:cNvSpPr>
          <p:nvPr/>
        </p:nvSpPr>
        <p:spPr>
          <a:xfrm>
            <a:off x="590550" y="292417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재채기 직전 수중 진입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4984A1F-B5AE-427C-A52A-F65F5CF15DDD}"/>
              </a:ext>
            </a:extLst>
          </p:cNvPr>
          <p:cNvSpPr>
            <a:spLocks noGrp="1"/>
          </p:cNvSpPr>
          <p:nvPr/>
        </p:nvSpPr>
        <p:spPr>
          <a:xfrm>
            <a:off x="3333750" y="292417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자극 출력과 환경 우선순위 충돌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7865854-9A5D-4DD5-AAB8-96D44306B569}"/>
              </a:ext>
            </a:extLst>
          </p:cNvPr>
          <p:cNvSpPr>
            <a:spLocks noGrp="1"/>
          </p:cNvSpPr>
          <p:nvPr/>
        </p:nvSpPr>
        <p:spPr>
          <a:xfrm>
            <a:off x="7162800" y="292417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재채기 취소 · 기침 상태 전환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E0701F8-59F9-4EAE-9A4E-C3490F6E9AFF}"/>
              </a:ext>
            </a:extLst>
          </p:cNvPr>
          <p:cNvSpPr>
            <a:spLocks noGrp="1"/>
          </p:cNvSpPr>
          <p:nvPr/>
        </p:nvSpPr>
        <p:spPr>
          <a:xfrm>
            <a:off x="457200" y="346710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2F239A4-3268-4CEA-8DB8-82CE366ED1AB}"/>
              </a:ext>
            </a:extLst>
          </p:cNvPr>
          <p:cNvSpPr>
            <a:spLocks noGrp="1"/>
          </p:cNvSpPr>
          <p:nvPr/>
        </p:nvSpPr>
        <p:spPr>
          <a:xfrm>
            <a:off x="590550" y="351472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기척 소거 중 충돌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3C754A3-BA1E-4429-A5D4-629F1F700D75}"/>
              </a:ext>
            </a:extLst>
          </p:cNvPr>
          <p:cNvSpPr>
            <a:spLocks noGrp="1"/>
          </p:cNvSpPr>
          <p:nvPr/>
        </p:nvSpPr>
        <p:spPr>
          <a:xfrm>
            <a:off x="3333750" y="351472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시각 은신과 물리 흔적 충돌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70A778-F66D-4633-ABD1-EF2A9FFCE018}"/>
              </a:ext>
            </a:extLst>
          </p:cNvPr>
          <p:cNvSpPr>
            <a:spLocks noGrp="1"/>
          </p:cNvSpPr>
          <p:nvPr/>
        </p:nvSpPr>
        <p:spPr>
          <a:xfrm>
            <a:off x="7162800" y="351472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충돌음 유지 · 적 의심 증가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F41BE4E-1B7B-4238-857A-E20ED5114F43}"/>
              </a:ext>
            </a:extLst>
          </p:cNvPr>
          <p:cNvSpPr>
            <a:spLocks noGrp="1"/>
          </p:cNvSpPr>
          <p:nvPr/>
        </p:nvSpPr>
        <p:spPr>
          <a:xfrm>
            <a:off x="457200" y="405765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A27E8ED-F672-4CF9-A48E-308757897C83}"/>
              </a:ext>
            </a:extLst>
          </p:cNvPr>
          <p:cNvSpPr>
            <a:spLocks noGrp="1"/>
          </p:cNvSpPr>
          <p:nvPr/>
        </p:nvSpPr>
        <p:spPr>
          <a:xfrm>
            <a:off x="590550" y="410527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비상 호흡 연속 사용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629375-DA26-48DE-855E-4A9D13898928}"/>
              </a:ext>
            </a:extLst>
          </p:cNvPr>
          <p:cNvSpPr>
            <a:spLocks noGrp="1"/>
          </p:cNvSpPr>
          <p:nvPr/>
        </p:nvSpPr>
        <p:spPr>
          <a:xfrm>
            <a:off x="3333750" y="410527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무한 숨 참기 가능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DFB0653-D4DF-4541-8060-830C743EC903}"/>
              </a:ext>
            </a:extLst>
          </p:cNvPr>
          <p:cNvSpPr>
            <a:spLocks noGrp="1"/>
          </p:cNvSpPr>
          <p:nvPr/>
        </p:nvSpPr>
        <p:spPr>
          <a:xfrm>
            <a:off x="7162800" y="410527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한 호흡 사이클당 1회 제한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18A21DB-39ED-422F-B75D-FED05E3F85C6}"/>
              </a:ext>
            </a:extLst>
          </p:cNvPr>
          <p:cNvSpPr>
            <a:spLocks noGrp="1"/>
          </p:cNvSpPr>
          <p:nvPr/>
        </p:nvSpPr>
        <p:spPr>
          <a:xfrm>
            <a:off x="457200" y="464820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D17E64F-64E5-48D1-A5DC-6DA961409FFA}"/>
              </a:ext>
            </a:extLst>
          </p:cNvPr>
          <p:cNvSpPr>
            <a:spLocks noGrp="1"/>
          </p:cNvSpPr>
          <p:nvPr/>
        </p:nvSpPr>
        <p:spPr>
          <a:xfrm>
            <a:off x="590550" y="469582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필수 구간 소음 방출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370FE6A-DCF4-4791-8536-2201C1E9716C}"/>
              </a:ext>
            </a:extLst>
          </p:cNvPr>
          <p:cNvSpPr>
            <a:spLocks noGrp="1"/>
          </p:cNvSpPr>
          <p:nvPr/>
        </p:nvSpPr>
        <p:spPr>
          <a:xfrm>
            <a:off x="3333750" y="469582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 과다 유입으로 진행 불가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E233CB5-8C0D-4A04-9DCD-C407D24D5B27}"/>
              </a:ext>
            </a:extLst>
          </p:cNvPr>
          <p:cNvSpPr>
            <a:spLocks noGrp="1"/>
          </p:cNvSpPr>
          <p:nvPr/>
        </p:nvSpPr>
        <p:spPr>
          <a:xfrm>
            <a:off x="7162800" y="469582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방출 위치 제한 · 안전 구역 배치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C055CD-D187-4B20-A2E2-68A871374E37}"/>
              </a:ext>
            </a:extLst>
          </p:cNvPr>
          <p:cNvSpPr>
            <a:spLocks noGrp="1"/>
          </p:cNvSpPr>
          <p:nvPr/>
        </p:nvSpPr>
        <p:spPr>
          <a:xfrm>
            <a:off x="876300" y="5600700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12486-695B-4C89-9AFB-1464CB79392C}"/>
              </a:ext>
            </a:extLst>
          </p:cNvPr>
          <p:cNvSpPr>
            <a:spLocks noGrp="1"/>
          </p:cNvSpPr>
          <p:nvPr/>
        </p:nvSpPr>
        <p:spPr>
          <a:xfrm>
            <a:off x="914400" y="56197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 생존 / 진행 보장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1503D43-5A9F-405C-B742-7D95DAB73D71}"/>
              </a:ext>
            </a:extLst>
          </p:cNvPr>
          <p:cNvSpPr>
            <a:spLocks noGrp="1"/>
          </p:cNvSpPr>
          <p:nvPr/>
        </p:nvSpPr>
        <p:spPr>
          <a:xfrm>
            <a:off x="3352800" y="56864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18BA806-8808-4EAD-BADB-027198983FB9}"/>
              </a:ext>
            </a:extLst>
          </p:cNvPr>
          <p:cNvSpPr>
            <a:spLocks noGrp="1"/>
          </p:cNvSpPr>
          <p:nvPr/>
        </p:nvSpPr>
        <p:spPr>
          <a:xfrm>
            <a:off x="3857625" y="5600700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D2C561-82BE-40DB-AB25-C38520771C96}"/>
              </a:ext>
            </a:extLst>
          </p:cNvPr>
          <p:cNvSpPr>
            <a:spLocks noGrp="1"/>
          </p:cNvSpPr>
          <p:nvPr/>
        </p:nvSpPr>
        <p:spPr>
          <a:xfrm>
            <a:off x="3895725" y="56197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  강제 상태 처리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55CEA9F-6C8B-4B20-9518-A9419177A386}"/>
              </a:ext>
            </a:extLst>
          </p:cNvPr>
          <p:cNvSpPr>
            <a:spLocks noGrp="1"/>
          </p:cNvSpPr>
          <p:nvPr/>
        </p:nvSpPr>
        <p:spPr>
          <a:xfrm>
            <a:off x="6334125" y="56864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F321847-384D-41E2-943B-9DD3C90C73E8}"/>
              </a:ext>
            </a:extLst>
          </p:cNvPr>
          <p:cNvSpPr>
            <a:spLocks noGrp="1"/>
          </p:cNvSpPr>
          <p:nvPr/>
        </p:nvSpPr>
        <p:spPr>
          <a:xfrm>
            <a:off x="6838950" y="5600700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BF9E696-F77B-4CD7-A8E4-3EFA122F48C3}"/>
              </a:ext>
            </a:extLst>
          </p:cNvPr>
          <p:cNvSpPr>
            <a:spLocks noGrp="1"/>
          </p:cNvSpPr>
          <p:nvPr/>
        </p:nvSpPr>
        <p:spPr>
          <a:xfrm>
            <a:off x="6877050" y="56197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 능력·환경 효과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138F982-AD3E-4415-A227-A652E64C8A20}"/>
              </a:ext>
            </a:extLst>
          </p:cNvPr>
          <p:cNvSpPr>
            <a:spLocks noGrp="1"/>
          </p:cNvSpPr>
          <p:nvPr/>
        </p:nvSpPr>
        <p:spPr>
          <a:xfrm>
            <a:off x="9315450" y="56864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FFFD087-0929-49A0-929D-113FAAA9CA1E}"/>
              </a:ext>
            </a:extLst>
          </p:cNvPr>
          <p:cNvSpPr>
            <a:spLocks noGrp="1"/>
          </p:cNvSpPr>
          <p:nvPr/>
        </p:nvSpPr>
        <p:spPr>
          <a:xfrm>
            <a:off x="9667875" y="5600700"/>
            <a:ext cx="1809750" cy="438150"/>
          </a:xfrm>
          <a:prstGeom prst="roundRect">
            <a:avLst>
              <a:gd name="adj" fmla="val 17391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E2C2078-6663-48D9-8D6E-5190C2CB9A70}"/>
              </a:ext>
            </a:extLst>
          </p:cNvPr>
          <p:cNvSpPr>
            <a:spLocks noGrp="1"/>
          </p:cNvSpPr>
          <p:nvPr/>
        </p:nvSpPr>
        <p:spPr>
          <a:xfrm>
            <a:off x="9705975" y="5619750"/>
            <a:ext cx="1733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  일반 입력 복귀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DC9564E-4655-4FC5-9F40-B43616C5D47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14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안전장치는 규칙을 약하게 만드는 예외가 아니라, 규칙끼리 충돌해 플레이가 망가지지 않게 하는 처리 기준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02B5F65-1279-47FF-8B0A-7AF40FD8897B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3181350" cy="4381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06  </a:t>
            </a:r>
            <a:r>
              <a:rPr sz="20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예외사항</a:t>
            </a: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/ </a:t>
            </a:r>
            <a:r>
              <a:rPr sz="20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안전장치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47813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모서리가 둥근 직사각형 24"/>
          <p:cNvSpPr/>
          <p:nvPr/>
        </p:nvSpPr>
        <p:spPr>
          <a:xfrm>
            <a:off x="944933" y="2031744"/>
            <a:ext cx="2892280" cy="1924209"/>
          </a:xfrm>
          <a:prstGeom prst="roundRect">
            <a:avLst>
              <a:gd name="adj" fmla="val 11328"/>
            </a:avLst>
          </a:prstGeom>
          <a:blipFill dpi="0" rotWithShape="0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-1000"/>
            </a:stretch>
          </a:blipFill>
          <a:ln w="38100">
            <a:solidFill>
              <a:srgbClr val="89D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59CA51-30F0-4CDB-835E-86705CEBA3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5" name="직선 연결선 4">
            <a:extLst>
              <a:ext uri="{FF2B5EF4-FFF2-40B4-BE49-F238E27FC236}">
                <a16:creationId xmlns:a16="http://schemas.microsoft.com/office/drawing/2014/main" id="{D8CB2A6A-2D46-469D-9FC6-FF6C20B90C76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2B5F65-1279-47FF-8B0A-7AF40FD8897B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5105400" cy="4381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 smtClean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r>
              <a:rPr lang="en-US" sz="2000" b="1" smtClean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</a:t>
            </a:r>
            <a:r>
              <a:rPr sz="2000" b="1" smtClean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lang="ko-KR" altLang="en-US" sz="2000" b="1" smtClean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 및 시스템 차별화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457200" y="1262343"/>
            <a:ext cx="8471647" cy="275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en-US" sz="15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&lt;DEATH STRANDING&gt;</a:t>
            </a:r>
            <a:r>
              <a:rPr lang="ko-KR" altLang="en-US" sz="15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의 검증된 신체 자원 관리 구조를 호흡 중심 시스템으로 재해석</a:t>
            </a:r>
            <a:endParaRPr sz="15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808802" y="4132028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① 신체 자원을 지속적으로 관리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4494679" y="4132005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② 환경에 따라 자원 관리 방식 변화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8180556" y="4132005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③ 자원과 은신 행동의 연결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4" name="사각형: 둥근 모서리 131">
            <a:extLst>
              <a:ext uri="{FF2B5EF4-FFF2-40B4-BE49-F238E27FC236}">
                <a16:creationId xmlns:a16="http://schemas.microsoft.com/office/drawing/2014/main" id="{B74D533E-8A99-733A-9FD6-A1E16A77A05D}"/>
              </a:ext>
            </a:extLst>
          </p:cNvPr>
          <p:cNvSpPr/>
          <p:nvPr/>
        </p:nvSpPr>
        <p:spPr>
          <a:xfrm>
            <a:off x="4634624" y="5720733"/>
            <a:ext cx="2892280" cy="406660"/>
          </a:xfrm>
          <a:prstGeom prst="roundRect">
            <a:avLst>
              <a:gd name="adj" fmla="val 9314"/>
            </a:avLst>
          </a:prstGeom>
          <a:solidFill>
            <a:srgbClr val="EDE4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smtClean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 자원 → </a:t>
            </a:r>
            <a:r>
              <a:rPr lang="ko-KR" altLang="en-US" sz="1000" b="1" smtClean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다양한 플레이</a:t>
            </a:r>
            <a:r>
              <a:rPr lang="ko-KR" altLang="en-US" sz="1000" smtClean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확장</a:t>
            </a: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33">
            <a:extLst>
              <a:ext uri="{FF2B5EF4-FFF2-40B4-BE49-F238E27FC236}">
                <a16:creationId xmlns:a16="http://schemas.microsoft.com/office/drawing/2014/main" id="{C73C3A9B-E5B9-5DC6-25F8-162463F90C95}"/>
              </a:ext>
            </a:extLst>
          </p:cNvPr>
          <p:cNvSpPr/>
          <p:nvPr/>
        </p:nvSpPr>
        <p:spPr>
          <a:xfrm>
            <a:off x="944933" y="5720733"/>
            <a:ext cx="2892280" cy="406660"/>
          </a:xfrm>
          <a:prstGeom prst="roundRect">
            <a:avLst>
              <a:gd name="adj" fmla="val 9314"/>
            </a:avLst>
          </a:prstGeom>
          <a:solidFill>
            <a:srgbClr val="D9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smtClean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 행동 → </a:t>
            </a:r>
            <a:r>
              <a:rPr lang="ko-KR" altLang="en-US" sz="1000" b="1" smtClean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순환형 시스템</a:t>
            </a:r>
            <a:r>
              <a:rPr lang="ko-KR" altLang="en-US" sz="1000" smtClean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확장</a:t>
            </a: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41">
            <a:extLst>
              <a:ext uri="{FF2B5EF4-FFF2-40B4-BE49-F238E27FC236}">
                <a16:creationId xmlns:a16="http://schemas.microsoft.com/office/drawing/2014/main" id="{E1B017D1-D89B-7D51-2951-C37F840D7016}"/>
              </a:ext>
            </a:extLst>
          </p:cNvPr>
          <p:cNvSpPr/>
          <p:nvPr/>
        </p:nvSpPr>
        <p:spPr>
          <a:xfrm>
            <a:off x="8305963" y="5723908"/>
            <a:ext cx="2892280" cy="406660"/>
          </a:xfrm>
          <a:prstGeom prst="roundRect">
            <a:avLst>
              <a:gd name="adj" fmla="val 9314"/>
            </a:avLst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smtClean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관리 → </a:t>
            </a:r>
            <a:r>
              <a:rPr lang="ko-KR" altLang="en-US" sz="1000" b="1" smtClean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전략적 활용</a:t>
            </a:r>
            <a:r>
              <a:rPr lang="ko-KR" altLang="en-US" sz="1000" smtClean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확장</a:t>
            </a: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아래쪽 화살표 16"/>
          <p:cNvSpPr/>
          <p:nvPr/>
        </p:nvSpPr>
        <p:spPr>
          <a:xfrm>
            <a:off x="2298397" y="5241291"/>
            <a:ext cx="185351" cy="305525"/>
          </a:xfrm>
          <a:prstGeom prst="downArrow">
            <a:avLst/>
          </a:prstGeom>
          <a:solidFill>
            <a:srgbClr val="FFE3D4"/>
          </a:solidFill>
          <a:ln>
            <a:solidFill>
              <a:srgbClr val="FF9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808802" y="4481850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행동에 따라 자원이 변화하고</a:t>
            </a:r>
            <a:endParaRPr lang="en-US" altLang="ko-KR" sz="1000" b="0" smtClean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자원 상태가 행동 성능에 영향을 미침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4494679" y="4484008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지형과 상황에 따라</a:t>
            </a:r>
            <a:endParaRPr lang="en-US" altLang="ko-KR" sz="1000" b="0" smtClean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자원 소모와 위험도가 달라짐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8169832" y="4484008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참기를 통해 위험 지역에서</a:t>
            </a:r>
            <a:endParaRPr lang="en-US" altLang="ko-KR" sz="1000" b="0" smtClean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탐지 가능성을 낮춤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3" name="아래쪽 화살표 22"/>
          <p:cNvSpPr/>
          <p:nvPr/>
        </p:nvSpPr>
        <p:spPr>
          <a:xfrm>
            <a:off x="5984274" y="5246102"/>
            <a:ext cx="185351" cy="305525"/>
          </a:xfrm>
          <a:prstGeom prst="downArrow">
            <a:avLst/>
          </a:prstGeom>
          <a:solidFill>
            <a:srgbClr val="FFE3D4"/>
          </a:solidFill>
          <a:ln>
            <a:solidFill>
              <a:srgbClr val="FF9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아래쪽 화살표 23"/>
          <p:cNvSpPr/>
          <p:nvPr/>
        </p:nvSpPr>
        <p:spPr>
          <a:xfrm>
            <a:off x="9659427" y="5246102"/>
            <a:ext cx="185351" cy="305525"/>
          </a:xfrm>
          <a:prstGeom prst="downArrow">
            <a:avLst/>
          </a:prstGeom>
          <a:solidFill>
            <a:srgbClr val="FFE3D4"/>
          </a:solidFill>
          <a:ln>
            <a:solidFill>
              <a:srgbClr val="FF9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4630809" y="2027219"/>
            <a:ext cx="2892280" cy="1924209"/>
          </a:xfrm>
          <a:prstGeom prst="roundRect">
            <a:avLst>
              <a:gd name="adj" fmla="val 1132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B38E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8316687" y="2030774"/>
            <a:ext cx="2892280" cy="1924209"/>
          </a:xfrm>
          <a:prstGeom prst="roundRect">
            <a:avLst>
              <a:gd name="adj" fmla="val 11328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FFDC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276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959CA51-30F0-4CDB-835E-86705CEBA3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7" name="직선 연결선 6">
            <a:extLst>
              <a:ext uri="{FF2B5EF4-FFF2-40B4-BE49-F238E27FC236}">
                <a16:creationId xmlns:a16="http://schemas.microsoft.com/office/drawing/2014/main" id="{D8CB2A6A-2D46-469D-9FC6-FF6C20B90C76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2B5F65-1279-47FF-8B0A-7AF40FD8897B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5105400" cy="4381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 smtClean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r>
              <a:rPr lang="en-US" sz="2000" b="1" smtClean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</a:t>
            </a:r>
            <a:r>
              <a:rPr sz="2000" b="1" smtClean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lang="ko-KR" altLang="en-US" sz="2000" b="1" smtClean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 및 시스템 차별화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457200" y="1262343"/>
            <a:ext cx="8471647" cy="275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en-US" sz="15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&lt;Subnautica&gt;</a:t>
            </a:r>
            <a:r>
              <a:rPr lang="ko-KR" altLang="en-US" sz="150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와의 비교도 만들어보자</a:t>
            </a:r>
            <a:r>
              <a:rPr lang="en-US" altLang="ko-KR" sz="150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.</a:t>
            </a:r>
            <a:endParaRPr sz="15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944933" y="2031744"/>
            <a:ext cx="2892280" cy="1924209"/>
          </a:xfrm>
          <a:prstGeom prst="roundRect">
            <a:avLst>
              <a:gd name="adj" fmla="val 11328"/>
            </a:avLst>
          </a:prstGeom>
          <a:blipFill dpi="0" rotWithShape="0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-1000"/>
            </a:stretch>
          </a:blipFill>
          <a:ln w="38100">
            <a:solidFill>
              <a:srgbClr val="89D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808802" y="4132028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① 호흡 자원의 지속 관리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4494679" y="4132005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② 환경에 따른 자원 제약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8180556" y="4132005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③ 자원과 이동</a:t>
            </a:r>
            <a:r>
              <a:rPr lang="en-US" altLang="ko-KR" sz="15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/</a:t>
            </a:r>
            <a:r>
              <a:rPr lang="ko-KR" altLang="en-US" sz="15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탐색의 연결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4" name="사각형: 둥근 모서리 131">
            <a:extLst>
              <a:ext uri="{FF2B5EF4-FFF2-40B4-BE49-F238E27FC236}">
                <a16:creationId xmlns:a16="http://schemas.microsoft.com/office/drawing/2014/main" id="{B74D533E-8A99-733A-9FD6-A1E16A77A05D}"/>
              </a:ext>
            </a:extLst>
          </p:cNvPr>
          <p:cNvSpPr/>
          <p:nvPr/>
        </p:nvSpPr>
        <p:spPr>
          <a:xfrm>
            <a:off x="4634624" y="5720733"/>
            <a:ext cx="2892280" cy="406660"/>
          </a:xfrm>
          <a:prstGeom prst="roundRect">
            <a:avLst>
              <a:gd name="adj" fmla="val 9314"/>
            </a:avLst>
          </a:prstGeom>
          <a:solidFill>
            <a:srgbClr val="EDE4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smtClean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생존 자원 → </a:t>
            </a:r>
            <a:r>
              <a:rPr lang="ko-KR" altLang="en-US" sz="1000" b="1" smtClean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자원</a:t>
            </a: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33">
            <a:extLst>
              <a:ext uri="{FF2B5EF4-FFF2-40B4-BE49-F238E27FC236}">
                <a16:creationId xmlns:a16="http://schemas.microsoft.com/office/drawing/2014/main" id="{C73C3A9B-E5B9-5DC6-25F8-162463F90C95}"/>
              </a:ext>
            </a:extLst>
          </p:cNvPr>
          <p:cNvSpPr/>
          <p:nvPr/>
        </p:nvSpPr>
        <p:spPr>
          <a:xfrm>
            <a:off x="944933" y="5720733"/>
            <a:ext cx="2892280" cy="406660"/>
          </a:xfrm>
          <a:prstGeom prst="roundRect">
            <a:avLst>
              <a:gd name="adj" fmla="val 9314"/>
            </a:avLst>
          </a:prstGeom>
          <a:solidFill>
            <a:srgbClr val="D9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smtClean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소비 → </a:t>
            </a:r>
            <a:r>
              <a:rPr lang="ko-KR" altLang="en-US" sz="1000" b="1" smtClean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능동적 호흡</a:t>
            </a: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41">
            <a:extLst>
              <a:ext uri="{FF2B5EF4-FFF2-40B4-BE49-F238E27FC236}">
                <a16:creationId xmlns:a16="http://schemas.microsoft.com/office/drawing/2014/main" id="{E1B017D1-D89B-7D51-2951-C37F840D7016}"/>
              </a:ext>
            </a:extLst>
          </p:cNvPr>
          <p:cNvSpPr/>
          <p:nvPr/>
        </p:nvSpPr>
        <p:spPr>
          <a:xfrm>
            <a:off x="8305963" y="5723908"/>
            <a:ext cx="2892280" cy="406660"/>
          </a:xfrm>
          <a:prstGeom prst="roundRect">
            <a:avLst>
              <a:gd name="adj" fmla="val 9314"/>
            </a:avLst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아래쪽 화살표 16"/>
          <p:cNvSpPr/>
          <p:nvPr/>
        </p:nvSpPr>
        <p:spPr>
          <a:xfrm>
            <a:off x="2298397" y="5241291"/>
            <a:ext cx="185351" cy="305525"/>
          </a:xfrm>
          <a:prstGeom prst="downArrow">
            <a:avLst/>
          </a:prstGeom>
          <a:solidFill>
            <a:srgbClr val="FFE3D4"/>
          </a:solidFill>
          <a:ln>
            <a:solidFill>
              <a:srgbClr val="FF9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808802" y="4481850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행동에 따라 자원이 변화하고</a:t>
            </a:r>
            <a:endParaRPr lang="en-US" altLang="ko-KR" sz="1000" b="0" smtClean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자원 상태가 행동 성능에 영향을 미침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4494679" y="4484008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지형과 상황에 따라</a:t>
            </a:r>
            <a:endParaRPr lang="en-US" altLang="ko-KR" sz="1000" b="0" smtClean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자원 소모와 위험도가 달라짐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8169832" y="4484008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참기를 통해 위험 지역에서</a:t>
            </a:r>
            <a:endParaRPr lang="en-US" altLang="ko-KR" sz="1000" b="0" smtClean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탐지 가능성을 낮춤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1" name="아래쪽 화살표 20"/>
          <p:cNvSpPr/>
          <p:nvPr/>
        </p:nvSpPr>
        <p:spPr>
          <a:xfrm>
            <a:off x="5984274" y="5246102"/>
            <a:ext cx="185351" cy="305525"/>
          </a:xfrm>
          <a:prstGeom prst="downArrow">
            <a:avLst/>
          </a:prstGeom>
          <a:solidFill>
            <a:srgbClr val="FFE3D4"/>
          </a:solidFill>
          <a:ln>
            <a:solidFill>
              <a:srgbClr val="FF9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아래쪽 화살표 21"/>
          <p:cNvSpPr/>
          <p:nvPr/>
        </p:nvSpPr>
        <p:spPr>
          <a:xfrm>
            <a:off x="9659427" y="5246102"/>
            <a:ext cx="185351" cy="305525"/>
          </a:xfrm>
          <a:prstGeom prst="downArrow">
            <a:avLst/>
          </a:prstGeom>
          <a:solidFill>
            <a:srgbClr val="FFE3D4"/>
          </a:solidFill>
          <a:ln>
            <a:solidFill>
              <a:srgbClr val="FF9C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4630809" y="2027219"/>
            <a:ext cx="2892280" cy="1924209"/>
          </a:xfrm>
          <a:prstGeom prst="roundRect">
            <a:avLst>
              <a:gd name="adj" fmla="val 1132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B38E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8316687" y="2030774"/>
            <a:ext cx="2892280" cy="1924209"/>
          </a:xfrm>
          <a:prstGeom prst="roundRect">
            <a:avLst>
              <a:gd name="adj" fmla="val 11328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FFDC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5562600" y="360937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④ 핵심 자원과 성장 연결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C7F87A-A029-4738-A7AD-E2DF6323A846}"/>
              </a:ext>
            </a:extLst>
          </p:cNvPr>
          <p:cNvSpPr>
            <a:spLocks noGrp="1"/>
          </p:cNvSpPr>
          <p:nvPr/>
        </p:nvSpPr>
        <p:spPr>
          <a:xfrm>
            <a:off x="5562599" y="870152"/>
            <a:ext cx="3366247" cy="258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 smtClean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⑤ 하나의 자원이 플레이 흐름을 지배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874143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1461</Words>
  <Application>Microsoft Office PowerPoint</Application>
  <DocSecurity>0</DocSecurity>
  <PresentationFormat>와이드스크린</PresentationFormat>
  <Paragraphs>378</Paragraphs>
  <Slides>14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Calibri Light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FullName</cp:lastModifiedBy>
  <cp:revision>11</cp:revision>
  <dcterms:created xsi:type="dcterms:W3CDTF">2026-08-24T02:49:00Z</dcterms:created>
  <dcterms:modified xsi:type="dcterms:W3CDTF">2026-08-27T06:50:56Z</dcterms:modified>
</cp:coreProperties>
</file>