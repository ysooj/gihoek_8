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4F08"/>
    <a:srgbClr val="DEB957"/>
    <a:srgbClr val="FFF0C2"/>
    <a:srgbClr val="FFFFFF"/>
    <a:srgbClr val="0A5A57"/>
    <a:srgbClr val="6ABCB7"/>
    <a:srgbClr val="DDF2F1"/>
    <a:srgbClr val="563879"/>
    <a:srgbClr val="ECE4F8"/>
    <a:srgbClr val="A98E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09FB35-F802-4622-B3DD-1B4483878086}" v="17" dt="2026-08-27T02:52:37.3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-672" y="-7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modSld">
      <pc:chgData name="musukie52@gmail.com" userId="017bd91f96aa8751" providerId="LiveId" clId="{5B2C3894-F97E-4CAB-8812-5BB4D83AAC6A}" dt="2026-08-27T02:52:31.559" v="250"/>
      <pc:docMkLst>
        <pc:docMk/>
      </pc:docMkLst>
      <pc:sldChg chg="addSp delSp modSp mod">
        <pc:chgData name="musukie52@gmail.com" userId="017bd91f96aa8751" providerId="LiveId" clId="{5B2C3894-F97E-4CAB-8812-5BB4D83AAC6A}" dt="2026-08-27T02:52:31.559" v="250"/>
        <pc:sldMkLst>
          <pc:docMk/>
          <pc:sldMk cId="1661260248" sldId="261"/>
        </pc:sldMkLst>
        <pc:spChg chg="add mod">
          <ac:chgData name="musukie52@gmail.com" userId="017bd91f96aa8751" providerId="LiveId" clId="{5B2C3894-F97E-4CAB-8812-5BB4D83AAC6A}" dt="2026-08-27T02:50:22.748" v="233" actId="207"/>
          <ac:spMkLst>
            <pc:docMk/>
            <pc:sldMk cId="1661260248" sldId="261"/>
            <ac:spMk id="4" creationId="{0DDA432E-73C8-24D7-77E4-4A7BC81C2928}"/>
          </ac:spMkLst>
        </pc:spChg>
        <pc:spChg chg="add del mod">
          <ac:chgData name="musukie52@gmail.com" userId="017bd91f96aa8751" providerId="LiveId" clId="{5B2C3894-F97E-4CAB-8812-5BB4D83AAC6A}" dt="2026-08-27T02:50:24.327" v="234" actId="478"/>
          <ac:spMkLst>
            <pc:docMk/>
            <pc:sldMk cId="1661260248" sldId="261"/>
            <ac:spMk id="7" creationId="{0C14FAF3-ECDD-DC7A-AD28-993CCD22E508}"/>
          </ac:spMkLst>
        </pc:spChg>
        <pc:spChg chg="add del mod">
          <ac:chgData name="musukie52@gmail.com" userId="017bd91f96aa8751" providerId="LiveId" clId="{5B2C3894-F97E-4CAB-8812-5BB4D83AAC6A}" dt="2026-08-27T02:51:28.293" v="244" actId="1076"/>
          <ac:spMkLst>
            <pc:docMk/>
            <pc:sldMk cId="1661260248" sldId="261"/>
            <ac:spMk id="8" creationId="{D55126AE-BEA7-00BE-794F-E562F241A884}"/>
          </ac:spMkLst>
        </pc:spChg>
        <pc:spChg chg="add mod">
          <ac:chgData name="musukie52@gmail.com" userId="017bd91f96aa8751" providerId="LiveId" clId="{5B2C3894-F97E-4CAB-8812-5BB4D83AAC6A}" dt="2026-08-27T02:50:44.572" v="239" actId="207"/>
          <ac:spMkLst>
            <pc:docMk/>
            <pc:sldMk cId="1661260248" sldId="261"/>
            <ac:spMk id="12" creationId="{877E0CBC-8EAA-0F04-4D0C-7E317C63A2DF}"/>
          </ac:spMkLst>
        </pc:spChg>
        <pc:spChg chg="add del mod">
          <ac:chgData name="musukie52@gmail.com" userId="017bd91f96aa8751" providerId="LiveId" clId="{5B2C3894-F97E-4CAB-8812-5BB4D83AAC6A}" dt="2026-08-27T02:49:26.755" v="221" actId="478"/>
          <ac:spMkLst>
            <pc:docMk/>
            <pc:sldMk cId="1661260248" sldId="261"/>
            <ac:spMk id="14" creationId="{E047A693-F15E-3DB9-3201-AF03E4573F49}"/>
          </ac:spMkLst>
        </pc:spChg>
        <pc:spChg chg="add del mod">
          <ac:chgData name="musukie52@gmail.com" userId="017bd91f96aa8751" providerId="LiveId" clId="{5B2C3894-F97E-4CAB-8812-5BB4D83AAC6A}" dt="2026-08-27T02:50:45.894" v="240" actId="478"/>
          <ac:spMkLst>
            <pc:docMk/>
            <pc:sldMk cId="1661260248" sldId="261"/>
            <ac:spMk id="18" creationId="{33B009F2-1E1A-73DE-DC27-F1F18BBABDC2}"/>
          </ac:spMkLst>
        </pc:spChg>
        <pc:spChg chg="add mod">
          <ac:chgData name="musukie52@gmail.com" userId="017bd91f96aa8751" providerId="LiveId" clId="{5B2C3894-F97E-4CAB-8812-5BB4D83AAC6A}" dt="2026-08-27T02:49:09.913" v="219" actId="242"/>
          <ac:spMkLst>
            <pc:docMk/>
            <pc:sldMk cId="1661260248" sldId="261"/>
            <ac:spMk id="19" creationId="{91D8DFC5-1C70-AD55-9E47-469A3B8959DE}"/>
          </ac:spMkLst>
        </pc:spChg>
        <pc:spChg chg="add mod">
          <ac:chgData name="musukie52@gmail.com" userId="017bd91f96aa8751" providerId="LiveId" clId="{5B2C3894-F97E-4CAB-8812-5BB4D83AAC6A}" dt="2026-08-27T02:49:09.913" v="219" actId="242"/>
          <ac:spMkLst>
            <pc:docMk/>
            <pc:sldMk cId="1661260248" sldId="261"/>
            <ac:spMk id="21" creationId="{3C7F4075-DBE3-2A46-0EE7-D0547E9B74A3}"/>
          </ac:spMkLst>
        </pc:spChg>
        <pc:spChg chg="add mod">
          <ac:chgData name="musukie52@gmail.com" userId="017bd91f96aa8751" providerId="LiveId" clId="{5B2C3894-F97E-4CAB-8812-5BB4D83AAC6A}" dt="2026-08-27T02:49:09.913" v="219" actId="242"/>
          <ac:spMkLst>
            <pc:docMk/>
            <pc:sldMk cId="1661260248" sldId="261"/>
            <ac:spMk id="23" creationId="{A117C29A-8012-1D80-C2F3-C98BC02F8E31}"/>
          </ac:spMkLst>
        </pc:spChg>
        <pc:graphicFrameChg chg="mod ord modGraphic">
          <ac:chgData name="musukie52@gmail.com" userId="017bd91f96aa8751" providerId="LiveId" clId="{5B2C3894-F97E-4CAB-8812-5BB4D83AAC6A}" dt="2026-08-27T02:21:45.649" v="139" actId="1076"/>
          <ac:graphicFrameMkLst>
            <pc:docMk/>
            <pc:sldMk cId="1661260248" sldId="261"/>
            <ac:graphicFrameMk id="6" creationId="{00000000-0000-0000-0000-000000000000}"/>
          </ac:graphicFrameMkLst>
        </pc:graphicFrameChg>
        <pc:graphicFrameChg chg="add mod ord modGraphic">
          <ac:chgData name="musukie52@gmail.com" userId="017bd91f96aa8751" providerId="LiveId" clId="{5B2C3894-F97E-4CAB-8812-5BB4D83AAC6A}" dt="2026-08-27T02:51:28.293" v="244" actId="1076"/>
          <ac:graphicFrameMkLst>
            <pc:docMk/>
            <pc:sldMk cId="1661260248" sldId="261"/>
            <ac:graphicFrameMk id="11" creationId="{D195BB11-A714-0CE0-CADF-2F0DBA958017}"/>
          </ac:graphicFrameMkLst>
        </pc:graphicFrameChg>
        <pc:graphicFrameChg chg="add mod ord">
          <ac:chgData name="musukie52@gmail.com" userId="017bd91f96aa8751" providerId="LiveId" clId="{5B2C3894-F97E-4CAB-8812-5BB4D83AAC6A}" dt="2026-08-27T02:51:57.665" v="245" actId="167"/>
          <ac:graphicFrameMkLst>
            <pc:docMk/>
            <pc:sldMk cId="1661260248" sldId="261"/>
            <ac:graphicFrameMk id="17" creationId="{425D1B2A-13FB-9EF8-57B9-53924FEFA0CC}"/>
          </ac:graphicFrameMkLst>
        </pc:graphicFrameChg>
        <pc:picChg chg="add mod modCrop">
          <ac:chgData name="musukie52@gmail.com" userId="017bd91f96aa8751" providerId="LiveId" clId="{5B2C3894-F97E-4CAB-8812-5BB4D83AAC6A}" dt="2026-08-27T02:51:28.293" v="244" actId="1076"/>
          <ac:picMkLst>
            <pc:docMk/>
            <pc:sldMk cId="1661260248" sldId="261"/>
            <ac:picMk id="3" creationId="{33B3953F-9AFC-5ADE-5855-4B4CFDB04C16}"/>
          </ac:picMkLst>
        </pc:picChg>
        <pc:picChg chg="add mod modCrop">
          <ac:chgData name="musukie52@gmail.com" userId="017bd91f96aa8751" providerId="LiveId" clId="{5B2C3894-F97E-4CAB-8812-5BB4D83AAC6A}" dt="2026-08-27T02:21:45.649" v="139" actId="1076"/>
          <ac:picMkLst>
            <pc:docMk/>
            <pc:sldMk cId="1661260248" sldId="261"/>
            <ac:picMk id="5" creationId="{D2D6C25D-C055-B970-FC7C-E7689F36DF67}"/>
          </ac:picMkLst>
        </pc:picChg>
        <pc:picChg chg="del">
          <ac:chgData name="musukie52@gmail.com" userId="017bd91f96aa8751" providerId="LiveId" clId="{5B2C3894-F97E-4CAB-8812-5BB4D83AAC6A}" dt="2026-08-27T02:07:00.573" v="16" actId="478"/>
          <ac:picMkLst>
            <pc:docMk/>
            <pc:sldMk cId="1661260248" sldId="261"/>
            <ac:picMk id="7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8-27T02:07:00.573" v="16" actId="478"/>
          <ac:picMkLst>
            <pc:docMk/>
            <pc:sldMk cId="1661260248" sldId="261"/>
            <ac:picMk id="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27T02:21:45.649" v="139" actId="1076"/>
          <ac:picMkLst>
            <pc:docMk/>
            <pc:sldMk cId="1661260248" sldId="261"/>
            <ac:picMk id="10" creationId="{00000000-0000-0000-0000-000000000000}"/>
          </ac:picMkLst>
        </pc:picChg>
        <pc:picChg chg="add mod modCrop">
          <ac:chgData name="musukie52@gmail.com" userId="017bd91f96aa8751" providerId="LiveId" clId="{5B2C3894-F97E-4CAB-8812-5BB4D83AAC6A}" dt="2026-08-27T02:51:28.293" v="244" actId="1076"/>
          <ac:picMkLst>
            <pc:docMk/>
            <pc:sldMk cId="1661260248" sldId="261"/>
            <ac:picMk id="13" creationId="{B2BCC082-C44E-B541-3E55-B8A53427AA5B}"/>
          </ac:picMkLst>
        </pc:picChg>
        <pc:picChg chg="add mod">
          <ac:chgData name="musukie52@gmail.com" userId="017bd91f96aa8751" providerId="LiveId" clId="{5B2C3894-F97E-4CAB-8812-5BB4D83AAC6A}" dt="2026-08-27T02:51:28.293" v="244" actId="1076"/>
          <ac:picMkLst>
            <pc:docMk/>
            <pc:sldMk cId="1661260248" sldId="261"/>
            <ac:picMk id="15" creationId="{840A4DB7-8A65-3C77-43C3-E9041CE5FC9D}"/>
          </ac:picMkLst>
        </pc:picChg>
        <pc:picChg chg="add del mod">
          <ac:chgData name="musukie52@gmail.com" userId="017bd91f96aa8751" providerId="LiveId" clId="{5B2C3894-F97E-4CAB-8812-5BB4D83AAC6A}" dt="2026-08-27T02:25:49.150" v="192" actId="478"/>
          <ac:picMkLst>
            <pc:docMk/>
            <pc:sldMk cId="1661260248" sldId="261"/>
            <ac:picMk id="16" creationId="{000AA2A7-4F93-7AAE-27D1-6ABAFED28EA7}"/>
          </ac:picMkLst>
        </pc:picChg>
        <pc:picChg chg="add mod">
          <ac:chgData name="musukie52@gmail.com" userId="017bd91f96aa8751" providerId="LiveId" clId="{5B2C3894-F97E-4CAB-8812-5BB4D83AAC6A}" dt="2026-08-27T02:26:33.540" v="199" actId="1038"/>
          <ac:picMkLst>
            <pc:docMk/>
            <pc:sldMk cId="1661260248" sldId="261"/>
            <ac:picMk id="20" creationId="{1CA99E82-80B8-CFB8-91C1-0E553A28EC50}"/>
          </ac:picMkLst>
        </pc:picChg>
        <pc:picChg chg="add mod">
          <ac:chgData name="musukie52@gmail.com" userId="017bd91f96aa8751" providerId="LiveId" clId="{5B2C3894-F97E-4CAB-8812-5BB4D83AAC6A}" dt="2026-08-27T02:52:31.559" v="250"/>
          <ac:picMkLst>
            <pc:docMk/>
            <pc:sldMk cId="1661260248" sldId="261"/>
            <ac:picMk id="24" creationId="{C5BE64B3-C970-9832-A77A-A1B0B83623C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09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769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1334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700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511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865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7904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939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4585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937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44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21CD8D-2AA1-4D86-9ED4-C6BAC9D3F8E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280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인포그래픽 활용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기획서의 내용과 동떨어진</a:t>
            </a:r>
            <a:r>
              <a:rPr lang="en-US" altLang="ko-KR"/>
              <a:t>, </a:t>
            </a:r>
            <a:r>
              <a:rPr lang="ko-KR" altLang="en-US"/>
              <a:t>어울리지 않는 인포그래픽을 사용하지 않게 주의하자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평소에 내가 미래에 사용할</a:t>
            </a:r>
            <a:br>
              <a:rPr lang="en-US" altLang="ko-KR"/>
            </a:br>
            <a:r>
              <a:rPr lang="ko-KR" altLang="en-US"/>
              <a:t>인포그래픽을 미리 찾아두자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22" y="2756400"/>
            <a:ext cx="6236677" cy="41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731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스토리보드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39262" y="1825625"/>
            <a:ext cx="11113476" cy="4351338"/>
          </a:xfrm>
        </p:spPr>
        <p:txBody>
          <a:bodyPr/>
          <a:lstStyle/>
          <a:p>
            <a:r>
              <a:rPr lang="ko-KR" altLang="en-US"/>
              <a:t>시스템이 진행되는 전개에 대한 내용을 스토리보드로 표현해보자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19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559" y="0"/>
            <a:ext cx="94408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93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25D1B2A-13FB-9EF8-57B9-53924FEFA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799047"/>
              </p:ext>
            </p:extLst>
          </p:nvPr>
        </p:nvGraphicFramePr>
        <p:xfrm>
          <a:off x="6220746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" r="24607"/>
          <a:stretch/>
        </p:blipFill>
        <p:spPr>
          <a:xfrm>
            <a:off x="352699" y="1562647"/>
            <a:ext cx="2857227" cy="215047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33B3953F-9AFC-5ADE-5855-4B4CFDB04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889"/>
          <a:stretch>
            <a:fillRect/>
          </a:stretch>
        </p:blipFill>
        <p:spPr>
          <a:xfrm>
            <a:off x="7606194" y="4324315"/>
            <a:ext cx="2857226" cy="21621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D6C25D-C055-B970-FC7C-E7689F36D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2" t="2632" r="2632" b="2632"/>
          <a:stretch>
            <a:fillRect/>
          </a:stretch>
        </p:blipFill>
        <p:spPr>
          <a:xfrm>
            <a:off x="3237854" y="1558551"/>
            <a:ext cx="2857226" cy="2146375"/>
          </a:xfrm>
          <a:prstGeom prst="rect">
            <a:avLst/>
          </a:prstGeom>
        </p:spPr>
      </p:pic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172386"/>
              </p:ext>
            </p:extLst>
          </p:nvPr>
        </p:nvGraphicFramePr>
        <p:xfrm>
          <a:off x="343821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B2BCC082-C44E-B541-3E55-B8A53427AA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889"/>
          <a:stretch>
            <a:fillRect/>
          </a:stretch>
        </p:blipFill>
        <p:spPr>
          <a:xfrm>
            <a:off x="4721038" y="4324315"/>
            <a:ext cx="2857227" cy="216214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40A4DB7-8A65-3C77-43C3-E9041CE5FC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536" y="4333839"/>
            <a:ext cx="2854927" cy="2141195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195BB11-A714-0CE0-CADF-2F0DBA958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047779"/>
              </p:ext>
            </p:extLst>
          </p:nvPr>
        </p:nvGraphicFramePr>
        <p:xfrm>
          <a:off x="1826359" y="4324382"/>
          <a:ext cx="8657307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5769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3697240744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D8DFC5-1C70-AD55-9E47-469A3B89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7F4075-DBE3-2A46-0EE7-D0547E9B74A3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０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스토리보드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A117C29A-8012-1D80-C2F3-C98BC02F8E31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DDA432E-73C8-24D7-77E4-4A7BC81C2928}"/>
              </a:ext>
            </a:extLst>
          </p:cNvPr>
          <p:cNvSpPr>
            <a:spLocks noGrp="1"/>
          </p:cNvSpPr>
          <p:nvPr/>
        </p:nvSpPr>
        <p:spPr>
          <a:xfrm>
            <a:off x="352699" y="1120962"/>
            <a:ext cx="873982" cy="305183"/>
          </a:xfrm>
          <a:prstGeom prst="roundRect">
            <a:avLst>
              <a:gd name="adj" fmla="val 13043"/>
            </a:avLst>
          </a:prstGeom>
          <a:solidFill>
            <a:srgbClr val="DDF2F1"/>
          </a:solidFill>
          <a:ln w="9525">
            <a:solidFill>
              <a:srgbClr val="6ABCB7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0A5A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55126AE-BEA7-00BE-794F-E562F241A884}"/>
              </a:ext>
            </a:extLst>
          </p:cNvPr>
          <p:cNvSpPr>
            <a:spLocks noGrp="1"/>
          </p:cNvSpPr>
          <p:nvPr/>
        </p:nvSpPr>
        <p:spPr>
          <a:xfrm>
            <a:off x="1826359" y="3885848"/>
            <a:ext cx="873982" cy="305183"/>
          </a:xfrm>
          <a:prstGeom prst="roundRect">
            <a:avLst>
              <a:gd name="adj" fmla="val 13043"/>
            </a:avLst>
          </a:prstGeom>
          <a:solidFill>
            <a:srgbClr val="ECE4F8"/>
          </a:solidFill>
          <a:ln w="9525">
            <a:solidFill>
              <a:srgbClr val="A98ED2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5638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흡수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77E0CBC-8EAA-0F04-4D0C-7E317C63A2DF}"/>
              </a:ext>
            </a:extLst>
          </p:cNvPr>
          <p:cNvSpPr>
            <a:spLocks noGrp="1"/>
          </p:cNvSpPr>
          <p:nvPr/>
        </p:nvSpPr>
        <p:spPr>
          <a:xfrm>
            <a:off x="6220746" y="1120962"/>
            <a:ext cx="873982" cy="305183"/>
          </a:xfrm>
          <a:prstGeom prst="roundRect">
            <a:avLst>
              <a:gd name="adj" fmla="val 13043"/>
            </a:avLst>
          </a:prstGeom>
          <a:solidFill>
            <a:srgbClr val="FFF0C2"/>
          </a:solidFill>
          <a:ln w="9525">
            <a:solidFill>
              <a:srgbClr val="DEB957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6C4F0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공중 부유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CA99E82-80B8-CFB8-91C1-0E553A28EC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0271" y="1575240"/>
            <a:ext cx="2857226" cy="21333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C5BE64B3-C970-9832-A77A-A1B0B83623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732" y="1563730"/>
            <a:ext cx="2859533" cy="214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260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다양한 표현법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인포그래픽</a:t>
            </a:r>
            <a:r>
              <a:rPr lang="en-US" altLang="ko-KR"/>
              <a:t>, </a:t>
            </a:r>
            <a:r>
              <a:rPr lang="ko-KR" altLang="en-US"/>
              <a:t>스토리보드 등 다양한 표현법을 사용하면</a:t>
            </a:r>
            <a:endParaRPr lang="en-US" altLang="ko-KR"/>
          </a:p>
          <a:p>
            <a:r>
              <a:rPr lang="ko-KR" altLang="en-US"/>
              <a:t>처음 보는 사람도 한번에 이해하기 용이하다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이런 표현법을 활용하지 못하면</a:t>
            </a:r>
            <a:r>
              <a:rPr lang="en-US" altLang="ko-KR"/>
              <a:t>,</a:t>
            </a:r>
          </a:p>
          <a:p>
            <a:r>
              <a:rPr lang="ko-KR" altLang="en-US"/>
              <a:t>성공한 게임의 시스템을 역기획하는 게 낫긴 한데</a:t>
            </a:r>
            <a:endParaRPr lang="en-US" altLang="ko-KR"/>
          </a:p>
          <a:p>
            <a:r>
              <a:rPr lang="ko-KR" altLang="en-US"/>
              <a:t>굳이</a:t>
            </a:r>
            <a:r>
              <a:rPr lang="en-US" altLang="ko-KR"/>
              <a:t>…</a:t>
            </a:r>
          </a:p>
          <a:p>
            <a:r>
              <a:rPr lang="ko-KR" altLang="en-US"/>
              <a:t>직접 처음부터 끝까지 창작한 시스템을 보여준 게 훨씬 좋다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809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타 게임의 화면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을 통해</a:t>
            </a:r>
            <a:endParaRPr lang="en-US" altLang="ko-KR"/>
          </a:p>
          <a:p>
            <a:r>
              <a:rPr lang="ko-KR" altLang="en-US"/>
              <a:t>약속의 효과가 얼마나 중요한지 확인했다</a:t>
            </a:r>
            <a:r>
              <a:rPr lang="en-US" altLang="ko-KR"/>
              <a:t>.</a:t>
            </a:r>
          </a:p>
          <a:p>
            <a:r>
              <a:rPr lang="ko-KR" altLang="en-US"/>
              <a:t>시장의 결과를 확인할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역기획서의 핵심 </a:t>
            </a:r>
            <a:r>
              <a:rPr lang="en-US" altLang="ko-KR"/>
              <a:t>: </a:t>
            </a:r>
            <a:r>
              <a:rPr lang="ko-KR" altLang="en-US"/>
              <a:t>내가 생각한 시스템이</a:t>
            </a:r>
            <a:r>
              <a:rPr lang="en-US" altLang="ko-KR"/>
              <a:t>, </a:t>
            </a:r>
            <a:r>
              <a:rPr lang="ko-KR" altLang="en-US"/>
              <a:t>성공한 게임의 어떤 시스템과 비슷하다는 것을 어필하는 것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8992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성공한 게임 차용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성공한 게임의 스크린샷</a:t>
            </a:r>
            <a:endParaRPr lang="en-US" altLang="ko-KR"/>
          </a:p>
          <a:p>
            <a:r>
              <a:rPr lang="ko-KR" altLang="en-US"/>
              <a:t>성공한 게임의 </a:t>
            </a:r>
            <a:r>
              <a:rPr lang="en-US" altLang="ko-KR"/>
              <a:t>70%</a:t>
            </a:r>
            <a:r>
              <a:rPr lang="ko-KR" altLang="en-US"/>
              <a:t>의 좋은 점은 비슷하지만</a:t>
            </a:r>
            <a:endParaRPr lang="en-US" altLang="ko-KR"/>
          </a:p>
          <a:p>
            <a:r>
              <a:rPr lang="en-US" altLang="ko-KR"/>
              <a:t>30%</a:t>
            </a:r>
            <a:r>
              <a:rPr lang="ko-KR" altLang="en-US"/>
              <a:t>는 독창적이고</a:t>
            </a:r>
            <a:r>
              <a:rPr lang="en-US" altLang="ko-KR"/>
              <a:t>, </a:t>
            </a:r>
            <a:r>
              <a:rPr lang="ko-KR" altLang="en-US"/>
              <a:t>수정</a:t>
            </a:r>
            <a:r>
              <a:rPr lang="en-US" altLang="ko-KR"/>
              <a:t>/</a:t>
            </a:r>
            <a:r>
              <a:rPr lang="ko-KR" altLang="en-US"/>
              <a:t>보완하고</a:t>
            </a:r>
            <a:r>
              <a:rPr lang="en-US" altLang="ko-KR"/>
              <a:t>, </a:t>
            </a:r>
            <a:r>
              <a:rPr lang="ko-KR" altLang="en-US"/>
              <a:t>시장의 트렌드에 대응했다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주의</a:t>
            </a:r>
            <a:r>
              <a:rPr lang="en-US" altLang="ko-KR"/>
              <a:t>!</a:t>
            </a:r>
            <a:r>
              <a:rPr lang="ko-KR" altLang="en-US"/>
              <a:t> </a:t>
            </a:r>
            <a:r>
              <a:rPr lang="en-US" altLang="ko-KR"/>
              <a:t>: </a:t>
            </a:r>
            <a:r>
              <a:rPr lang="ko-KR" altLang="en-US"/>
              <a:t>실패한 게임에서 참고하지는 말자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556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892" y="141321"/>
            <a:ext cx="9050216" cy="657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17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은신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925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저장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743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708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149</Words>
  <Application>Microsoft Office PowerPoint</Application>
  <PresentationFormat>와이드스크린</PresentationFormat>
  <Paragraphs>32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인포그래픽 활용</vt:lpstr>
      <vt:lpstr>스토리보드</vt:lpstr>
      <vt:lpstr>PowerPoint 프레젠테이션</vt:lpstr>
      <vt:lpstr>PowerPoint 프레젠테이션</vt:lpstr>
      <vt:lpstr>다양한 표현법</vt:lpstr>
      <vt:lpstr>타 게임의 화면</vt:lpstr>
      <vt:lpstr>성공한 게임 차용</vt:lpstr>
      <vt:lpstr>PowerPoint 프레젠테이션</vt:lpstr>
      <vt:lpstr>은신</vt:lpstr>
      <vt:lpstr>저장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musukie52@gmail.com</cp:lastModifiedBy>
  <cp:revision>9</cp:revision>
  <dcterms:created xsi:type="dcterms:W3CDTF">2026-08-26T04:44:16Z</dcterms:created>
  <dcterms:modified xsi:type="dcterms:W3CDTF">2026-08-27T02:52:47Z</dcterms:modified>
</cp:coreProperties>
</file>