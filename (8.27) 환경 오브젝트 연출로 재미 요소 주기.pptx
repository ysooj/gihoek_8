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ADFF"/>
    <a:srgbClr val="DDEEFF"/>
    <a:srgbClr val="EE8991"/>
    <a:srgbClr val="FFD757"/>
    <a:srgbClr val="FFF2C7"/>
    <a:srgbClr val="5E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modSld">
      <pc:chgData name="musukie52@gmail.com" userId="017bd91f96aa8751" providerId="LiveId" clId="{5B2C3894-F97E-4CAB-8812-5BB4D83AAC6A}" dt="2026-08-28T01:14:42.572" v="10" actId="22"/>
      <pc:docMkLst>
        <pc:docMk/>
      </pc:docMkLst>
      <pc:sldChg chg="modSp mod">
        <pc:chgData name="musukie52@gmail.com" userId="017bd91f96aa8751" providerId="LiveId" clId="{5B2C3894-F97E-4CAB-8812-5BB4D83AAC6A}" dt="2026-08-28T01:12:54.530" v="7" actId="166"/>
        <pc:sldMkLst>
          <pc:docMk/>
          <pc:sldMk cId="3055854105" sldId="271"/>
        </pc:sldMkLst>
        <pc:spChg chg="mod">
          <ac:chgData name="musukie52@gmail.com" userId="017bd91f96aa8751" providerId="LiveId" clId="{5B2C3894-F97E-4CAB-8812-5BB4D83AAC6A}" dt="2026-08-28T01:12:18.217" v="0" actId="14100"/>
          <ac:spMkLst>
            <pc:docMk/>
            <pc:sldMk cId="3055854105" sldId="271"/>
            <ac:spMk id="29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8-28T01:12:24.490" v="1" actId="14100"/>
          <ac:spMkLst>
            <pc:docMk/>
            <pc:sldMk cId="3055854105" sldId="271"/>
            <ac:spMk id="3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8-28T01:12:42.973" v="6" actId="1076"/>
          <ac:spMkLst>
            <pc:docMk/>
            <pc:sldMk cId="3055854105" sldId="271"/>
            <ac:spMk id="31" creationId="{00000000-0000-0000-0000-000000000000}"/>
          </ac:spMkLst>
        </pc:spChg>
        <pc:cxnChg chg="ord">
          <ac:chgData name="musukie52@gmail.com" userId="017bd91f96aa8751" providerId="LiveId" clId="{5B2C3894-F97E-4CAB-8812-5BB4D83AAC6A}" dt="2026-08-28T01:12:54.530" v="7" actId="166"/>
          <ac:cxnSpMkLst>
            <pc:docMk/>
            <pc:sldMk cId="3055854105" sldId="271"/>
            <ac:cxnSpMk id="11" creationId="{00000000-0000-0000-0000-000000000000}"/>
          </ac:cxnSpMkLst>
        </pc:cxnChg>
        <pc:cxnChg chg="ord">
          <ac:chgData name="musukie52@gmail.com" userId="017bd91f96aa8751" providerId="LiveId" clId="{5B2C3894-F97E-4CAB-8812-5BB4D83AAC6A}" dt="2026-08-28T01:12:54.530" v="7" actId="166"/>
          <ac:cxnSpMkLst>
            <pc:docMk/>
            <pc:sldMk cId="3055854105" sldId="271"/>
            <ac:cxnSpMk id="13" creationId="{00000000-0000-0000-0000-000000000000}"/>
          </ac:cxnSpMkLst>
        </pc:cxnChg>
      </pc:sldChg>
      <pc:sldChg chg="addSp delSp new mod">
        <pc:chgData name="musukie52@gmail.com" userId="017bd91f96aa8751" providerId="LiveId" clId="{5B2C3894-F97E-4CAB-8812-5BB4D83AAC6A}" dt="2026-08-28T01:14:42.572" v="10" actId="22"/>
        <pc:sldMkLst>
          <pc:docMk/>
          <pc:sldMk cId="4032675945" sldId="272"/>
        </pc:sldMkLst>
        <pc:spChg chg="del">
          <ac:chgData name="musukie52@gmail.com" userId="017bd91f96aa8751" providerId="LiveId" clId="{5B2C3894-F97E-4CAB-8812-5BB4D83AAC6A}" dt="2026-08-28T01:14:42.251" v="9" actId="478"/>
          <ac:spMkLst>
            <pc:docMk/>
            <pc:sldMk cId="4032675945" sldId="272"/>
            <ac:spMk id="2" creationId="{905DDC9E-A5DD-ABF1-BB42-5EC0DE85FBD3}"/>
          </ac:spMkLst>
        </pc:spChg>
        <pc:spChg chg="del">
          <ac:chgData name="musukie52@gmail.com" userId="017bd91f96aa8751" providerId="LiveId" clId="{5B2C3894-F97E-4CAB-8812-5BB4D83AAC6A}" dt="2026-08-28T01:14:42.251" v="9" actId="478"/>
          <ac:spMkLst>
            <pc:docMk/>
            <pc:sldMk cId="4032675945" sldId="272"/>
            <ac:spMk id="3" creationId="{9296B3AB-3F1C-D0A2-BECD-E1EA05204946}"/>
          </ac:spMkLst>
        </pc:spChg>
        <pc:spChg chg="add">
          <ac:chgData name="musukie52@gmail.com" userId="017bd91f96aa8751" providerId="LiveId" clId="{5B2C3894-F97E-4CAB-8812-5BB4D83AAC6A}" dt="2026-08-28T01:14:42.572" v="10" actId="22"/>
          <ac:spMkLst>
            <pc:docMk/>
            <pc:sldMk cId="4032675945" sldId="272"/>
            <ac:spMk id="5" creationId="{01D32EA4-540F-66A7-CC24-DFCF22BCF725}"/>
          </ac:spMkLst>
        </pc:spChg>
        <pc:spChg chg="add">
          <ac:chgData name="musukie52@gmail.com" userId="017bd91f96aa8751" providerId="LiveId" clId="{5B2C3894-F97E-4CAB-8812-5BB4D83AAC6A}" dt="2026-08-28T01:14:42.572" v="10" actId="22"/>
          <ac:spMkLst>
            <pc:docMk/>
            <pc:sldMk cId="4032675945" sldId="272"/>
            <ac:spMk id="7" creationId="{CE2F8694-ED58-67FC-7AB3-C19382E73262}"/>
          </ac:spMkLst>
        </pc:spChg>
        <pc:spChg chg="add">
          <ac:chgData name="musukie52@gmail.com" userId="017bd91f96aa8751" providerId="LiveId" clId="{5B2C3894-F97E-4CAB-8812-5BB4D83AAC6A}" dt="2026-08-28T01:14:42.572" v="10" actId="22"/>
          <ac:spMkLst>
            <pc:docMk/>
            <pc:sldMk cId="4032675945" sldId="272"/>
            <ac:spMk id="9" creationId="{2F16081E-DEB9-4C7B-AD86-C782DBC578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57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20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68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1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98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24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2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76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19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5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18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06F38-93FC-4395-9982-D324C134E11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7B35A-23DE-42A6-B6F8-6BC0345AB8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69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타 게임의 화면을 통해 우리 게임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가장 쉽고 논리적으로 설득할 수 있는 방법</a:t>
            </a:r>
            <a:endParaRPr lang="en-US" altLang="ko-KR"/>
          </a:p>
          <a:p>
            <a:r>
              <a:rPr lang="ko-KR" altLang="en-US"/>
              <a:t>성공한 게임이 왜 성공했는지에 대한 이유를 제시</a:t>
            </a:r>
            <a:endParaRPr lang="en-US" altLang="ko-KR"/>
          </a:p>
          <a:p>
            <a:r>
              <a:rPr lang="ko-KR" altLang="en-US"/>
              <a:t>그 이유 중 어떤 부분을 가져오고</a:t>
            </a:r>
            <a:r>
              <a:rPr lang="en-US" altLang="ko-KR"/>
              <a:t>, </a:t>
            </a:r>
            <a:r>
              <a:rPr lang="ko-KR" altLang="en-US"/>
              <a:t>그것을 이어갈 지</a:t>
            </a:r>
            <a:endParaRPr lang="en-US" altLang="ko-KR"/>
          </a:p>
          <a:p>
            <a:r>
              <a:rPr lang="ko-KR" altLang="en-US"/>
              <a:t>성공 가능성이 올라가는 데에 대한 근거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677" y="3487960"/>
            <a:ext cx="4431323" cy="337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0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0" y="852128"/>
            <a:ext cx="6439799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0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1" y="245142"/>
            <a:ext cx="8458198" cy="636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5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표현법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교육용 게임을 예시로 보았다</a:t>
            </a:r>
            <a:r>
              <a:rPr lang="en-US" altLang="ko-KR"/>
              <a:t>.</a:t>
            </a:r>
          </a:p>
          <a:p>
            <a:r>
              <a:rPr lang="en-US" altLang="ko-KR"/>
              <a:t>3</a:t>
            </a:r>
            <a:r>
              <a:rPr lang="ko-KR" altLang="en-US"/>
              <a:t>번 </a:t>
            </a:r>
            <a:r>
              <a:rPr lang="en-US" altLang="ko-KR"/>
              <a:t>‘</a:t>
            </a:r>
            <a:r>
              <a:rPr lang="ko-KR" altLang="en-US"/>
              <a:t>낙서 지우기</a:t>
            </a:r>
            <a:r>
              <a:rPr lang="en-US" altLang="ko-KR"/>
              <a:t>＇</a:t>
            </a:r>
            <a:r>
              <a:rPr lang="ko-KR" altLang="en-US"/>
              <a:t>는 교육용으로 너무 좋다</a:t>
            </a:r>
            <a:r>
              <a:rPr lang="en-US" altLang="ko-KR"/>
              <a:t>.</a:t>
            </a:r>
          </a:p>
          <a:p>
            <a:r>
              <a:rPr lang="en-US" altLang="ko-KR"/>
              <a:t>1</a:t>
            </a:r>
            <a:r>
              <a:rPr lang="ko-KR" altLang="en-US"/>
              <a:t>번 나무 흔들기와</a:t>
            </a:r>
            <a:r>
              <a:rPr lang="en-US" altLang="ko-KR"/>
              <a:t> 2</a:t>
            </a:r>
            <a:r>
              <a:rPr lang="ko-KR" altLang="en-US"/>
              <a:t>번 땅파기는 </a:t>
            </a:r>
            <a:r>
              <a:rPr lang="en-US" altLang="ko-KR"/>
              <a:t>‘</a:t>
            </a:r>
            <a:r>
              <a:rPr lang="ko-KR" altLang="en-US"/>
              <a:t>교육</a:t>
            </a:r>
            <a:r>
              <a:rPr lang="en-US" altLang="ko-KR"/>
              <a:t>＇</a:t>
            </a:r>
            <a:r>
              <a:rPr lang="ko-KR" altLang="en-US"/>
              <a:t>으로는 의미가 </a:t>
            </a:r>
            <a:r>
              <a:rPr lang="en-US" altLang="ko-KR"/>
              <a:t>x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062" y="3467100"/>
            <a:ext cx="4483937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표현법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캐릭터의</a:t>
            </a:r>
            <a:r>
              <a:rPr lang="en-US" altLang="ko-KR"/>
              <a:t> </a:t>
            </a:r>
            <a:r>
              <a:rPr lang="ko-KR" altLang="en-US"/>
              <a:t>시선에 따라서</a:t>
            </a:r>
            <a:endParaRPr lang="en-US" altLang="ko-KR"/>
          </a:p>
          <a:p>
            <a:r>
              <a:rPr lang="ko-KR" altLang="en-US"/>
              <a:t>플레이어가 어디를 봐야 하는지</a:t>
            </a:r>
            <a:endParaRPr lang="en-US" altLang="ko-KR"/>
          </a:p>
          <a:p>
            <a:r>
              <a:rPr lang="ko-KR" altLang="en-US"/>
              <a:t>알 수 있다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402379"/>
            <a:ext cx="5105400" cy="445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8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ko-KR" altLang="en-US"/>
              <a:t>그림 판당고</a:t>
            </a:r>
            <a:r>
              <a:rPr lang="en-US" altLang="ko-KR"/>
              <a:t>&gt;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게임에 필요한 요소가 있을 때</a:t>
            </a:r>
            <a:r>
              <a:rPr lang="en-US" altLang="ko-KR"/>
              <a:t>, </a:t>
            </a:r>
            <a:r>
              <a:rPr lang="ko-KR" altLang="en-US"/>
              <a:t>그것을 놓지치 않게 하기 위해</a:t>
            </a:r>
            <a:endParaRPr lang="en-US" altLang="ko-KR"/>
          </a:p>
          <a:p>
            <a:r>
              <a:rPr lang="ko-KR" altLang="en-US"/>
              <a:t>캐릭터의 시선이 그 요소로 옮겨진다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이런 것들이 </a:t>
            </a:r>
            <a:r>
              <a:rPr lang="en-US" altLang="ko-KR"/>
              <a:t>‘!’</a:t>
            </a:r>
            <a:r>
              <a:rPr lang="ko-KR" altLang="en-US"/>
              <a:t>를 대신할 수 있다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1" y="3089611"/>
            <a:ext cx="4800600" cy="376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4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시스템이 사용되는 상황 제시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포토샵 </a:t>
            </a:r>
            <a:r>
              <a:rPr lang="en-US" altLang="ko-KR"/>
              <a:t>Photoshop</a:t>
            </a:r>
          </a:p>
          <a:p>
            <a:r>
              <a:rPr lang="ko-KR" altLang="en-US"/>
              <a:t>디자인돌 </a:t>
            </a:r>
            <a:r>
              <a:rPr lang="en-US" altLang="ko-KR"/>
              <a:t>Designdoll</a:t>
            </a:r>
          </a:p>
          <a:p>
            <a:r>
              <a:rPr lang="ko-KR" altLang="en-US"/>
              <a:t>스케치업 </a:t>
            </a:r>
            <a:r>
              <a:rPr lang="en-US" altLang="ko-KR"/>
              <a:t>Sketchup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1" y="1599565"/>
            <a:ext cx="6934200" cy="525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재미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환경 연출 요소로서 재미를 준다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새 가까이 가면 날아갔다가</a:t>
            </a:r>
            <a:r>
              <a:rPr lang="en-US" altLang="ko-KR"/>
              <a:t>, </a:t>
            </a:r>
            <a:r>
              <a:rPr lang="ko-KR" altLang="en-US"/>
              <a:t>일정 시간 후에 다시 돌아온다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개에게 가까이 다가가면 으르렁 거린다</a:t>
            </a:r>
            <a:r>
              <a:rPr lang="en-US" altLang="ko-KR"/>
              <a:t>.</a:t>
            </a:r>
          </a:p>
          <a:p>
            <a:r>
              <a:rPr lang="ko-KR" altLang="en-US"/>
              <a:t>이를 통해 시스템의 흥미도를 올릴 수 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81" y="4229101"/>
            <a:ext cx="12212082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우리 게임에 재미 요소를 추가해보자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아까 레퍼런스로 봤던 개와 새같은 연출 요소를 생각해보자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시각에만 의존하는 몬스터가 있다고 해보자</a:t>
            </a:r>
            <a:r>
              <a:rPr lang="en-US" altLang="ko-KR"/>
              <a:t>. </a:t>
            </a:r>
            <a:r>
              <a:rPr lang="ko-KR" altLang="en-US"/>
              <a:t>그러면 켜져있는 초를 모두 후 불어서 끄면</a:t>
            </a:r>
            <a:r>
              <a:rPr lang="en-US" altLang="ko-KR"/>
              <a:t>, </a:t>
            </a:r>
            <a:r>
              <a:rPr lang="ko-KR" altLang="en-US"/>
              <a:t>몬스터는 시각 정보가 차단되니까 주인공을 발견하지 못할 거고</a:t>
            </a:r>
            <a:r>
              <a:rPr lang="en-US" altLang="ko-KR"/>
              <a:t>, </a:t>
            </a:r>
            <a:r>
              <a:rPr lang="ko-KR" altLang="en-US"/>
              <a:t>주인공은 전투 없이 몬스터를 지나칠 수 있을 거야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0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악취</a:t>
            </a:r>
            <a:endParaRPr lang="en-US" altLang="ko-KR"/>
          </a:p>
          <a:p>
            <a:r>
              <a:rPr lang="ko-KR" altLang="en-US"/>
              <a:t>숨 참기 후 지나가지 않으면 기침으로 적들의 시선을 끌게 됨</a:t>
            </a:r>
          </a:p>
        </p:txBody>
      </p:sp>
    </p:spTree>
    <p:extLst>
      <p:ext uri="{BB962C8B-B14F-4D97-AF65-F5344CB8AC3E}">
        <p14:creationId xmlns:p14="http://schemas.microsoft.com/office/powerpoint/2010/main" val="266193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7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강한 날숨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풍경</a:t>
            </a:r>
            <a:r>
              <a:rPr lang="en-US" altLang="ko-KR"/>
              <a:t>(</a:t>
            </a:r>
            <a:r>
              <a:rPr lang="ko-KR" altLang="en-US"/>
              <a:t>종</a:t>
            </a:r>
            <a:r>
              <a:rPr lang="en-US" altLang="ko-KR"/>
              <a:t>), </a:t>
            </a:r>
            <a:r>
              <a:rPr lang="ko-KR" altLang="en-US"/>
              <a:t>출입문 옆 종</a:t>
            </a:r>
            <a:r>
              <a:rPr lang="en-US" altLang="ko-KR"/>
              <a:t>, </a:t>
            </a:r>
            <a:r>
              <a:rPr lang="ko-KR" altLang="en-US"/>
              <a:t>깡통 모빌</a:t>
            </a:r>
            <a:r>
              <a:rPr lang="en-US" altLang="ko-KR"/>
              <a:t>, </a:t>
            </a:r>
            <a:r>
              <a:rPr lang="ko-KR" altLang="en-US"/>
              <a:t>빈 병</a:t>
            </a:r>
            <a:r>
              <a:rPr lang="en-US" altLang="ko-KR"/>
              <a:t>(</a:t>
            </a:r>
            <a:r>
              <a:rPr lang="ko-KR" altLang="en-US"/>
              <a:t>날숨으로 병을 굴려서 깨뜨리기</a:t>
            </a:r>
            <a:r>
              <a:rPr lang="en-US" altLang="ko-KR"/>
              <a:t>), </a:t>
            </a:r>
            <a:r>
              <a:rPr lang="ko-KR" altLang="en-US"/>
              <a:t>철판</a:t>
            </a:r>
            <a:r>
              <a:rPr lang="en-US" altLang="ko-KR"/>
              <a:t>, </a:t>
            </a:r>
            <a:r>
              <a:rPr lang="ko-KR" altLang="en-US"/>
              <a:t>낡은 간판</a:t>
            </a:r>
            <a:r>
              <a:rPr lang="en-US" altLang="ko-KR"/>
              <a:t>, </a:t>
            </a:r>
            <a:r>
              <a:rPr lang="ko-KR" altLang="en-US"/>
              <a:t>철문</a:t>
            </a:r>
          </a:p>
        </p:txBody>
      </p:sp>
    </p:spTree>
    <p:extLst>
      <p:ext uri="{BB962C8B-B14F-4D97-AF65-F5344CB8AC3E}">
        <p14:creationId xmlns:p14="http://schemas.microsoft.com/office/powerpoint/2010/main" val="12313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주방에서 날숨으로 냄비 소리 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3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모서리가 둥근 직사각형 20"/>
          <p:cNvSpPr/>
          <p:nvPr/>
        </p:nvSpPr>
        <p:spPr>
          <a:xfrm>
            <a:off x="983411" y="1709211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  <a:ln w="38100">
            <a:solidFill>
              <a:srgbClr val="FFD7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D8DFC5-1C70-AD55-9E47-469A3B89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7F4075-DBE3-2A46-0EE7-D0547E9B74A3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117C29A-8012-1D80-C2F3-C98BC02F8E3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6383545" y="3044216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3"/>
            <a:srcRect/>
            <a:stretch>
              <a:fillRect l="-8000" r="-8000"/>
            </a:stretch>
          </a:blipFill>
          <a:ln w="38100"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983410" y="4418676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4"/>
            <a:srcRect/>
            <a:stretch>
              <a:fillRect l="-8000" r="-8000"/>
            </a:stretch>
          </a:blipFill>
          <a:ln w="38100">
            <a:solidFill>
              <a:srgbClr val="5BA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83410" y="1259232"/>
            <a:ext cx="5629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강한 날숨으로 오브젝트를 움직여서 소리를 발생시킴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409" y="3971738"/>
            <a:ext cx="253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적의 시선을 피해 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0288" y="2563401"/>
            <a:ext cx="178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적의 시선을 끔</a:t>
            </a:r>
          </a:p>
        </p:txBody>
      </p:sp>
      <p:cxnSp>
        <p:nvCxnSpPr>
          <p:cNvPr id="11" name="구부러진 연결선 10"/>
          <p:cNvCxnSpPr/>
          <p:nvPr/>
        </p:nvCxnSpPr>
        <p:spPr>
          <a:xfrm>
            <a:off x="5900468" y="2752237"/>
            <a:ext cx="2941607" cy="320744"/>
          </a:xfrm>
          <a:prstGeom prst="curvedConnector2">
            <a:avLst/>
          </a:prstGeom>
          <a:ln w="25400">
            <a:solidFill>
              <a:srgbClr val="5E418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구부러진 연결선 12"/>
          <p:cNvCxnSpPr/>
          <p:nvPr/>
        </p:nvCxnSpPr>
        <p:spPr>
          <a:xfrm flipV="1">
            <a:off x="5900468" y="5159033"/>
            <a:ext cx="2941607" cy="302669"/>
          </a:xfrm>
          <a:prstGeom prst="curvedConnector2">
            <a:avLst/>
          </a:prstGeom>
          <a:ln w="25400">
            <a:solidFill>
              <a:srgbClr val="5E418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85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D32EA4-540F-66A7-CC24-DFCF22BCF7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2F8694-ED58-67FC-7AB3-C19382E73262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2F16081E-DEB9-4C7B-AD86-C782DBC578FD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67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262</Words>
  <Application>Microsoft Office PowerPoint</Application>
  <PresentationFormat>와이드스크린</PresentationFormat>
  <Paragraphs>41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타 게임의 화면을 통해 우리 게임 비교</vt:lpstr>
      <vt:lpstr>PowerPoint 프레젠테이션</vt:lpstr>
      <vt:lpstr>PowerPoint 프레젠테이션</vt:lpstr>
      <vt:lpstr>표현법</vt:lpstr>
      <vt:lpstr>표현법</vt:lpstr>
      <vt:lpstr>&lt;그림 판당고&gt;</vt:lpstr>
      <vt:lpstr>시스템이 사용되는 상황 제시</vt:lpstr>
      <vt:lpstr>재미 요소</vt:lpstr>
      <vt:lpstr>우리 게임에 재미 요소를 추가해보자.</vt:lpstr>
      <vt:lpstr>PowerPoint 프레젠테이션</vt:lpstr>
      <vt:lpstr>PowerPoint 프레젠테이션</vt:lpstr>
      <vt:lpstr>강한 날숨</vt:lpstr>
      <vt:lpstr>주방에서 날숨으로 냄비 소리 내기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8</cp:revision>
  <dcterms:created xsi:type="dcterms:W3CDTF">2026-08-27T04:56:16Z</dcterms:created>
  <dcterms:modified xsi:type="dcterms:W3CDTF">2026-08-28T01:14:50Z</dcterms:modified>
</cp:coreProperties>
</file>