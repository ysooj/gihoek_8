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E1BEB-540C-4E95-9C52-2C347125D30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B20FD-F3F4-48AB-8E0E-82E8A74FB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2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99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8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37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12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64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6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12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9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9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25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9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0338-DFD8-4DD3-98DA-F9C3D574F10E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F90CF-C7EE-44F5-8EB8-6FEE4EE24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7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국내 액션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피의 거짓</a:t>
            </a:r>
            <a:r>
              <a:rPr lang="en-US" altLang="ko-KR" smtClean="0"/>
              <a:t>], [</a:t>
            </a:r>
            <a:r>
              <a:rPr lang="ko-KR" altLang="en-US" smtClean="0"/>
              <a:t>카잔</a:t>
            </a:r>
            <a:r>
              <a:rPr lang="en-US" altLang="ko-KR" smtClean="0"/>
              <a:t>] / [</a:t>
            </a:r>
            <a:r>
              <a:rPr lang="ko-KR" altLang="en-US" smtClean="0"/>
              <a:t>산나비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국내 게임은 현재 이런 게임들이 액션을 잘 하고 있지만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[</a:t>
            </a:r>
            <a:r>
              <a:rPr lang="ko-KR" altLang="en-US" smtClean="0"/>
              <a:t>팬텀 블레이드 제로</a:t>
            </a:r>
            <a:r>
              <a:rPr lang="en-US" altLang="ko-KR" smtClean="0"/>
              <a:t>]</a:t>
            </a:r>
            <a:r>
              <a:rPr lang="ko-KR" altLang="en-US" smtClean="0"/>
              <a:t>는 미래에 대한 부분을 생각하기 좋은 게임이라서</a:t>
            </a:r>
            <a:r>
              <a:rPr lang="en-US" altLang="ko-KR" smtClean="0"/>
              <a:t>, </a:t>
            </a:r>
            <a:r>
              <a:rPr lang="ko-KR" altLang="en-US" smtClean="0"/>
              <a:t>국내 게임 수준이 이 정도면 좋을 것 같다고 하셨다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41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시스템이 왜 필요한가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가장 유명한 게임 중 하나</a:t>
            </a:r>
            <a:r>
              <a:rPr lang="en-US" altLang="ko-KR" smtClean="0"/>
              <a:t>(</a:t>
            </a:r>
            <a:r>
              <a:rPr lang="ko-KR" altLang="en-US" smtClean="0"/>
              <a:t>당시의 기술력으로 </a:t>
            </a:r>
            <a:r>
              <a:rPr lang="en-US" altLang="ko-KR" smtClean="0"/>
              <a:t>‘</a:t>
            </a:r>
            <a:r>
              <a:rPr lang="ko-KR" altLang="en-US" smtClean="0"/>
              <a:t>어떻게 이런 생각을 했지</a:t>
            </a:r>
            <a:r>
              <a:rPr lang="en-US" altLang="ko-KR" smtClean="0"/>
              <a:t>?)</a:t>
            </a:r>
            <a:r>
              <a:rPr lang="ko-KR" altLang="en-US" smtClean="0"/>
              <a:t>가 </a:t>
            </a:r>
            <a:r>
              <a:rPr lang="en-US" altLang="ko-KR" smtClean="0"/>
              <a:t>[</a:t>
            </a:r>
            <a:r>
              <a:rPr lang="ko-KR" altLang="en-US" smtClean="0"/>
              <a:t>포탈</a:t>
            </a:r>
            <a:r>
              <a:rPr lang="en-US" altLang="ko-KR" smtClean="0"/>
              <a:t>] </a:t>
            </a:r>
            <a:r>
              <a:rPr lang="ko-KR" altLang="en-US" smtClean="0"/>
              <a:t>시리즈 게임이다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8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포탈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포탈을 </a:t>
            </a:r>
            <a:r>
              <a:rPr lang="en-US" altLang="ko-KR" smtClean="0"/>
              <a:t>2</a:t>
            </a:r>
            <a:r>
              <a:rPr lang="ko-KR" altLang="en-US" smtClean="0"/>
              <a:t>개 쏘아서</a:t>
            </a:r>
            <a:endParaRPr lang="en-US" altLang="ko-KR" smtClean="0"/>
          </a:p>
          <a:p>
            <a:r>
              <a:rPr lang="ko-KR" altLang="en-US" smtClean="0"/>
              <a:t>하나는 들어가는 포탈</a:t>
            </a:r>
            <a:r>
              <a:rPr lang="en-US" altLang="ko-KR" smtClean="0"/>
              <a:t>, </a:t>
            </a:r>
            <a:r>
              <a:rPr lang="ko-KR" altLang="en-US" smtClean="0"/>
              <a:t>하나는 나오는 포탈로써</a:t>
            </a:r>
            <a:endParaRPr lang="en-US" altLang="ko-KR" smtClean="0"/>
          </a:p>
          <a:p>
            <a:r>
              <a:rPr lang="ko-KR" altLang="en-US" smtClean="0"/>
              <a:t>여러 가지 상황에서 활용할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이런 시스템 하나만으로도 세상에 잘 만든 게임으로서 소개될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440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슈퍼마리오 브라더스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레벨 디자인의 요소가 재미를 만들어내는 게임이긴 하지만</a:t>
            </a:r>
            <a:endParaRPr lang="en-US" altLang="ko-KR" smtClean="0"/>
          </a:p>
          <a:p>
            <a:r>
              <a:rPr lang="ko-KR" altLang="en-US" smtClean="0"/>
              <a:t>인바이런먼트에서 다양한 요소와의 약속들이 이 게임이 세계적인 게임이 되게 하는 초석이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79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이스</a:t>
            </a:r>
            <a:r>
              <a:rPr lang="en-US" altLang="ko-KR" smtClean="0"/>
              <a:t>] – </a:t>
            </a:r>
            <a:r>
              <a:rPr lang="ko-KR" altLang="en-US" smtClean="0"/>
              <a:t>도트 게임 버전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몬스터와 정면</a:t>
            </a:r>
            <a:r>
              <a:rPr lang="en-US" altLang="ko-KR" smtClean="0"/>
              <a:t>/</a:t>
            </a:r>
            <a:r>
              <a:rPr lang="ko-KR" altLang="en-US" smtClean="0"/>
              <a:t>뒤에서 충돌하느냐에 따라서 다르다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정면으로 충돌하는 게 칼로 공격한 것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무기를 휘두르지 않고도</a:t>
            </a:r>
            <a:r>
              <a:rPr lang="en-US" altLang="ko-KR" smtClean="0"/>
              <a:t>, </a:t>
            </a:r>
            <a:r>
              <a:rPr lang="ko-KR" altLang="en-US" smtClean="0"/>
              <a:t>공격했다고 인식할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정면으로 부딪혀서 데미지를 주는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선생님께서 플레이하신 버전 </a:t>
            </a:r>
            <a:r>
              <a:rPr lang="en-US" altLang="ko-KR" smtClean="0"/>
              <a:t>: [</a:t>
            </a:r>
            <a:r>
              <a:rPr lang="ko-KR" altLang="en-US" smtClean="0"/>
              <a:t>이스 </a:t>
            </a:r>
            <a:r>
              <a:rPr lang="en-US" altLang="ko-KR" smtClean="0"/>
              <a:t>4]</a:t>
            </a:r>
          </a:p>
          <a:p>
            <a:r>
              <a:rPr lang="ko-KR" altLang="en-US" smtClean="0"/>
              <a:t>이를 통해 독특한 손맛을 느낄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정면으로 공격하면 공격력 ↑ </a:t>
            </a:r>
            <a:r>
              <a:rPr lang="en-US" altLang="ko-KR" smtClean="0"/>
              <a:t>/ </a:t>
            </a:r>
            <a:r>
              <a:rPr lang="ko-KR" altLang="en-US" smtClean="0"/>
              <a:t>받는 데미지 ↓</a:t>
            </a:r>
            <a:endParaRPr lang="en-US" altLang="ko-KR" smtClean="0"/>
          </a:p>
          <a:p>
            <a:r>
              <a:rPr lang="ko-KR" altLang="en-US" smtClean="0"/>
              <a:t>후면으로 충돌하면 공격력 ↓ </a:t>
            </a:r>
            <a:r>
              <a:rPr lang="en-US" altLang="ko-KR" smtClean="0"/>
              <a:t>/ </a:t>
            </a:r>
            <a:r>
              <a:rPr lang="ko-KR" altLang="en-US" smtClean="0"/>
              <a:t>받는 데미지 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배틀 포메이션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과거의 게임에서는 배틀 포메이션이 매우 중요했다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새로운 클래스를 생성하는 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매우 어려운 일이다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탱</a:t>
            </a:r>
            <a:r>
              <a:rPr lang="en-US" altLang="ko-KR" smtClean="0"/>
              <a:t>/</a:t>
            </a:r>
            <a:r>
              <a:rPr lang="ko-KR" altLang="en-US" smtClean="0"/>
              <a:t>딜</a:t>
            </a:r>
            <a:r>
              <a:rPr lang="en-US" altLang="ko-KR" smtClean="0"/>
              <a:t>/</a:t>
            </a:r>
            <a:r>
              <a:rPr lang="ko-KR" altLang="en-US" smtClean="0"/>
              <a:t>힐을 기반으로</a:t>
            </a:r>
            <a:endParaRPr lang="en-US" altLang="ko-KR" smtClean="0"/>
          </a:p>
          <a:p>
            <a:pPr lvl="1"/>
            <a:r>
              <a:rPr lang="ko-KR" altLang="en-US" smtClean="0"/>
              <a:t>버퍼</a:t>
            </a:r>
            <a:r>
              <a:rPr lang="en-US" altLang="ko-KR" smtClean="0"/>
              <a:t>, </a:t>
            </a:r>
            <a:r>
              <a:rPr lang="ko-KR" altLang="en-US" smtClean="0"/>
              <a:t>디버퍼</a:t>
            </a:r>
            <a:r>
              <a:rPr lang="en-US" altLang="ko-KR" smtClean="0"/>
              <a:t>, </a:t>
            </a:r>
            <a:r>
              <a:rPr lang="ko-KR" altLang="en-US" smtClean="0"/>
              <a:t>메이즈 계열로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확장될 수도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무기</a:t>
            </a:r>
            <a:r>
              <a:rPr lang="en-US" altLang="ko-KR" smtClean="0"/>
              <a:t>/</a:t>
            </a:r>
            <a:r>
              <a:rPr lang="ko-KR" altLang="en-US" smtClean="0"/>
              <a:t>속성에 따라 공격 방법이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달라질</a:t>
            </a:r>
            <a:r>
              <a:rPr lang="en-US" altLang="ko-KR" smtClean="0"/>
              <a:t> </a:t>
            </a:r>
            <a:r>
              <a:rPr lang="ko-KR" altLang="en-US" smtClean="0"/>
              <a:t>수도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새로운 클래스를 만드는 것만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으로도 게임에 재미를 더할 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있다</a:t>
            </a:r>
            <a:r>
              <a:rPr lang="en-US" altLang="ko-KR" smtClean="0"/>
              <a:t>.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65" y="2637836"/>
            <a:ext cx="598253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25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761" y="100540"/>
            <a:ext cx="7826478" cy="665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3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작업하신 부분을 보여주신다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36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7882"/>
            <a:ext cx="10134600" cy="67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3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14619"/>
            <a:ext cx="9829800" cy="66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31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6999"/>
            <a:ext cx="9906000" cy="66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3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인포그래픽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정보의 압축된 시각화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취업 용도의 포트폴리오는</a:t>
            </a:r>
            <a:endParaRPr lang="en-US" altLang="ko-KR" smtClean="0"/>
          </a:p>
          <a:p>
            <a:r>
              <a:rPr lang="ko-KR" altLang="en-US" smtClean="0"/>
              <a:t>비상업적인 목적이므로</a:t>
            </a:r>
            <a:endParaRPr lang="en-US" altLang="ko-KR"/>
          </a:p>
          <a:p>
            <a:r>
              <a:rPr lang="ko-KR" altLang="en-US" smtClean="0"/>
              <a:t>출처를 굳이 밝히지 않아도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핀터레스트에서 인포그래픽을 검색해서</a:t>
            </a:r>
            <a:endParaRPr lang="en-US" altLang="ko-KR" smtClean="0"/>
          </a:p>
          <a:p>
            <a:r>
              <a:rPr lang="ko-KR" altLang="en-US" smtClean="0"/>
              <a:t>괜찮은 것들을 핀하고</a:t>
            </a:r>
            <a:r>
              <a:rPr lang="en-US" altLang="ko-KR" smtClean="0"/>
              <a:t>, </a:t>
            </a:r>
            <a:r>
              <a:rPr lang="ko-KR" altLang="en-US" smtClean="0"/>
              <a:t>그걸 활용해보기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20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6023" y="365125"/>
            <a:ext cx="5588864" cy="610217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ko-KR" altLang="en-US" smtClean="0"/>
              <a:t>인포그래픽으로 활용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하고 싶은 이미지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896" y="0"/>
            <a:ext cx="4842104" cy="6858000"/>
          </a:xfrm>
        </p:spPr>
      </p:pic>
    </p:spTree>
    <p:extLst>
      <p:ext uri="{BB962C8B-B14F-4D97-AF65-F5344CB8AC3E}">
        <p14:creationId xmlns:p14="http://schemas.microsoft.com/office/powerpoint/2010/main" val="184800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" t="1944" r="1944" b="19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495468" y="3123394"/>
            <a:ext cx="5201064" cy="347169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정오각형 10"/>
          <p:cNvSpPr/>
          <p:nvPr/>
        </p:nvSpPr>
        <p:spPr>
          <a:xfrm>
            <a:off x="4794931" y="1729808"/>
            <a:ext cx="2602138" cy="1415834"/>
          </a:xfrm>
          <a:prstGeom prst="pentagon">
            <a:avLst/>
          </a:prstGeom>
          <a:blipFill dpi="0" rotWithShape="0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정오각형 11"/>
          <p:cNvSpPr/>
          <p:nvPr/>
        </p:nvSpPr>
        <p:spPr>
          <a:xfrm rot="11117641">
            <a:off x="2926903" y="2135138"/>
            <a:ext cx="2268884" cy="1546472"/>
          </a:xfrm>
          <a:prstGeom prst="pentagon">
            <a:avLst/>
          </a:prstGeom>
          <a:blipFill dpi="0" rotWithShape="0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정오각형 12"/>
          <p:cNvSpPr/>
          <p:nvPr/>
        </p:nvSpPr>
        <p:spPr>
          <a:xfrm rot="516254">
            <a:off x="1804911" y="2906497"/>
            <a:ext cx="2101192" cy="1676772"/>
          </a:xfrm>
          <a:prstGeom prst="pentagon">
            <a:avLst/>
          </a:prstGeom>
          <a:blipFill dpi="0" rotWithShape="0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t="3000" b="-9000"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정오각형 13"/>
          <p:cNvSpPr/>
          <p:nvPr/>
        </p:nvSpPr>
        <p:spPr>
          <a:xfrm rot="11129513">
            <a:off x="1505719" y="4597498"/>
            <a:ext cx="2249752" cy="1594688"/>
          </a:xfrm>
          <a:prstGeom prst="pentagon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정오각형 14"/>
          <p:cNvSpPr/>
          <p:nvPr/>
        </p:nvSpPr>
        <p:spPr>
          <a:xfrm rot="10800000">
            <a:off x="7015285" y="2191504"/>
            <a:ext cx="2082043" cy="1438695"/>
          </a:xfrm>
          <a:prstGeom prst="pentagon">
            <a:avLst/>
          </a:prstGeom>
          <a:blipFill dpi="0" rotWithShape="0">
            <a:blip r:embed="rId8"/>
            <a:srcRect/>
            <a:stretch>
              <a:fillRect l="-4000" t="-14000" r="-3000" b="-4000"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정오각형 15"/>
          <p:cNvSpPr/>
          <p:nvPr/>
        </p:nvSpPr>
        <p:spPr>
          <a:xfrm rot="21414535">
            <a:off x="8239891" y="3016630"/>
            <a:ext cx="1886864" cy="1606841"/>
          </a:xfrm>
          <a:prstGeom prst="pentagon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정오각형 16"/>
          <p:cNvSpPr/>
          <p:nvPr/>
        </p:nvSpPr>
        <p:spPr>
          <a:xfrm rot="10612968">
            <a:off x="8405896" y="4606912"/>
            <a:ext cx="2183012" cy="1683372"/>
          </a:xfrm>
          <a:prstGeom prst="pentagon">
            <a:avLst/>
          </a:prstGeom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943095" y="-289377"/>
            <a:ext cx="2305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독가스</a:t>
            </a:r>
            <a:endParaRPr lang="en-US" altLang="ko-KR" sz="10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▼ 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15223" y="443352"/>
            <a:ext cx="2305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물 속</a:t>
            </a:r>
            <a:endParaRPr lang="en-US" altLang="ko-KR" sz="10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▼ 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016" y="2191505"/>
            <a:ext cx="11335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먼지 ▶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668" y="5976622"/>
            <a:ext cx="11335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꽃가루 ▶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753194" y="2191504"/>
            <a:ext cx="11335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◀ 먼지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91706" y="443352"/>
            <a:ext cx="2305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모래 바람</a:t>
            </a:r>
            <a:endParaRPr lang="en-US" altLang="ko-KR" sz="10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▼ 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85774" y="5977967"/>
            <a:ext cx="11335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◀ ㅇㅇ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5728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461964"/>
            <a:ext cx="8534398" cy="593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9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259</Words>
  <Application>Microsoft Office PowerPoint</Application>
  <PresentationFormat>와이드스크린</PresentationFormat>
  <Paragraphs>54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국내 액션 게임</vt:lpstr>
      <vt:lpstr>시스템이 왜 필요한가?</vt:lpstr>
      <vt:lpstr>[포탈]</vt:lpstr>
      <vt:lpstr>[슈퍼마리오 브라더스]</vt:lpstr>
      <vt:lpstr>[이스] – 도트 게임 버전</vt:lpstr>
      <vt:lpstr>배틀 포메이션</vt:lpstr>
      <vt:lpstr>PowerPoint 프레젠테이션</vt:lpstr>
      <vt:lpstr>선생님께서 작업하신 부분을 보여주신다.</vt:lpstr>
      <vt:lpstr>PowerPoint 프레젠테이션</vt:lpstr>
      <vt:lpstr>PowerPoint 프레젠테이션</vt:lpstr>
      <vt:lpstr>PowerPoint 프레젠테이션</vt:lpstr>
      <vt:lpstr>인포그래픽</vt:lpstr>
      <vt:lpstr>인포그래픽으로 활용 하고 싶은 이미지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국내 액션 게임</dc:title>
  <dc:creator>FullName</dc:creator>
  <cp:lastModifiedBy>FullName</cp:lastModifiedBy>
  <cp:revision>10</cp:revision>
  <dcterms:created xsi:type="dcterms:W3CDTF">2026-08-25T04:58:52Z</dcterms:created>
  <dcterms:modified xsi:type="dcterms:W3CDTF">2026-08-25T06:51:26Z</dcterms:modified>
</cp:coreProperties>
</file>