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1" d="100"/>
          <a:sy n="41" d="100"/>
        </p:scale>
        <p:origin x="312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77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360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71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92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77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8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48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53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09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04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16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756D-6E55-4E1C-949B-EC11486C2A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05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기획 문서 표현법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2031" y="1383324"/>
            <a:ext cx="11347938" cy="5474676"/>
          </a:xfrm>
        </p:spPr>
        <p:txBody>
          <a:bodyPr>
            <a:normAutofit/>
          </a:bodyPr>
          <a:lstStyle/>
          <a:p>
            <a:r>
              <a:rPr lang="ko-KR" altLang="en-US" smtClean="0"/>
              <a:t>표</a:t>
            </a:r>
            <a:endParaRPr lang="en-US" altLang="ko-KR" smtClean="0"/>
          </a:p>
          <a:p>
            <a:pPr lvl="1"/>
            <a:r>
              <a:rPr lang="ko-KR" altLang="en-US" smtClean="0"/>
              <a:t>대부분은 표로서 정량화와 신뢰성을 높여야 한다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시스템이 사용되는 게임 화면의 흐름</a:t>
            </a:r>
            <a:endParaRPr lang="en-US" altLang="ko-KR" smtClean="0"/>
          </a:p>
          <a:p>
            <a:r>
              <a:rPr lang="en-US" altLang="ko-KR" smtClean="0"/>
              <a:t>UI</a:t>
            </a:r>
          </a:p>
          <a:p>
            <a:pPr lvl="1"/>
            <a:r>
              <a:rPr lang="ko-KR" altLang="en-US" smtClean="0"/>
              <a:t>시스템 구성을 위해 필요한 </a:t>
            </a:r>
            <a:r>
              <a:rPr lang="en-US" altLang="ko-KR" smtClean="0"/>
              <a:t>UI</a:t>
            </a:r>
            <a:r>
              <a:rPr lang="ko-KR" altLang="en-US" smtClean="0"/>
              <a:t>를 구성할 수 있어야 한다</a:t>
            </a:r>
            <a:r>
              <a:rPr lang="en-US" altLang="ko-KR" smtClean="0"/>
              <a:t>. =&gt; </a:t>
            </a:r>
            <a:r>
              <a:rPr lang="ko-KR" altLang="en-US" smtClean="0">
                <a:solidFill>
                  <a:srgbClr val="FF0000"/>
                </a:solidFill>
              </a:rPr>
              <a:t>필수</a:t>
            </a:r>
            <a:r>
              <a:rPr lang="en-US" altLang="ko-KR" smtClean="0">
                <a:solidFill>
                  <a:srgbClr val="FF0000"/>
                </a:solidFill>
              </a:rPr>
              <a:t>!</a:t>
            </a:r>
          </a:p>
          <a:p>
            <a:r>
              <a:rPr lang="ko-KR" altLang="en-US" smtClean="0"/>
              <a:t>도식</a:t>
            </a:r>
            <a:endParaRPr lang="en-US" altLang="ko-KR" smtClean="0"/>
          </a:p>
          <a:p>
            <a:pPr lvl="1"/>
            <a:r>
              <a:rPr lang="ko-KR" altLang="en-US" smtClean="0"/>
              <a:t>도식</a:t>
            </a:r>
            <a:r>
              <a:rPr lang="en-US" altLang="ko-KR" smtClean="0"/>
              <a:t>, </a:t>
            </a:r>
            <a:r>
              <a:rPr lang="ko-KR" altLang="en-US" smtClean="0"/>
              <a:t>그래프</a:t>
            </a:r>
            <a:r>
              <a:rPr lang="en-US" altLang="ko-KR"/>
              <a:t> </a:t>
            </a:r>
            <a:r>
              <a:rPr lang="ko-KR" altLang="en-US" smtClean="0"/>
              <a:t>등 다양한 도식을 아주 잘 활용해야 한다</a:t>
            </a:r>
            <a:r>
              <a:rPr lang="en-US" altLang="ko-KR" smtClean="0"/>
              <a:t>. =&gt; </a:t>
            </a:r>
            <a:r>
              <a:rPr lang="ko-KR" altLang="en-US" smtClean="0">
                <a:solidFill>
                  <a:srgbClr val="FF0000"/>
                </a:solidFill>
              </a:rPr>
              <a:t>중요</a:t>
            </a:r>
            <a:r>
              <a:rPr lang="en-US" altLang="ko-KR" smtClean="0">
                <a:solidFill>
                  <a:srgbClr val="FF0000"/>
                </a:solidFill>
              </a:rPr>
              <a:t>!</a:t>
            </a:r>
            <a:endParaRPr lang="en-US" altLang="ko-KR">
              <a:solidFill>
                <a:srgbClr val="FF0000"/>
              </a:solidFill>
            </a:endParaRPr>
          </a:p>
          <a:p>
            <a:r>
              <a:rPr lang="ko-KR" altLang="en-US" smtClean="0"/>
              <a:t>시스템 플레이 플로우</a:t>
            </a:r>
            <a:endParaRPr lang="en-US" altLang="ko-KR" smtClean="0"/>
          </a:p>
          <a:p>
            <a:pPr lvl="1"/>
            <a:r>
              <a:rPr lang="ko-KR" altLang="en-US" smtClean="0"/>
              <a:t>기획자의 플로우는 코드 개발자의 플로우보다 간단하다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순서도</a:t>
            </a:r>
            <a:r>
              <a:rPr lang="en-US" altLang="ko-KR" smtClean="0"/>
              <a:t>. </a:t>
            </a:r>
            <a:r>
              <a:rPr lang="ko-KR" altLang="en-US" smtClean="0"/>
              <a:t>최소 하나는 들어가야 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8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인포그래픽</a:t>
            </a:r>
            <a:endParaRPr lang="en-US" altLang="ko-KR" smtClean="0"/>
          </a:p>
          <a:p>
            <a:r>
              <a:rPr lang="ko-KR" altLang="en-US" smtClean="0"/>
              <a:t>성공한 게임의 </a:t>
            </a:r>
            <a:r>
              <a:rPr lang="ko-KR" altLang="en-US" b="1" smtClean="0"/>
              <a:t>분석된</a:t>
            </a:r>
            <a:r>
              <a:rPr lang="ko-KR" altLang="en-US" smtClean="0"/>
              <a:t> </a:t>
            </a:r>
            <a:r>
              <a:rPr lang="ko-KR" altLang="en-US" smtClean="0"/>
              <a:t>스크린샷</a:t>
            </a:r>
            <a:endParaRPr lang="en-US" altLang="ko-KR" smtClean="0"/>
          </a:p>
          <a:p>
            <a:pPr lvl="1"/>
            <a:r>
              <a:rPr lang="ko-KR" altLang="en-US" smtClean="0"/>
              <a:t>대표님이 묻는 것 </a:t>
            </a:r>
            <a:r>
              <a:rPr lang="en-US" altLang="ko-KR" smtClean="0"/>
              <a:t>: </a:t>
            </a:r>
            <a:r>
              <a:rPr lang="ko-KR" altLang="en-US" smtClean="0"/>
              <a:t>뭐가 재밌니</a:t>
            </a:r>
            <a:r>
              <a:rPr lang="en-US" altLang="ko-KR" smtClean="0"/>
              <a:t>? </a:t>
            </a:r>
            <a:r>
              <a:rPr lang="ko-KR" altLang="en-US" smtClean="0"/>
              <a:t>그래서 성공하니</a:t>
            </a:r>
            <a:r>
              <a:rPr lang="en-US" altLang="ko-KR" smtClean="0"/>
              <a:t>? </a:t>
            </a:r>
            <a:r>
              <a:rPr lang="ko-KR" altLang="en-US" smtClean="0"/>
              <a:t>그래서 돈 많이 버니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이걸 응답할 수 있는 가장 좋은 표현법</a:t>
            </a:r>
            <a:endParaRPr lang="en-US" altLang="ko-KR" smtClean="0"/>
          </a:p>
          <a:p>
            <a:pPr lvl="1"/>
            <a:r>
              <a:rPr lang="ko-KR" altLang="en-US" smtClean="0"/>
              <a:t>성공한 게임을 벤치마킹해서</a:t>
            </a:r>
            <a:r>
              <a:rPr lang="en-US" altLang="ko-KR" smtClean="0"/>
              <a:t>, </a:t>
            </a:r>
            <a:r>
              <a:rPr lang="ko-KR" altLang="en-US" smtClean="0"/>
              <a:t>우리도 차용했습니다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뻔해도</a:t>
            </a:r>
            <a:r>
              <a:rPr lang="en-US" altLang="ko-KR" smtClean="0"/>
              <a:t>, </a:t>
            </a:r>
            <a:r>
              <a:rPr lang="ko-KR" altLang="en-US" smtClean="0"/>
              <a:t>뻔한 게 재밌으니까</a:t>
            </a:r>
            <a:r>
              <a:rPr lang="en-US" altLang="ko-KR" smtClean="0"/>
              <a:t>!</a:t>
            </a:r>
          </a:p>
          <a:p>
            <a:r>
              <a:rPr lang="ko-KR" altLang="en-US" smtClean="0"/>
              <a:t>스토리보드</a:t>
            </a:r>
            <a:endParaRPr lang="en-US" altLang="ko-KR" smtClean="0"/>
          </a:p>
          <a:p>
            <a:pPr lvl="1"/>
            <a:r>
              <a:rPr lang="ko-KR" altLang="en-US" smtClean="0"/>
              <a:t>시스템이 사용된 상황을 스토리보드로 표현한다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웹툰이나 만화의 컷신처럼</a:t>
            </a:r>
            <a:r>
              <a:rPr lang="en-US" altLang="ko-KR" smtClean="0"/>
              <a:t>. </a:t>
            </a:r>
            <a:r>
              <a:rPr lang="ko-KR" altLang="en-US" smtClean="0"/>
              <a:t>시각적인 상황 제시로</a:t>
            </a:r>
            <a:endParaRPr lang="en-US" altLang="ko-KR" smtClean="0"/>
          </a:p>
          <a:p>
            <a:pPr lvl="1"/>
            <a:r>
              <a:rPr lang="ko-KR" altLang="en-US" smtClean="0"/>
              <a:t>스케치업</a:t>
            </a:r>
            <a:r>
              <a:rPr lang="en-US" altLang="ko-KR" smtClean="0"/>
              <a:t>, </a:t>
            </a:r>
            <a:r>
              <a:rPr lang="ko-KR" altLang="en-US" smtClean="0"/>
              <a:t>스타일돌</a:t>
            </a:r>
            <a:r>
              <a:rPr lang="en-US" altLang="ko-KR" smtClean="0"/>
              <a:t>(?), </a:t>
            </a:r>
            <a:r>
              <a:rPr lang="ko-KR" altLang="en-US" smtClean="0"/>
              <a:t>포토샵 등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기획 문서 표현법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37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18574"/>
            <a:ext cx="11631648" cy="6820852"/>
          </a:xfrm>
          <a:prstGeom prst="rect">
            <a:avLst/>
          </a:prstGeom>
        </p:spPr>
      </p:pic>
      <p:sp>
        <p:nvSpPr>
          <p:cNvPr id="8" name="자유형 7"/>
          <p:cNvSpPr/>
          <p:nvPr/>
        </p:nvSpPr>
        <p:spPr>
          <a:xfrm>
            <a:off x="3507971" y="382385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 8"/>
          <p:cNvSpPr/>
          <p:nvPr/>
        </p:nvSpPr>
        <p:spPr>
          <a:xfrm>
            <a:off x="7035338" y="1016923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3665913" y="1684712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 10"/>
          <p:cNvSpPr/>
          <p:nvPr/>
        </p:nvSpPr>
        <p:spPr>
          <a:xfrm>
            <a:off x="5749636" y="2152996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 11"/>
          <p:cNvSpPr/>
          <p:nvPr/>
        </p:nvSpPr>
        <p:spPr>
          <a:xfrm>
            <a:off x="11310851" y="3013363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 12"/>
          <p:cNvSpPr/>
          <p:nvPr/>
        </p:nvSpPr>
        <p:spPr>
          <a:xfrm>
            <a:off x="7470371" y="4511039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 13"/>
          <p:cNvSpPr/>
          <p:nvPr/>
        </p:nvSpPr>
        <p:spPr>
          <a:xfrm>
            <a:off x="4860174" y="5608320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 14"/>
          <p:cNvSpPr/>
          <p:nvPr/>
        </p:nvSpPr>
        <p:spPr>
          <a:xfrm>
            <a:off x="4879571" y="3729643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816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smtClean="0"/>
              <a:t>취업한 분의 포트폴리오 예시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55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1" y="147321"/>
            <a:ext cx="5181598" cy="65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2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640" y="108466"/>
            <a:ext cx="5584720" cy="664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130</Words>
  <Application>Microsoft Office PowerPoint</Application>
  <PresentationFormat>와이드스크린</PresentationFormat>
  <Paragraphs>23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기획 문서 표현법</vt:lpstr>
      <vt:lpstr>기획 문서 표현법</vt:lpstr>
      <vt:lpstr>PowerPoint 프레젠테이션</vt:lpstr>
      <vt:lpstr>취업한 분의 포트폴리오 예시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 문서 표현법</dc:title>
  <dc:creator>FullName</dc:creator>
  <cp:lastModifiedBy>FullName</cp:lastModifiedBy>
  <cp:revision>9</cp:revision>
  <dcterms:created xsi:type="dcterms:W3CDTF">2026-08-31T05:02:10Z</dcterms:created>
  <dcterms:modified xsi:type="dcterms:W3CDTF">2026-09-01T06:53:25Z</dcterms:modified>
</cp:coreProperties>
</file>